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7" r:id="rId9"/>
    <p:sldId id="262" r:id="rId10"/>
    <p:sldId id="263" r:id="rId11"/>
    <p:sldId id="264" r:id="rId12"/>
    <p:sldId id="265" r:id="rId13"/>
    <p:sldId id="266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F04AB4-6846-4849-A1B8-6A167A3B7532}" v="56" dt="2026-03-18T13:46:47.9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28"/>
    <p:restoredTop sz="94662"/>
  </p:normalViewPr>
  <p:slideViewPr>
    <p:cSldViewPr snapToGrid="0" snapToObjects="1">
      <p:cViewPr>
        <p:scale>
          <a:sx n="176" d="100"/>
          <a:sy n="176" d="100"/>
        </p:scale>
        <p:origin x="632" y="-2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耀泉 马" userId="19e30af8d5659de2" providerId="LiveId" clId="{C3594856-CEDA-5129-B2AF-7962E3CA4CA3}"/>
    <pc:docChg chg="undo custSel addSld modSld sldOrd">
      <pc:chgData name="耀泉 马" userId="19e30af8d5659de2" providerId="LiveId" clId="{C3594856-CEDA-5129-B2AF-7962E3CA4CA3}" dt="2026-03-18T15:48:08.919" v="1171" actId="20578"/>
      <pc:docMkLst>
        <pc:docMk/>
      </pc:docMkLst>
      <pc:sldChg chg="addSp modSp mod setBg">
        <pc:chgData name="耀泉 马" userId="19e30af8d5659de2" providerId="LiveId" clId="{C3594856-CEDA-5129-B2AF-7962E3CA4CA3}" dt="2026-03-18T15:40:21.023" v="1170" actId="20577"/>
        <pc:sldMkLst>
          <pc:docMk/>
          <pc:sldMk cId="0" sldId="256"/>
        </pc:sldMkLst>
        <pc:spChg chg="mo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耀泉 马" userId="19e30af8d5659de2" providerId="LiveId" clId="{C3594856-CEDA-5129-B2AF-7962E3CA4CA3}" dt="2026-03-18T15:40:21.023" v="1170" actId="20577"/>
          <ac:spMkLst>
            <pc:docMk/>
            <pc:sldMk cId="0" sldId="256"/>
            <ac:spMk id="3" creationId="{00000000-0000-0000-0000-000000000000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8" creationId="{6F5A5072-7B47-4D32-B52A-4EBBF590B8A5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0" creationId="{9715DAF0-AE1B-46C9-8A6B-DB2AA05AB91D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2" creationId="{6016219D-510E-4184-9090-6D5578A87BD1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4" creationId="{AFF4A713-7B75-4B21-90D7-5AB19547C728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6" creationId="{DC631C0B-6DA6-4E57-8231-CE32B3434A7E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8" creationId="{C29501E6-A978-4A61-9689-9085AF97A53A}"/>
          </ac:spMkLst>
        </pc:spChg>
      </pc:sldChg>
      <pc:sldChg chg="addSp delSp modSp mod setBg">
        <pc:chgData name="耀泉 马" userId="19e30af8d5659de2" providerId="LiveId" clId="{C3594856-CEDA-5129-B2AF-7962E3CA4CA3}" dt="2026-03-17T20:49:03.171" v="54" actId="26606"/>
        <pc:sldMkLst>
          <pc:docMk/>
          <pc:sldMk cId="0" sldId="257"/>
        </pc:sldMkLst>
        <pc:spChg chg="mod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2" creationId="{00000000-0000-0000-0000-000000000000}"/>
          </ac:spMkLst>
        </pc:spChg>
        <pc:spChg chg="del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3" creationId="{00000000-0000-0000-0000-000000000000}"/>
          </ac:spMkLst>
        </pc:spChg>
        <pc:spChg chg="add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9" creationId="{BACC6370-2D7E-4714-9D71-7542949D7D5D}"/>
          </ac:spMkLst>
        </pc:spChg>
        <pc:spChg chg="add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11" creationId="{F68B3F68-107C-434F-AA38-110D5EA91B85}"/>
          </ac:spMkLst>
        </pc:spChg>
        <pc:spChg chg="add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13" creationId="{AAD0DBB9-1A4B-4391-81D4-CB19F9AB918A}"/>
          </ac:spMkLst>
        </pc:spChg>
        <pc:spChg chg="add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15" creationId="{063BBA22-50EA-4C4D-BE05-F1CE4E63AA56}"/>
          </ac:spMkLst>
        </pc:spChg>
        <pc:graphicFrameChg chg="add">
          <ac:chgData name="耀泉 马" userId="19e30af8d5659de2" providerId="LiveId" clId="{C3594856-CEDA-5129-B2AF-7962E3CA4CA3}" dt="2026-03-17T20:49:03.171" v="54" actId="26606"/>
          <ac:graphicFrameMkLst>
            <pc:docMk/>
            <pc:sldMk cId="0" sldId="257"/>
            <ac:graphicFrameMk id="5" creationId="{3B7016F6-0E5B-EAC6-A639-A3667DF5EA4B}"/>
          </ac:graphicFrameMkLst>
        </pc:graphicFrameChg>
      </pc:sldChg>
      <pc:sldChg chg="addSp delSp modSp mod setBg">
        <pc:chgData name="耀泉 马" userId="19e30af8d5659de2" providerId="LiveId" clId="{C3594856-CEDA-5129-B2AF-7962E3CA4CA3}" dt="2026-03-17T20:49:47.708" v="55" actId="26606"/>
        <pc:sldMkLst>
          <pc:docMk/>
          <pc:sldMk cId="0" sldId="258"/>
        </pc:sldMkLst>
        <pc:spChg chg="mo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2" creationId="{00000000-0000-0000-0000-000000000000}"/>
          </ac:spMkLst>
        </pc:spChg>
        <pc:spChg chg="del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3" creationId="{00000000-0000-0000-0000-000000000000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9" creationId="{BACC6370-2D7E-4714-9D71-7542949D7D5D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1" creationId="{256B2C21-A230-48C0-8DF1-C46611373C44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3" creationId="{3847E18C-932D-4C95-AABA-FEC7C9499AD7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5" creationId="{3150CB11-0C61-439E-910F-5787759E72A0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7" creationId="{43F8A58B-5155-44CE-A5FF-7647B47D0A7A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9" creationId="{443F2ACA-E6D6-4028-82DD-F03C262D5DE6}"/>
          </ac:spMkLst>
        </pc:spChg>
        <pc:graphicFrameChg chg="add">
          <ac:chgData name="耀泉 马" userId="19e30af8d5659de2" providerId="LiveId" clId="{C3594856-CEDA-5129-B2AF-7962E3CA4CA3}" dt="2026-03-17T20:49:47.708" v="55" actId="26606"/>
          <ac:graphicFrameMkLst>
            <pc:docMk/>
            <pc:sldMk cId="0" sldId="258"/>
            <ac:graphicFrameMk id="5" creationId="{444F99AF-4186-6184-2EA6-9F5BD8195047}"/>
          </ac:graphicFrameMkLst>
        </pc:graphicFrameChg>
      </pc:sldChg>
      <pc:sldChg chg="addSp delSp modSp mod setBg">
        <pc:chgData name="耀泉 马" userId="19e30af8d5659de2" providerId="LiveId" clId="{C3594856-CEDA-5129-B2AF-7962E3CA4CA3}" dt="2026-03-18T09:45:43.142" v="256" actId="20577"/>
        <pc:sldMkLst>
          <pc:docMk/>
          <pc:sldMk cId="0" sldId="259"/>
        </pc:sldMkLst>
        <pc:spChg chg="mo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2" creationId="{00000000-0000-0000-0000-000000000000}"/>
          </ac:spMkLst>
        </pc:spChg>
        <pc:spChg chg="del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3" creationId="{00000000-0000-0000-0000-000000000000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9" creationId="{BACC6370-2D7E-4714-9D71-7542949D7D5D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1" creationId="{256B2C21-A230-48C0-8DF1-C46611373C44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3" creationId="{3847E18C-932D-4C95-AABA-FEC7C9499AD7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5" creationId="{3150CB11-0C61-439E-910F-5787759E72A0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7" creationId="{43F8A58B-5155-44CE-A5FF-7647B47D0A7A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9" creationId="{443F2ACA-E6D6-4028-82DD-F03C262D5DE6}"/>
          </ac:spMkLst>
        </pc:spChg>
        <pc:graphicFrameChg chg="add mod">
          <ac:chgData name="耀泉 马" userId="19e30af8d5659de2" providerId="LiveId" clId="{C3594856-CEDA-5129-B2AF-7962E3CA4CA3}" dt="2026-03-18T09:45:43.142" v="256" actId="20577"/>
          <ac:graphicFrameMkLst>
            <pc:docMk/>
            <pc:sldMk cId="0" sldId="259"/>
            <ac:graphicFrameMk id="5" creationId="{72EE324B-7C98-9CC4-F81F-66E44D767821}"/>
          </ac:graphicFrameMkLst>
        </pc:graphicFrameChg>
      </pc:sldChg>
      <pc:sldChg chg="modSp mod">
        <pc:chgData name="耀泉 马" userId="19e30af8d5659de2" providerId="LiveId" clId="{C3594856-CEDA-5129-B2AF-7962E3CA4CA3}" dt="2026-03-18T09:41:35.733" v="228" actId="108"/>
        <pc:sldMkLst>
          <pc:docMk/>
          <pc:sldMk cId="0" sldId="260"/>
        </pc:sldMkLst>
        <pc:spChg chg="mod">
          <ac:chgData name="耀泉 马" userId="19e30af8d5659de2" providerId="LiveId" clId="{C3594856-CEDA-5129-B2AF-7962E3CA4CA3}" dt="2026-03-18T09:41:35.733" v="228" actId="108"/>
          <ac:spMkLst>
            <pc:docMk/>
            <pc:sldMk cId="0" sldId="260"/>
            <ac:spMk id="3" creationId="{00000000-0000-0000-0000-000000000000}"/>
          </ac:spMkLst>
        </pc:spChg>
      </pc:sldChg>
      <pc:sldChg chg="modSp mod ord">
        <pc:chgData name="耀泉 马" userId="19e30af8d5659de2" providerId="LiveId" clId="{C3594856-CEDA-5129-B2AF-7962E3CA4CA3}" dt="2026-03-18T15:48:08.919" v="1171" actId="20578"/>
        <pc:sldMkLst>
          <pc:docMk/>
          <pc:sldMk cId="0" sldId="261"/>
        </pc:sldMkLst>
        <pc:spChg chg="mod">
          <ac:chgData name="耀泉 马" userId="19e30af8d5659de2" providerId="LiveId" clId="{C3594856-CEDA-5129-B2AF-7962E3CA4CA3}" dt="2026-03-18T09:41:41.102" v="230" actId="113"/>
          <ac:spMkLst>
            <pc:docMk/>
            <pc:sldMk cId="0" sldId="261"/>
            <ac:spMk id="2" creationId="{00000000-0000-0000-0000-000000000000}"/>
          </ac:spMkLst>
        </pc:spChg>
        <pc:spChg chg="mod">
          <ac:chgData name="耀泉 马" userId="19e30af8d5659de2" providerId="LiveId" clId="{C3594856-CEDA-5129-B2AF-7962E3CA4CA3}" dt="2026-03-18T09:42:22.035" v="250" actId="20577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耀泉 马" userId="19e30af8d5659de2" providerId="LiveId" clId="{C3594856-CEDA-5129-B2AF-7962E3CA4CA3}" dt="2026-03-17T20:52:22.569" v="130" actId="20577"/>
        <pc:sldMkLst>
          <pc:docMk/>
          <pc:sldMk cId="0" sldId="262"/>
        </pc:sldMkLst>
        <pc:spChg chg="mod">
          <ac:chgData name="耀泉 马" userId="19e30af8d5659de2" providerId="LiveId" clId="{C3594856-CEDA-5129-B2AF-7962E3CA4CA3}" dt="2026-03-17T20:52:22.569" v="130" actId="20577"/>
          <ac:spMkLst>
            <pc:docMk/>
            <pc:sldMk cId="0" sldId="262"/>
            <ac:spMk id="3" creationId="{00000000-0000-0000-0000-000000000000}"/>
          </ac:spMkLst>
        </pc:spChg>
      </pc:sldChg>
      <pc:sldChg chg="add">
        <pc:chgData name="耀泉 马" userId="19e30af8d5659de2" providerId="LiveId" clId="{C3594856-CEDA-5129-B2AF-7962E3CA4CA3}" dt="2026-03-18T09:42:38.829" v="251"/>
        <pc:sldMkLst>
          <pc:docMk/>
          <pc:sldMk cId="3435373810" sldId="267"/>
        </pc:sldMkLst>
      </pc:sldChg>
      <pc:sldChg chg="addSp delSp modSp add mod">
        <pc:chgData name="耀泉 马" userId="19e30af8d5659de2" providerId="LiveId" clId="{C3594856-CEDA-5129-B2AF-7962E3CA4CA3}" dt="2026-03-18T13:47:26.198" v="1146" actId="14100"/>
        <pc:sldMkLst>
          <pc:docMk/>
          <pc:sldMk cId="814386939" sldId="268"/>
        </pc:sldMkLst>
        <pc:spChg chg="del mod">
          <ac:chgData name="耀泉 马" userId="19e30af8d5659de2" providerId="LiveId" clId="{C3594856-CEDA-5129-B2AF-7962E3CA4CA3}" dt="2026-03-18T09:49:07.670" v="261" actId="478"/>
          <ac:spMkLst>
            <pc:docMk/>
            <pc:sldMk cId="814386939" sldId="268"/>
            <ac:spMk id="3" creationId="{3B6C065F-AEC6-AA37-9C93-548A3F6B5129}"/>
          </ac:spMkLst>
        </pc:spChg>
        <pc:spChg chg="add del mod">
          <ac:chgData name="耀泉 马" userId="19e30af8d5659de2" providerId="LiveId" clId="{C3594856-CEDA-5129-B2AF-7962E3CA4CA3}" dt="2026-03-18T09:49:39.335" v="277" actId="478"/>
          <ac:spMkLst>
            <pc:docMk/>
            <pc:sldMk cId="814386939" sldId="268"/>
            <ac:spMk id="5" creationId="{65DB1934-7F91-2779-0B9B-C8605AA51B86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6" creationId="{951E455F-C561-6E58-CC8E-0C4FC5F238BF}"/>
          </ac:spMkLst>
        </pc:spChg>
        <pc:spChg chg="add del mod">
          <ac:chgData name="耀泉 马" userId="19e30af8d5659de2" providerId="LiveId" clId="{C3594856-CEDA-5129-B2AF-7962E3CA4CA3}" dt="2026-03-18T09:51:23.002" v="332" actId="11529"/>
          <ac:spMkLst>
            <pc:docMk/>
            <pc:sldMk cId="814386939" sldId="268"/>
            <ac:spMk id="11" creationId="{0D1FB86A-4012-5106-91F5-7ABEA075EA15}"/>
          </ac:spMkLst>
        </pc:spChg>
        <pc:spChg chg="add mod">
          <ac:chgData name="耀泉 马" userId="19e30af8d5659de2" providerId="LiveId" clId="{C3594856-CEDA-5129-B2AF-7962E3CA4CA3}" dt="2026-03-18T09:51:20.329" v="326" actId="1076"/>
          <ac:spMkLst>
            <pc:docMk/>
            <pc:sldMk cId="814386939" sldId="268"/>
            <ac:spMk id="12" creationId="{E2096966-97E8-7C57-0674-3213DBD98DAF}"/>
          </ac:spMkLst>
        </pc:spChg>
        <pc:spChg chg="add del mod">
          <ac:chgData name="耀泉 马" userId="19e30af8d5659de2" providerId="LiveId" clId="{C3594856-CEDA-5129-B2AF-7962E3CA4CA3}" dt="2026-03-18T09:59:47.407" v="489" actId="478"/>
          <ac:spMkLst>
            <pc:docMk/>
            <pc:sldMk cId="814386939" sldId="268"/>
            <ac:spMk id="13" creationId="{30A8FA0B-EEE3-EAB9-5FAF-06084DF88C6C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16" creationId="{D1390177-FBD9-8F4F-EDA5-30DFBCE23645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29" creationId="{C481748B-DFA3-5040-1741-08C0E6A1CBC3}"/>
          </ac:spMkLst>
        </pc:spChg>
        <pc:spChg chg="add mod">
          <ac:chgData name="耀泉 马" userId="19e30af8d5659de2" providerId="LiveId" clId="{C3594856-CEDA-5129-B2AF-7962E3CA4CA3}" dt="2026-03-18T13:19:40.148" v="726" actId="14100"/>
          <ac:spMkLst>
            <pc:docMk/>
            <pc:sldMk cId="814386939" sldId="268"/>
            <ac:spMk id="31" creationId="{4C4BE4F8-8409-9639-A500-F83409FCFFA7}"/>
          </ac:spMkLst>
        </pc:spChg>
        <pc:spChg chg="add del mod">
          <ac:chgData name="耀泉 马" userId="19e30af8d5659de2" providerId="LiveId" clId="{C3594856-CEDA-5129-B2AF-7962E3CA4CA3}" dt="2026-03-18T10:00:42.289" v="547"/>
          <ac:spMkLst>
            <pc:docMk/>
            <pc:sldMk cId="814386939" sldId="268"/>
            <ac:spMk id="33" creationId="{F66F6175-39CE-8A11-F742-1AFA1585D95A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4" creationId="{898E5945-17AE-5FBB-BC98-0FD633DC2CAC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5" creationId="{BD4FE70E-F51F-727A-A874-33B8D4973ACE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6" creationId="{8E465672-FFCF-BCE1-F9B8-C0A0E6B71185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7" creationId="{2FE35625-CA79-A0B6-4996-D4741B89A479}"/>
          </ac:spMkLst>
        </pc:spChg>
        <pc:spChg chg="add mod">
          <ac:chgData name="耀泉 马" userId="19e30af8d5659de2" providerId="LiveId" clId="{C3594856-CEDA-5129-B2AF-7962E3CA4CA3}" dt="2026-03-18T13:20:14.238" v="743" actId="1035"/>
          <ac:spMkLst>
            <pc:docMk/>
            <pc:sldMk cId="814386939" sldId="268"/>
            <ac:spMk id="38" creationId="{CB2106DB-534B-A3C8-74B6-F9ADB9D133FF}"/>
          </ac:spMkLst>
        </pc:spChg>
        <pc:spChg chg="add del">
          <ac:chgData name="耀泉 马" userId="19e30af8d5659de2" providerId="LiveId" clId="{C3594856-CEDA-5129-B2AF-7962E3CA4CA3}" dt="2026-03-18T10:02:24.218" v="599" actId="11529"/>
          <ac:spMkLst>
            <pc:docMk/>
            <pc:sldMk cId="814386939" sldId="268"/>
            <ac:spMk id="39" creationId="{96827D78-502C-B575-E667-C13CD107C9C9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40" creationId="{20DAA727-43B6-B948-17C0-65167B768785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41" creationId="{E8ACCC30-8847-DDF5-0E99-0273CCFD743E}"/>
          </ac:spMkLst>
        </pc:spChg>
        <pc:spChg chg="add del mod">
          <ac:chgData name="耀泉 马" userId="19e30af8d5659de2" providerId="LiveId" clId="{C3594856-CEDA-5129-B2AF-7962E3CA4CA3}" dt="2026-03-18T13:16:36.604" v="682"/>
          <ac:spMkLst>
            <pc:docMk/>
            <pc:sldMk cId="814386939" sldId="268"/>
            <ac:spMk id="42" creationId="{9BE8185D-A2B1-D178-7BF4-F4AC74A8EE03}"/>
          </ac:spMkLst>
        </pc:spChg>
        <pc:spChg chg="add del">
          <ac:chgData name="耀泉 马" userId="19e30af8d5659de2" providerId="LiveId" clId="{C3594856-CEDA-5129-B2AF-7962E3CA4CA3}" dt="2026-03-18T13:16:40.303" v="684" actId="22"/>
          <ac:spMkLst>
            <pc:docMk/>
            <pc:sldMk cId="814386939" sldId="268"/>
            <ac:spMk id="44" creationId="{3675DDC1-3D43-52F4-6E30-F33C03BA4F0B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45" creationId="{770BE998-DE42-AC75-3931-827DAE46A753}"/>
          </ac:spMkLst>
        </pc:spChg>
        <pc:spChg chg="add mod">
          <ac:chgData name="耀泉 马" userId="19e30af8d5659de2" providerId="LiveId" clId="{C3594856-CEDA-5129-B2AF-7962E3CA4CA3}" dt="2026-03-18T13:47:10.656" v="1142" actId="14100"/>
          <ac:spMkLst>
            <pc:docMk/>
            <pc:sldMk cId="814386939" sldId="268"/>
            <ac:spMk id="51" creationId="{C104F36B-F534-4203-4C3B-1A7267A0950D}"/>
          </ac:spMkLst>
        </pc:spChg>
        <pc:spChg chg="add mod">
          <ac:chgData name="耀泉 马" userId="19e30af8d5659de2" providerId="LiveId" clId="{C3594856-CEDA-5129-B2AF-7962E3CA4CA3}" dt="2026-03-18T13:30:20.469" v="938" actId="1037"/>
          <ac:spMkLst>
            <pc:docMk/>
            <pc:sldMk cId="814386939" sldId="268"/>
            <ac:spMk id="52" creationId="{8B8FC5B0-A1F5-D5BD-3910-5A2F09AEB404}"/>
          </ac:spMkLst>
        </pc:spChg>
        <pc:spChg chg="add del mod">
          <ac:chgData name="耀泉 马" userId="19e30af8d5659de2" providerId="LiveId" clId="{C3594856-CEDA-5129-B2AF-7962E3CA4CA3}" dt="2026-03-18T13:25:51.480" v="873" actId="478"/>
          <ac:spMkLst>
            <pc:docMk/>
            <pc:sldMk cId="814386939" sldId="268"/>
            <ac:spMk id="53" creationId="{34C11876-F099-6BA1-28B9-644C6E1709E7}"/>
          </ac:spMkLst>
        </pc:spChg>
        <pc:spChg chg="add del mod">
          <ac:chgData name="耀泉 马" userId="19e30af8d5659de2" providerId="LiveId" clId="{C3594856-CEDA-5129-B2AF-7962E3CA4CA3}" dt="2026-03-18T13:24:32.773" v="859"/>
          <ac:spMkLst>
            <pc:docMk/>
            <pc:sldMk cId="814386939" sldId="268"/>
            <ac:spMk id="54" creationId="{0FB2DA32-45B6-D872-4BA1-D29E6B9322C7}"/>
          </ac:spMkLst>
        </pc:spChg>
        <pc:spChg chg="add mod">
          <ac:chgData name="耀泉 马" userId="19e30af8d5659de2" providerId="LiveId" clId="{C3594856-CEDA-5129-B2AF-7962E3CA4CA3}" dt="2026-03-18T13:38:33.485" v="1128" actId="692"/>
          <ac:spMkLst>
            <pc:docMk/>
            <pc:sldMk cId="814386939" sldId="268"/>
            <ac:spMk id="57" creationId="{4102F10F-61FB-ACF1-672C-97A8402E3AFB}"/>
          </ac:spMkLst>
        </pc:spChg>
        <pc:spChg chg="add mod">
          <ac:chgData name="耀泉 马" userId="19e30af8d5659de2" providerId="LiveId" clId="{C3594856-CEDA-5129-B2AF-7962E3CA4CA3}" dt="2026-03-18T13:38:33.485" v="1128" actId="692"/>
          <ac:spMkLst>
            <pc:docMk/>
            <pc:sldMk cId="814386939" sldId="268"/>
            <ac:spMk id="58" creationId="{6EE0CBBE-B553-FAB0-5A8E-9FFE28521536}"/>
          </ac:spMkLst>
        </pc:spChg>
        <pc:spChg chg="add del mod">
          <ac:chgData name="耀泉 马" userId="19e30af8d5659de2" providerId="LiveId" clId="{C3594856-CEDA-5129-B2AF-7962E3CA4CA3}" dt="2026-03-18T13:25:49.071" v="872"/>
          <ac:spMkLst>
            <pc:docMk/>
            <pc:sldMk cId="814386939" sldId="268"/>
            <ac:spMk id="60" creationId="{A4596D31-71FF-AE6C-76FD-EBEA1A605128}"/>
          </ac:spMkLst>
        </pc:spChg>
        <pc:spChg chg="add mod">
          <ac:chgData name="耀泉 马" userId="19e30af8d5659de2" providerId="LiveId" clId="{C3594856-CEDA-5129-B2AF-7962E3CA4CA3}" dt="2026-03-18T13:36:17.138" v="1058" actId="1036"/>
          <ac:spMkLst>
            <pc:docMk/>
            <pc:sldMk cId="814386939" sldId="268"/>
            <ac:spMk id="61" creationId="{EF3E311E-249D-8AE8-40EB-C4B8841E7274}"/>
          </ac:spMkLst>
        </pc:spChg>
        <pc:spChg chg="add del mod">
          <ac:chgData name="耀泉 马" userId="19e30af8d5659de2" providerId="LiveId" clId="{C3594856-CEDA-5129-B2AF-7962E3CA4CA3}" dt="2026-03-18T13:31:17.213" v="951" actId="478"/>
          <ac:spMkLst>
            <pc:docMk/>
            <pc:sldMk cId="814386939" sldId="268"/>
            <ac:spMk id="67" creationId="{926A75FB-D7F0-450B-9A77-67F7122CC3FD}"/>
          </ac:spMkLst>
        </pc:spChg>
        <pc:spChg chg="add mod">
          <ac:chgData name="耀泉 马" userId="19e30af8d5659de2" providerId="LiveId" clId="{C3594856-CEDA-5129-B2AF-7962E3CA4CA3}" dt="2026-03-18T13:33:44.348" v="984" actId="692"/>
          <ac:spMkLst>
            <pc:docMk/>
            <pc:sldMk cId="814386939" sldId="268"/>
            <ac:spMk id="68" creationId="{0C82C30F-DB6C-8563-EE0F-95A70A254AB1}"/>
          </ac:spMkLst>
        </pc:spChg>
        <pc:spChg chg="add mod">
          <ac:chgData name="耀泉 马" userId="19e30af8d5659de2" providerId="LiveId" clId="{C3594856-CEDA-5129-B2AF-7962E3CA4CA3}" dt="2026-03-18T13:33:44.348" v="984" actId="692"/>
          <ac:spMkLst>
            <pc:docMk/>
            <pc:sldMk cId="814386939" sldId="268"/>
            <ac:spMk id="69" creationId="{29B6B052-7ABF-86FB-50DC-081D1374EB08}"/>
          </ac:spMkLst>
        </pc:spChg>
        <pc:spChg chg="add mod">
          <ac:chgData name="耀泉 马" userId="19e30af8d5659de2" providerId="LiveId" clId="{C3594856-CEDA-5129-B2AF-7962E3CA4CA3}" dt="2026-03-18T13:33:44.348" v="984" actId="692"/>
          <ac:spMkLst>
            <pc:docMk/>
            <pc:sldMk cId="814386939" sldId="268"/>
            <ac:spMk id="70" creationId="{CF703202-FE4F-CA62-0EF6-FF8049605C7A}"/>
          </ac:spMkLst>
        </pc:spChg>
        <pc:spChg chg="add mod">
          <ac:chgData name="耀泉 马" userId="19e30af8d5659de2" providerId="LiveId" clId="{C3594856-CEDA-5129-B2AF-7962E3CA4CA3}" dt="2026-03-18T13:33:35.532" v="983" actId="20577"/>
          <ac:spMkLst>
            <pc:docMk/>
            <pc:sldMk cId="814386939" sldId="268"/>
            <ac:spMk id="71" creationId="{BB23A304-3133-FFFC-BA77-35B0AB9925F7}"/>
          </ac:spMkLst>
        </pc:spChg>
        <pc:spChg chg="add mod">
          <ac:chgData name="耀泉 马" userId="19e30af8d5659de2" providerId="LiveId" clId="{C3594856-CEDA-5129-B2AF-7962E3CA4CA3}" dt="2026-03-18T13:34:45.321" v="1003" actId="1076"/>
          <ac:spMkLst>
            <pc:docMk/>
            <pc:sldMk cId="814386939" sldId="268"/>
            <ac:spMk id="72" creationId="{E4E5F51E-54AE-A4DA-44E3-3B28801864C1}"/>
          </ac:spMkLst>
        </pc:spChg>
        <pc:spChg chg="add mod">
          <ac:chgData name="耀泉 马" userId="19e30af8d5659de2" providerId="LiveId" clId="{C3594856-CEDA-5129-B2AF-7962E3CA4CA3}" dt="2026-03-18T13:34:52.297" v="1012" actId="1037"/>
          <ac:spMkLst>
            <pc:docMk/>
            <pc:sldMk cId="814386939" sldId="268"/>
            <ac:spMk id="73" creationId="{58C31ACD-ACA6-096C-05E0-6A8CDCEDE838}"/>
          </ac:spMkLst>
        </pc:spChg>
        <pc:spChg chg="add mod">
          <ac:chgData name="耀泉 马" userId="19e30af8d5659de2" providerId="LiveId" clId="{C3594856-CEDA-5129-B2AF-7962E3CA4CA3}" dt="2026-03-18T13:35:54.652" v="1055" actId="14100"/>
          <ac:spMkLst>
            <pc:docMk/>
            <pc:sldMk cId="814386939" sldId="268"/>
            <ac:spMk id="74" creationId="{85A42BEC-E9EF-9C69-762A-A4EE23D7D400}"/>
          </ac:spMkLst>
        </pc:spChg>
        <pc:spChg chg="add mod">
          <ac:chgData name="耀泉 马" userId="19e30af8d5659de2" providerId="LiveId" clId="{C3594856-CEDA-5129-B2AF-7962E3CA4CA3}" dt="2026-03-18T13:38:33.485" v="1128" actId="692"/>
          <ac:spMkLst>
            <pc:docMk/>
            <pc:sldMk cId="814386939" sldId="268"/>
            <ac:spMk id="77" creationId="{BAF0A316-76DD-478D-567B-A5050D8F6F37}"/>
          </ac:spMkLst>
        </pc:spChg>
        <pc:spChg chg="add mod">
          <ac:chgData name="耀泉 马" userId="19e30af8d5659de2" providerId="LiveId" clId="{C3594856-CEDA-5129-B2AF-7962E3CA4CA3}" dt="2026-03-18T13:37:44.519" v="1120" actId="255"/>
          <ac:spMkLst>
            <pc:docMk/>
            <pc:sldMk cId="814386939" sldId="268"/>
            <ac:spMk id="78" creationId="{CFCC8544-DE2C-F5C4-BC42-B00DD8CE1FD7}"/>
          </ac:spMkLst>
        </pc:spChg>
        <pc:spChg chg="add mod">
          <ac:chgData name="耀泉 马" userId="19e30af8d5659de2" providerId="LiveId" clId="{C3594856-CEDA-5129-B2AF-7962E3CA4CA3}" dt="2026-03-18T13:37:26.286" v="1115" actId="1076"/>
          <ac:spMkLst>
            <pc:docMk/>
            <pc:sldMk cId="814386939" sldId="268"/>
            <ac:spMk id="79" creationId="{40FEA40F-045D-3818-232F-1989D72E2D17}"/>
          </ac:spMkLst>
        </pc:spChg>
        <pc:picChg chg="add del mod">
          <ac:chgData name="耀泉 马" userId="19e30af8d5659de2" providerId="LiveId" clId="{C3594856-CEDA-5129-B2AF-7962E3CA4CA3}" dt="2026-03-18T09:56:55.837" v="426" actId="478"/>
          <ac:picMkLst>
            <pc:docMk/>
            <pc:sldMk cId="814386939" sldId="268"/>
            <ac:picMk id="22" creationId="{EA62D1D5-EC56-1886-25E7-5FB9910816C1}"/>
          </ac:picMkLst>
        </pc:picChg>
        <pc:picChg chg="add del mod">
          <ac:chgData name="耀泉 马" userId="19e30af8d5659de2" providerId="LiveId" clId="{C3594856-CEDA-5129-B2AF-7962E3CA4CA3}" dt="2026-03-18T09:57:16.830" v="433" actId="478"/>
          <ac:picMkLst>
            <pc:docMk/>
            <pc:sldMk cId="814386939" sldId="268"/>
            <ac:picMk id="23" creationId="{797F9282-2611-F80D-71C3-BC73D71407F6}"/>
          </ac:picMkLst>
        </pc:picChg>
        <pc:picChg chg="add mod">
          <ac:chgData name="耀泉 马" userId="19e30af8d5659de2" providerId="LiveId" clId="{C3594856-CEDA-5129-B2AF-7962E3CA4CA3}" dt="2026-03-18T09:57:36.480" v="436" actId="688"/>
          <ac:picMkLst>
            <pc:docMk/>
            <pc:sldMk cId="814386939" sldId="268"/>
            <ac:picMk id="25" creationId="{04B9246A-1503-7220-14F8-FE90BB638B84}"/>
          </ac:picMkLst>
        </pc:picChg>
        <pc:picChg chg="add">
          <ac:chgData name="耀泉 马" userId="19e30af8d5659de2" providerId="LiveId" clId="{C3594856-CEDA-5129-B2AF-7962E3CA4CA3}" dt="2026-03-18T09:57:47.568" v="437"/>
          <ac:picMkLst>
            <pc:docMk/>
            <pc:sldMk cId="814386939" sldId="268"/>
            <ac:picMk id="26" creationId="{E7C5ED85-9530-8321-3613-99AFEFE3921E}"/>
          </ac:picMkLst>
        </pc:picChg>
        <pc:picChg chg="add mod">
          <ac:chgData name="耀泉 马" userId="19e30af8d5659de2" providerId="LiveId" clId="{C3594856-CEDA-5129-B2AF-7962E3CA4CA3}" dt="2026-03-18T09:59:52.134" v="492" actId="1076"/>
          <ac:picMkLst>
            <pc:docMk/>
            <pc:sldMk cId="814386939" sldId="268"/>
            <ac:picMk id="27" creationId="{F1913094-1467-B0FB-C16D-F4CB38A12599}"/>
          </ac:picMkLst>
        </pc:picChg>
        <pc:picChg chg="add del mod">
          <ac:chgData name="耀泉 马" userId="19e30af8d5659de2" providerId="LiveId" clId="{C3594856-CEDA-5129-B2AF-7962E3CA4CA3}" dt="2026-03-18T13:19:01.230" v="722" actId="478"/>
          <ac:picMkLst>
            <pc:docMk/>
            <pc:sldMk cId="814386939" sldId="268"/>
            <ac:picMk id="46" creationId="{B8C75CE7-6A15-0468-6132-5EAD5EFCC67E}"/>
          </ac:picMkLst>
        </pc:picChg>
        <pc:picChg chg="add mod">
          <ac:chgData name="耀泉 马" userId="19e30af8d5659de2" providerId="LiveId" clId="{C3594856-CEDA-5129-B2AF-7962E3CA4CA3}" dt="2026-03-18T13:20:30.397" v="782" actId="1036"/>
          <ac:picMkLst>
            <pc:docMk/>
            <pc:sldMk cId="814386939" sldId="268"/>
            <ac:picMk id="47" creationId="{21949BEA-0A35-9974-7DA4-7DA769B30521}"/>
          </ac:picMkLst>
        </pc:picChg>
        <pc:picChg chg="add mod">
          <ac:chgData name="耀泉 马" userId="19e30af8d5659de2" providerId="LiveId" clId="{C3594856-CEDA-5129-B2AF-7962E3CA4CA3}" dt="2026-03-18T13:47:06.962" v="1141" actId="1076"/>
          <ac:picMkLst>
            <pc:docMk/>
            <pc:sldMk cId="814386939" sldId="268"/>
            <ac:picMk id="80" creationId="{6488728A-F82B-5347-ACAE-568692FF907D}"/>
          </ac:picMkLst>
        </pc:picChg>
        <pc:picChg chg="add mod">
          <ac:chgData name="耀泉 马" userId="19e30af8d5659de2" providerId="LiveId" clId="{C3594856-CEDA-5129-B2AF-7962E3CA4CA3}" dt="2026-03-18T13:47:13.946" v="1143" actId="1076"/>
          <ac:picMkLst>
            <pc:docMk/>
            <pc:sldMk cId="814386939" sldId="268"/>
            <ac:picMk id="81" creationId="{C0550D18-DE3C-F599-E431-5240A0F0D7A9}"/>
          </ac:picMkLst>
        </pc:picChg>
        <pc:cxnChg chg="add mod">
          <ac:chgData name="耀泉 马" userId="19e30af8d5659de2" providerId="LiveId" clId="{C3594856-CEDA-5129-B2AF-7962E3CA4CA3}" dt="2026-03-18T13:19:45.960" v="728" actId="14100"/>
          <ac:cxnSpMkLst>
            <pc:docMk/>
            <pc:sldMk cId="814386939" sldId="268"/>
            <ac:cxnSpMk id="8" creationId="{FB96A4DD-1145-4C3E-1DBD-CC982FF21C79}"/>
          </ac:cxnSpMkLst>
        </pc:cxnChg>
        <pc:cxnChg chg="add del mod">
          <ac:chgData name="耀泉 马" userId="19e30af8d5659de2" providerId="LiveId" clId="{C3594856-CEDA-5129-B2AF-7962E3CA4CA3}" dt="2026-03-18T09:51:24.707" v="333" actId="478"/>
          <ac:cxnSpMkLst>
            <pc:docMk/>
            <pc:sldMk cId="814386939" sldId="268"/>
            <ac:cxnSpMk id="10" creationId="{8DEBF24D-E0C7-FACD-5262-03978EEAEF42}"/>
          </ac:cxnSpMkLst>
        </pc:cxnChg>
        <pc:cxnChg chg="add mod">
          <ac:chgData name="耀泉 马" userId="19e30af8d5659de2" providerId="LiveId" clId="{C3594856-CEDA-5129-B2AF-7962E3CA4CA3}" dt="2026-03-18T13:19:42.953" v="727" actId="14100"/>
          <ac:cxnSpMkLst>
            <pc:docMk/>
            <pc:sldMk cId="814386939" sldId="268"/>
            <ac:cxnSpMk id="17" creationId="{2CB87647-8814-233A-C933-61DE9775BEDC}"/>
          </ac:cxnSpMkLst>
        </pc:cxnChg>
        <pc:cxnChg chg="add mod">
          <ac:chgData name="耀泉 马" userId="19e30af8d5659de2" providerId="LiveId" clId="{C3594856-CEDA-5129-B2AF-7962E3CA4CA3}" dt="2026-03-18T13:30:20.469" v="938" actId="1037"/>
          <ac:cxnSpMkLst>
            <pc:docMk/>
            <pc:sldMk cId="814386939" sldId="268"/>
            <ac:cxnSpMk id="56" creationId="{E454A758-71CA-2BDE-0059-C54C08D00CD7}"/>
          </ac:cxnSpMkLst>
        </pc:cxnChg>
        <pc:cxnChg chg="add mod">
          <ac:chgData name="耀泉 马" userId="19e30af8d5659de2" providerId="LiveId" clId="{C3594856-CEDA-5129-B2AF-7962E3CA4CA3}" dt="2026-03-18T13:47:26.198" v="1146" actId="14100"/>
          <ac:cxnSpMkLst>
            <pc:docMk/>
            <pc:sldMk cId="814386939" sldId="268"/>
            <ac:cxnSpMk id="64" creationId="{097E2E20-F783-3FBA-F095-1120DB9F8B47}"/>
          </ac:cxnSpMkLst>
        </pc:cxnChg>
        <pc:cxnChg chg="add mod">
          <ac:chgData name="耀泉 马" userId="19e30af8d5659de2" providerId="LiveId" clId="{C3594856-CEDA-5129-B2AF-7962E3CA4CA3}" dt="2026-03-18T13:47:18.503" v="1144" actId="14100"/>
          <ac:cxnSpMkLst>
            <pc:docMk/>
            <pc:sldMk cId="814386939" sldId="268"/>
            <ac:cxnSpMk id="66" creationId="{064E9001-AEBD-CC4E-EEA8-630A81455DDF}"/>
          </ac:cxnSpMkLst>
        </pc:cxnChg>
        <pc:cxnChg chg="add mod">
          <ac:chgData name="耀泉 马" userId="19e30af8d5659de2" providerId="LiveId" clId="{C3594856-CEDA-5129-B2AF-7962E3CA4CA3}" dt="2026-03-18T13:47:10.656" v="1142" actId="14100"/>
          <ac:cxnSpMkLst>
            <pc:docMk/>
            <pc:sldMk cId="814386939" sldId="268"/>
            <ac:cxnSpMk id="76" creationId="{10389F9C-4598-137B-4745-F71A0E0830AC}"/>
          </ac:cxnSpMkLst>
        </pc:cxn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5AEBB4-D16F-4249-AC33-0A3E518B8777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753FA6E6-80EC-4760-AD87-61E44CE23EBD}">
      <dgm:prSet/>
      <dgm:spPr/>
      <dgm:t>
        <a:bodyPr/>
        <a:lstStyle/>
        <a:p>
          <a:r>
            <a:rPr lang="en-US" dirty="0"/>
            <a:t>IoMT systems generate sensitive medical data</a:t>
          </a:r>
        </a:p>
      </dgm:t>
    </dgm:pt>
    <dgm:pt modelId="{997CA735-10F7-4F50-A428-ED8D65691DA1}" type="parTrans" cxnId="{6797F67C-522F-48A0-94CF-2E6A04898B64}">
      <dgm:prSet/>
      <dgm:spPr/>
      <dgm:t>
        <a:bodyPr/>
        <a:lstStyle/>
        <a:p>
          <a:endParaRPr lang="en-US"/>
        </a:p>
      </dgm:t>
    </dgm:pt>
    <dgm:pt modelId="{736D7E8B-FCFF-4626-85C0-74BF889A921C}" type="sibTrans" cxnId="{6797F67C-522F-48A0-94CF-2E6A04898B64}">
      <dgm:prSet/>
      <dgm:spPr/>
      <dgm:t>
        <a:bodyPr/>
        <a:lstStyle/>
        <a:p>
          <a:endParaRPr lang="en-US"/>
        </a:p>
      </dgm:t>
    </dgm:pt>
    <dgm:pt modelId="{D4BDB65D-FBD7-43E3-9D4F-A012D765BA31}">
      <dgm:prSet/>
      <dgm:spPr/>
      <dgm:t>
        <a:bodyPr/>
        <a:lstStyle/>
        <a:p>
          <a:r>
            <a:rPr lang="en-US" dirty="0"/>
            <a:t>Edge gateways act as critical nodes</a:t>
          </a:r>
        </a:p>
      </dgm:t>
    </dgm:pt>
    <dgm:pt modelId="{40845A10-B951-4816-9456-E397B0D1DE81}" type="parTrans" cxnId="{081D8FDE-8400-41CB-B4ED-E6CED464FC83}">
      <dgm:prSet/>
      <dgm:spPr/>
      <dgm:t>
        <a:bodyPr/>
        <a:lstStyle/>
        <a:p>
          <a:endParaRPr lang="en-US"/>
        </a:p>
      </dgm:t>
    </dgm:pt>
    <dgm:pt modelId="{EE1CB50C-C220-4C1B-A32F-AB1307CD9218}" type="sibTrans" cxnId="{081D8FDE-8400-41CB-B4ED-E6CED464FC83}">
      <dgm:prSet/>
      <dgm:spPr/>
      <dgm:t>
        <a:bodyPr/>
        <a:lstStyle/>
        <a:p>
          <a:endParaRPr lang="en-US"/>
        </a:p>
      </dgm:t>
    </dgm:pt>
    <dgm:pt modelId="{675B3BD2-0252-419A-8D09-6D89866F8260}">
      <dgm:prSet/>
      <dgm:spPr/>
      <dgm:t>
        <a:bodyPr/>
        <a:lstStyle/>
        <a:p>
          <a:r>
            <a:rPr lang="en-US" dirty="0"/>
            <a:t>Gateways are vulnerable to cyber attacks</a:t>
          </a:r>
        </a:p>
      </dgm:t>
    </dgm:pt>
    <dgm:pt modelId="{731F905F-A62C-4B57-9DE3-2C5A2FFFAA97}" type="parTrans" cxnId="{55523400-CC8E-4A55-8350-AE99AE94E832}">
      <dgm:prSet/>
      <dgm:spPr/>
      <dgm:t>
        <a:bodyPr/>
        <a:lstStyle/>
        <a:p>
          <a:endParaRPr lang="en-US"/>
        </a:p>
      </dgm:t>
    </dgm:pt>
    <dgm:pt modelId="{A42E4D80-7DE3-4903-87B9-88B13CF87721}" type="sibTrans" cxnId="{55523400-CC8E-4A55-8350-AE99AE94E832}">
      <dgm:prSet/>
      <dgm:spPr/>
      <dgm:t>
        <a:bodyPr/>
        <a:lstStyle/>
        <a:p>
          <a:endParaRPr lang="en-US"/>
        </a:p>
      </dgm:t>
    </dgm:pt>
    <dgm:pt modelId="{89C065A7-E6DB-44F0-8A0F-9D9E2EB20393}">
      <dgm:prSet/>
      <dgm:spPr/>
      <dgm:t>
        <a:bodyPr/>
        <a:lstStyle/>
        <a:p>
          <a:r>
            <a:rPr lang="en-US" dirty="0"/>
            <a:t>Intrusion Detection Systems (IDS) are required</a:t>
          </a:r>
        </a:p>
      </dgm:t>
    </dgm:pt>
    <dgm:pt modelId="{5A3DA665-2E56-4EAA-87BC-A47C7CF634C1}" type="parTrans" cxnId="{1B07EDC5-6821-4861-8127-E4A1B7B14021}">
      <dgm:prSet/>
      <dgm:spPr/>
      <dgm:t>
        <a:bodyPr/>
        <a:lstStyle/>
        <a:p>
          <a:endParaRPr lang="en-US"/>
        </a:p>
      </dgm:t>
    </dgm:pt>
    <dgm:pt modelId="{25C5CF33-68F6-43BC-82A3-B38A573FB778}" type="sibTrans" cxnId="{1B07EDC5-6821-4861-8127-E4A1B7B14021}">
      <dgm:prSet/>
      <dgm:spPr/>
      <dgm:t>
        <a:bodyPr/>
        <a:lstStyle/>
        <a:p>
          <a:endParaRPr lang="en-US"/>
        </a:p>
      </dgm:t>
    </dgm:pt>
    <dgm:pt modelId="{09244D15-24EE-437D-B11A-A54D4E63CB95}">
      <dgm:prSet/>
      <dgm:spPr/>
      <dgm:t>
        <a:bodyPr/>
        <a:lstStyle/>
        <a:p>
          <a:r>
            <a:rPr lang="en-US" dirty="0"/>
            <a:t>Edge devices have limited computational resources</a:t>
          </a:r>
        </a:p>
      </dgm:t>
    </dgm:pt>
    <dgm:pt modelId="{85E93D28-3230-4C09-983F-E9AF546F1334}" type="parTrans" cxnId="{B2281FFD-925E-4C23-A479-2A6847AC2A9E}">
      <dgm:prSet/>
      <dgm:spPr/>
      <dgm:t>
        <a:bodyPr/>
        <a:lstStyle/>
        <a:p>
          <a:endParaRPr lang="en-US"/>
        </a:p>
      </dgm:t>
    </dgm:pt>
    <dgm:pt modelId="{99E3DCB7-94C1-4634-A66A-C07EFEBC427B}" type="sibTrans" cxnId="{B2281FFD-925E-4C23-A479-2A6847AC2A9E}">
      <dgm:prSet/>
      <dgm:spPr/>
      <dgm:t>
        <a:bodyPr/>
        <a:lstStyle/>
        <a:p>
          <a:endParaRPr lang="en-US"/>
        </a:p>
      </dgm:t>
    </dgm:pt>
    <dgm:pt modelId="{F97F5DAE-2F6C-4ED4-BD5F-B63B89BCB717}" type="pres">
      <dgm:prSet presAssocID="{AD5AEBB4-D16F-4249-AC33-0A3E518B8777}" presName="root" presStyleCnt="0">
        <dgm:presLayoutVars>
          <dgm:dir/>
          <dgm:resizeHandles val="exact"/>
        </dgm:presLayoutVars>
      </dgm:prSet>
      <dgm:spPr/>
    </dgm:pt>
    <dgm:pt modelId="{704EE76E-0880-4183-B659-D3C4808ED852}" type="pres">
      <dgm:prSet presAssocID="{AD5AEBB4-D16F-4249-AC33-0A3E518B8777}" presName="container" presStyleCnt="0">
        <dgm:presLayoutVars>
          <dgm:dir/>
          <dgm:resizeHandles val="exact"/>
        </dgm:presLayoutVars>
      </dgm:prSet>
      <dgm:spPr/>
    </dgm:pt>
    <dgm:pt modelId="{28A67943-F957-4A59-9C31-5147D40C0B8D}" type="pres">
      <dgm:prSet presAssocID="{753FA6E6-80EC-4760-AD87-61E44CE23EBD}" presName="compNode" presStyleCnt="0"/>
      <dgm:spPr/>
    </dgm:pt>
    <dgm:pt modelId="{1A1F7723-56C7-4348-A02C-A56DD2DA08C9}" type="pres">
      <dgm:prSet presAssocID="{753FA6E6-80EC-4760-AD87-61E44CE23EBD}" presName="iconBgRect" presStyleLbl="bgShp" presStyleIdx="0" presStyleCnt="5"/>
      <dgm:spPr/>
    </dgm:pt>
    <dgm:pt modelId="{C550E1DA-4843-4493-BA37-4AA59412AE8C}" type="pres">
      <dgm:prSet presAssocID="{753FA6E6-80EC-4760-AD87-61E44CE23EBD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656B6D5-DF07-45F2-8C0A-01EEE87C7692}" type="pres">
      <dgm:prSet presAssocID="{753FA6E6-80EC-4760-AD87-61E44CE23EBD}" presName="spaceRect" presStyleCnt="0"/>
      <dgm:spPr/>
    </dgm:pt>
    <dgm:pt modelId="{12E89BDD-6F70-4FD6-BC67-0A50E1E8B241}" type="pres">
      <dgm:prSet presAssocID="{753FA6E6-80EC-4760-AD87-61E44CE23EBD}" presName="textRect" presStyleLbl="revTx" presStyleIdx="0" presStyleCnt="5">
        <dgm:presLayoutVars>
          <dgm:chMax val="1"/>
          <dgm:chPref val="1"/>
        </dgm:presLayoutVars>
      </dgm:prSet>
      <dgm:spPr/>
    </dgm:pt>
    <dgm:pt modelId="{47C0EAAF-87CD-48BD-8E5E-A8A93763AE6E}" type="pres">
      <dgm:prSet presAssocID="{736D7E8B-FCFF-4626-85C0-74BF889A921C}" presName="sibTrans" presStyleLbl="sibTrans2D1" presStyleIdx="0" presStyleCnt="0"/>
      <dgm:spPr/>
    </dgm:pt>
    <dgm:pt modelId="{664B2377-B2E6-4753-AC2A-741D87F23075}" type="pres">
      <dgm:prSet presAssocID="{D4BDB65D-FBD7-43E3-9D4F-A012D765BA31}" presName="compNode" presStyleCnt="0"/>
      <dgm:spPr/>
    </dgm:pt>
    <dgm:pt modelId="{6FA76021-CE82-406D-B6A7-1C9FBACA31EB}" type="pres">
      <dgm:prSet presAssocID="{D4BDB65D-FBD7-43E3-9D4F-A012D765BA31}" presName="iconBgRect" presStyleLbl="bgShp" presStyleIdx="1" presStyleCnt="5"/>
      <dgm:spPr/>
    </dgm:pt>
    <dgm:pt modelId="{3CAB9B65-6550-473B-B3BB-14C850000C02}" type="pres">
      <dgm:prSet presAssocID="{D4BDB65D-FBD7-43E3-9D4F-A012D765BA31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AC978435-B00D-4ED7-A2AE-E06AD72639B0}" type="pres">
      <dgm:prSet presAssocID="{D4BDB65D-FBD7-43E3-9D4F-A012D765BA31}" presName="spaceRect" presStyleCnt="0"/>
      <dgm:spPr/>
    </dgm:pt>
    <dgm:pt modelId="{ED6A64AE-55A1-4BF7-82E5-4B30F83A221C}" type="pres">
      <dgm:prSet presAssocID="{D4BDB65D-FBD7-43E3-9D4F-A012D765BA31}" presName="textRect" presStyleLbl="revTx" presStyleIdx="1" presStyleCnt="5">
        <dgm:presLayoutVars>
          <dgm:chMax val="1"/>
          <dgm:chPref val="1"/>
        </dgm:presLayoutVars>
      </dgm:prSet>
      <dgm:spPr/>
    </dgm:pt>
    <dgm:pt modelId="{C8D734BD-AE39-426B-835E-E8E21242F09A}" type="pres">
      <dgm:prSet presAssocID="{EE1CB50C-C220-4C1B-A32F-AB1307CD9218}" presName="sibTrans" presStyleLbl="sibTrans2D1" presStyleIdx="0" presStyleCnt="0"/>
      <dgm:spPr/>
    </dgm:pt>
    <dgm:pt modelId="{7B93E2C5-551B-4C86-AE01-FBD23F8542AC}" type="pres">
      <dgm:prSet presAssocID="{675B3BD2-0252-419A-8D09-6D89866F8260}" presName="compNode" presStyleCnt="0"/>
      <dgm:spPr/>
    </dgm:pt>
    <dgm:pt modelId="{5E9740CE-CD72-4265-BBEF-A1D955962F78}" type="pres">
      <dgm:prSet presAssocID="{675B3BD2-0252-419A-8D09-6D89866F8260}" presName="iconBgRect" presStyleLbl="bgShp" presStyleIdx="2" presStyleCnt="5"/>
      <dgm:spPr/>
    </dgm:pt>
    <dgm:pt modelId="{57ABA414-7AB7-4767-8517-A2B726610541}" type="pres">
      <dgm:prSet presAssocID="{675B3BD2-0252-419A-8D09-6D89866F8260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971E412E-B736-4589-9691-88C8993A4142}" type="pres">
      <dgm:prSet presAssocID="{675B3BD2-0252-419A-8D09-6D89866F8260}" presName="spaceRect" presStyleCnt="0"/>
      <dgm:spPr/>
    </dgm:pt>
    <dgm:pt modelId="{3DB01076-BA34-439E-B3CB-AAC926473647}" type="pres">
      <dgm:prSet presAssocID="{675B3BD2-0252-419A-8D09-6D89866F8260}" presName="textRect" presStyleLbl="revTx" presStyleIdx="2" presStyleCnt="5">
        <dgm:presLayoutVars>
          <dgm:chMax val="1"/>
          <dgm:chPref val="1"/>
        </dgm:presLayoutVars>
      </dgm:prSet>
      <dgm:spPr/>
    </dgm:pt>
    <dgm:pt modelId="{5F415210-A4ED-4A7A-9D16-9F3004515F75}" type="pres">
      <dgm:prSet presAssocID="{A42E4D80-7DE3-4903-87B9-88B13CF87721}" presName="sibTrans" presStyleLbl="sibTrans2D1" presStyleIdx="0" presStyleCnt="0"/>
      <dgm:spPr/>
    </dgm:pt>
    <dgm:pt modelId="{778D2B75-9E31-4A74-9A43-7EB72194DCC7}" type="pres">
      <dgm:prSet presAssocID="{89C065A7-E6DB-44F0-8A0F-9D9E2EB20393}" presName="compNode" presStyleCnt="0"/>
      <dgm:spPr/>
    </dgm:pt>
    <dgm:pt modelId="{0EF18254-A15B-46DD-9EDB-AEF651C5CF24}" type="pres">
      <dgm:prSet presAssocID="{89C065A7-E6DB-44F0-8A0F-9D9E2EB20393}" presName="iconBgRect" presStyleLbl="bgShp" presStyleIdx="3" presStyleCnt="5"/>
      <dgm:spPr/>
    </dgm:pt>
    <dgm:pt modelId="{832BA43B-0011-4390-91C2-60D986853E03}" type="pres">
      <dgm:prSet presAssocID="{89C065A7-E6DB-44F0-8A0F-9D9E2EB20393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curity Camera"/>
        </a:ext>
      </dgm:extLst>
    </dgm:pt>
    <dgm:pt modelId="{CF1307F8-B40A-4138-BD22-9ED824C0B8CA}" type="pres">
      <dgm:prSet presAssocID="{89C065A7-E6DB-44F0-8A0F-9D9E2EB20393}" presName="spaceRect" presStyleCnt="0"/>
      <dgm:spPr/>
    </dgm:pt>
    <dgm:pt modelId="{9FFEFFAE-F5F8-493D-9E6B-E39E5385ED47}" type="pres">
      <dgm:prSet presAssocID="{89C065A7-E6DB-44F0-8A0F-9D9E2EB20393}" presName="textRect" presStyleLbl="revTx" presStyleIdx="3" presStyleCnt="5">
        <dgm:presLayoutVars>
          <dgm:chMax val="1"/>
          <dgm:chPref val="1"/>
        </dgm:presLayoutVars>
      </dgm:prSet>
      <dgm:spPr/>
    </dgm:pt>
    <dgm:pt modelId="{3F4A0486-30CE-4F83-9E95-8B11D5B2BFAC}" type="pres">
      <dgm:prSet presAssocID="{25C5CF33-68F6-43BC-82A3-B38A573FB778}" presName="sibTrans" presStyleLbl="sibTrans2D1" presStyleIdx="0" presStyleCnt="0"/>
      <dgm:spPr/>
    </dgm:pt>
    <dgm:pt modelId="{6A291C5F-E879-4343-8025-48E968BEC016}" type="pres">
      <dgm:prSet presAssocID="{09244D15-24EE-437D-B11A-A54D4E63CB95}" presName="compNode" presStyleCnt="0"/>
      <dgm:spPr/>
    </dgm:pt>
    <dgm:pt modelId="{7025752F-46E7-41D4-AFCF-77FF2AEE2EDF}" type="pres">
      <dgm:prSet presAssocID="{09244D15-24EE-437D-B11A-A54D4E63CB95}" presName="iconBgRect" presStyleLbl="bgShp" presStyleIdx="4" presStyleCnt="5"/>
      <dgm:spPr/>
    </dgm:pt>
    <dgm:pt modelId="{1121A3F0-F37D-4D57-BCE1-9225D58AC1BA}" type="pres">
      <dgm:prSet presAssocID="{09244D15-24EE-437D-B11A-A54D4E63CB95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5470C677-2834-46F8-9B5D-2B02EDBF17BB}" type="pres">
      <dgm:prSet presAssocID="{09244D15-24EE-437D-B11A-A54D4E63CB95}" presName="spaceRect" presStyleCnt="0"/>
      <dgm:spPr/>
    </dgm:pt>
    <dgm:pt modelId="{785451D9-F02D-4E9A-B706-22B3C205FA9B}" type="pres">
      <dgm:prSet presAssocID="{09244D15-24EE-437D-B11A-A54D4E63CB95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5523400-CC8E-4A55-8350-AE99AE94E832}" srcId="{AD5AEBB4-D16F-4249-AC33-0A3E518B8777}" destId="{675B3BD2-0252-419A-8D09-6D89866F8260}" srcOrd="2" destOrd="0" parTransId="{731F905F-A62C-4B57-9DE3-2C5A2FFFAA97}" sibTransId="{A42E4D80-7DE3-4903-87B9-88B13CF87721}"/>
    <dgm:cxn modelId="{0990DD12-AEE4-481B-B658-A72E6098C78C}" type="presOf" srcId="{AD5AEBB4-D16F-4249-AC33-0A3E518B8777}" destId="{F97F5DAE-2F6C-4ED4-BD5F-B63B89BCB717}" srcOrd="0" destOrd="0" presId="urn:microsoft.com/office/officeart/2018/2/layout/IconCircleList"/>
    <dgm:cxn modelId="{9A305C20-0F33-47AE-858E-4A7FA3CA1D74}" type="presOf" srcId="{25C5CF33-68F6-43BC-82A3-B38A573FB778}" destId="{3F4A0486-30CE-4F83-9E95-8B11D5B2BFAC}" srcOrd="0" destOrd="0" presId="urn:microsoft.com/office/officeart/2018/2/layout/IconCircleList"/>
    <dgm:cxn modelId="{59771027-F542-4289-BB91-D5C4B0D170D9}" type="presOf" srcId="{09244D15-24EE-437D-B11A-A54D4E63CB95}" destId="{785451D9-F02D-4E9A-B706-22B3C205FA9B}" srcOrd="0" destOrd="0" presId="urn:microsoft.com/office/officeart/2018/2/layout/IconCircleList"/>
    <dgm:cxn modelId="{D82E742D-9494-4AFA-A05A-7F1CADAD4D92}" type="presOf" srcId="{A42E4D80-7DE3-4903-87B9-88B13CF87721}" destId="{5F415210-A4ED-4A7A-9D16-9F3004515F75}" srcOrd="0" destOrd="0" presId="urn:microsoft.com/office/officeart/2018/2/layout/IconCircleList"/>
    <dgm:cxn modelId="{E8AD3835-BD25-496A-9A79-EEA75A2440A7}" type="presOf" srcId="{753FA6E6-80EC-4760-AD87-61E44CE23EBD}" destId="{12E89BDD-6F70-4FD6-BC67-0A50E1E8B241}" srcOrd="0" destOrd="0" presId="urn:microsoft.com/office/officeart/2018/2/layout/IconCircleList"/>
    <dgm:cxn modelId="{E5AA4F65-59E9-4B63-A850-2AB60A156725}" type="presOf" srcId="{675B3BD2-0252-419A-8D09-6D89866F8260}" destId="{3DB01076-BA34-439E-B3CB-AAC926473647}" srcOrd="0" destOrd="0" presId="urn:microsoft.com/office/officeart/2018/2/layout/IconCircleList"/>
    <dgm:cxn modelId="{D59ED377-B5C4-499D-BB1E-DB5E0A288EE0}" type="presOf" srcId="{736D7E8B-FCFF-4626-85C0-74BF889A921C}" destId="{47C0EAAF-87CD-48BD-8E5E-A8A93763AE6E}" srcOrd="0" destOrd="0" presId="urn:microsoft.com/office/officeart/2018/2/layout/IconCircleList"/>
    <dgm:cxn modelId="{B3846C78-33FF-4A76-AE90-9C75459A34A2}" type="presOf" srcId="{D4BDB65D-FBD7-43E3-9D4F-A012D765BA31}" destId="{ED6A64AE-55A1-4BF7-82E5-4B30F83A221C}" srcOrd="0" destOrd="0" presId="urn:microsoft.com/office/officeart/2018/2/layout/IconCircleList"/>
    <dgm:cxn modelId="{6797F67C-522F-48A0-94CF-2E6A04898B64}" srcId="{AD5AEBB4-D16F-4249-AC33-0A3E518B8777}" destId="{753FA6E6-80EC-4760-AD87-61E44CE23EBD}" srcOrd="0" destOrd="0" parTransId="{997CA735-10F7-4F50-A428-ED8D65691DA1}" sibTransId="{736D7E8B-FCFF-4626-85C0-74BF889A921C}"/>
    <dgm:cxn modelId="{1B07EDC5-6821-4861-8127-E4A1B7B14021}" srcId="{AD5AEBB4-D16F-4249-AC33-0A3E518B8777}" destId="{89C065A7-E6DB-44F0-8A0F-9D9E2EB20393}" srcOrd="3" destOrd="0" parTransId="{5A3DA665-2E56-4EAA-87BC-A47C7CF634C1}" sibTransId="{25C5CF33-68F6-43BC-82A3-B38A573FB778}"/>
    <dgm:cxn modelId="{75B8B4D5-315A-4801-8774-48D3546DF4CA}" type="presOf" srcId="{89C065A7-E6DB-44F0-8A0F-9D9E2EB20393}" destId="{9FFEFFAE-F5F8-493D-9E6B-E39E5385ED47}" srcOrd="0" destOrd="0" presId="urn:microsoft.com/office/officeart/2018/2/layout/IconCircleList"/>
    <dgm:cxn modelId="{081D8FDE-8400-41CB-B4ED-E6CED464FC83}" srcId="{AD5AEBB4-D16F-4249-AC33-0A3E518B8777}" destId="{D4BDB65D-FBD7-43E3-9D4F-A012D765BA31}" srcOrd="1" destOrd="0" parTransId="{40845A10-B951-4816-9456-E397B0D1DE81}" sibTransId="{EE1CB50C-C220-4C1B-A32F-AB1307CD9218}"/>
    <dgm:cxn modelId="{06ECC4F3-F847-4C4D-B693-2180767690C2}" type="presOf" srcId="{EE1CB50C-C220-4C1B-A32F-AB1307CD9218}" destId="{C8D734BD-AE39-426B-835E-E8E21242F09A}" srcOrd="0" destOrd="0" presId="urn:microsoft.com/office/officeart/2018/2/layout/IconCircleList"/>
    <dgm:cxn modelId="{B2281FFD-925E-4C23-A479-2A6847AC2A9E}" srcId="{AD5AEBB4-D16F-4249-AC33-0A3E518B8777}" destId="{09244D15-24EE-437D-B11A-A54D4E63CB95}" srcOrd="4" destOrd="0" parTransId="{85E93D28-3230-4C09-983F-E9AF546F1334}" sibTransId="{99E3DCB7-94C1-4634-A66A-C07EFEBC427B}"/>
    <dgm:cxn modelId="{A2972411-FCBA-4117-8C92-42D3ED16EEE1}" type="presParOf" srcId="{F97F5DAE-2F6C-4ED4-BD5F-B63B89BCB717}" destId="{704EE76E-0880-4183-B659-D3C4808ED852}" srcOrd="0" destOrd="0" presId="urn:microsoft.com/office/officeart/2018/2/layout/IconCircleList"/>
    <dgm:cxn modelId="{46721FA8-5655-439E-877F-0B8BB1AF5E0E}" type="presParOf" srcId="{704EE76E-0880-4183-B659-D3C4808ED852}" destId="{28A67943-F957-4A59-9C31-5147D40C0B8D}" srcOrd="0" destOrd="0" presId="urn:microsoft.com/office/officeart/2018/2/layout/IconCircleList"/>
    <dgm:cxn modelId="{8CE70F4F-5DF8-4D4F-BEED-A00C0F4BE693}" type="presParOf" srcId="{28A67943-F957-4A59-9C31-5147D40C0B8D}" destId="{1A1F7723-56C7-4348-A02C-A56DD2DA08C9}" srcOrd="0" destOrd="0" presId="urn:microsoft.com/office/officeart/2018/2/layout/IconCircleList"/>
    <dgm:cxn modelId="{F268392F-7F3C-4848-B644-8DD5333B8C9E}" type="presParOf" srcId="{28A67943-F957-4A59-9C31-5147D40C0B8D}" destId="{C550E1DA-4843-4493-BA37-4AA59412AE8C}" srcOrd="1" destOrd="0" presId="urn:microsoft.com/office/officeart/2018/2/layout/IconCircleList"/>
    <dgm:cxn modelId="{099324DC-AEAE-47C0-B590-13EB5ABD9D04}" type="presParOf" srcId="{28A67943-F957-4A59-9C31-5147D40C0B8D}" destId="{2656B6D5-DF07-45F2-8C0A-01EEE87C7692}" srcOrd="2" destOrd="0" presId="urn:microsoft.com/office/officeart/2018/2/layout/IconCircleList"/>
    <dgm:cxn modelId="{A9921201-3694-42F9-9E7A-1E5E66EB0C90}" type="presParOf" srcId="{28A67943-F957-4A59-9C31-5147D40C0B8D}" destId="{12E89BDD-6F70-4FD6-BC67-0A50E1E8B241}" srcOrd="3" destOrd="0" presId="urn:microsoft.com/office/officeart/2018/2/layout/IconCircleList"/>
    <dgm:cxn modelId="{C05DFB1F-1589-436C-A83C-4D8CC809502A}" type="presParOf" srcId="{704EE76E-0880-4183-B659-D3C4808ED852}" destId="{47C0EAAF-87CD-48BD-8E5E-A8A93763AE6E}" srcOrd="1" destOrd="0" presId="urn:microsoft.com/office/officeart/2018/2/layout/IconCircleList"/>
    <dgm:cxn modelId="{7AC3DACC-0D38-4EBC-BA0F-3855D61423AD}" type="presParOf" srcId="{704EE76E-0880-4183-B659-D3C4808ED852}" destId="{664B2377-B2E6-4753-AC2A-741D87F23075}" srcOrd="2" destOrd="0" presId="urn:microsoft.com/office/officeart/2018/2/layout/IconCircleList"/>
    <dgm:cxn modelId="{743F182B-AB94-4621-8BA4-6116178018AE}" type="presParOf" srcId="{664B2377-B2E6-4753-AC2A-741D87F23075}" destId="{6FA76021-CE82-406D-B6A7-1C9FBACA31EB}" srcOrd="0" destOrd="0" presId="urn:microsoft.com/office/officeart/2018/2/layout/IconCircleList"/>
    <dgm:cxn modelId="{B74FEB89-0F78-4AA0-8076-6E8E0E58F32D}" type="presParOf" srcId="{664B2377-B2E6-4753-AC2A-741D87F23075}" destId="{3CAB9B65-6550-473B-B3BB-14C850000C02}" srcOrd="1" destOrd="0" presId="urn:microsoft.com/office/officeart/2018/2/layout/IconCircleList"/>
    <dgm:cxn modelId="{5515F2CB-7257-44DC-A8B6-C0FA14FC3D7D}" type="presParOf" srcId="{664B2377-B2E6-4753-AC2A-741D87F23075}" destId="{AC978435-B00D-4ED7-A2AE-E06AD72639B0}" srcOrd="2" destOrd="0" presId="urn:microsoft.com/office/officeart/2018/2/layout/IconCircleList"/>
    <dgm:cxn modelId="{7CACBD10-D6D8-4C2E-92F2-34684D1F0F74}" type="presParOf" srcId="{664B2377-B2E6-4753-AC2A-741D87F23075}" destId="{ED6A64AE-55A1-4BF7-82E5-4B30F83A221C}" srcOrd="3" destOrd="0" presId="urn:microsoft.com/office/officeart/2018/2/layout/IconCircleList"/>
    <dgm:cxn modelId="{E3C84FFA-28C6-4242-B051-B7E948D7E511}" type="presParOf" srcId="{704EE76E-0880-4183-B659-D3C4808ED852}" destId="{C8D734BD-AE39-426B-835E-E8E21242F09A}" srcOrd="3" destOrd="0" presId="urn:microsoft.com/office/officeart/2018/2/layout/IconCircleList"/>
    <dgm:cxn modelId="{F1011950-AD58-4E1E-98FE-BF4EE5FE9856}" type="presParOf" srcId="{704EE76E-0880-4183-B659-D3C4808ED852}" destId="{7B93E2C5-551B-4C86-AE01-FBD23F8542AC}" srcOrd="4" destOrd="0" presId="urn:microsoft.com/office/officeart/2018/2/layout/IconCircleList"/>
    <dgm:cxn modelId="{B7286958-42FA-41B0-A33E-ED6F7907FD4C}" type="presParOf" srcId="{7B93E2C5-551B-4C86-AE01-FBD23F8542AC}" destId="{5E9740CE-CD72-4265-BBEF-A1D955962F78}" srcOrd="0" destOrd="0" presId="urn:microsoft.com/office/officeart/2018/2/layout/IconCircleList"/>
    <dgm:cxn modelId="{F59C6084-6B2D-4622-9759-A9AA52E2E07F}" type="presParOf" srcId="{7B93E2C5-551B-4C86-AE01-FBD23F8542AC}" destId="{57ABA414-7AB7-4767-8517-A2B726610541}" srcOrd="1" destOrd="0" presId="urn:microsoft.com/office/officeart/2018/2/layout/IconCircleList"/>
    <dgm:cxn modelId="{E2107482-CFE6-4D45-9B8D-13ACB07E74F1}" type="presParOf" srcId="{7B93E2C5-551B-4C86-AE01-FBD23F8542AC}" destId="{971E412E-B736-4589-9691-88C8993A4142}" srcOrd="2" destOrd="0" presId="urn:microsoft.com/office/officeart/2018/2/layout/IconCircleList"/>
    <dgm:cxn modelId="{CD983D2A-7118-41BB-B905-F6FC7CDE4508}" type="presParOf" srcId="{7B93E2C5-551B-4C86-AE01-FBD23F8542AC}" destId="{3DB01076-BA34-439E-B3CB-AAC926473647}" srcOrd="3" destOrd="0" presId="urn:microsoft.com/office/officeart/2018/2/layout/IconCircleList"/>
    <dgm:cxn modelId="{A0A5B7B3-8016-47F7-A410-539D207A6196}" type="presParOf" srcId="{704EE76E-0880-4183-B659-D3C4808ED852}" destId="{5F415210-A4ED-4A7A-9D16-9F3004515F75}" srcOrd="5" destOrd="0" presId="urn:microsoft.com/office/officeart/2018/2/layout/IconCircleList"/>
    <dgm:cxn modelId="{EB9E5D95-FB12-45B1-A63A-72931F17453F}" type="presParOf" srcId="{704EE76E-0880-4183-B659-D3C4808ED852}" destId="{778D2B75-9E31-4A74-9A43-7EB72194DCC7}" srcOrd="6" destOrd="0" presId="urn:microsoft.com/office/officeart/2018/2/layout/IconCircleList"/>
    <dgm:cxn modelId="{DFC63B04-584A-4378-8043-21223B2AADE1}" type="presParOf" srcId="{778D2B75-9E31-4A74-9A43-7EB72194DCC7}" destId="{0EF18254-A15B-46DD-9EDB-AEF651C5CF24}" srcOrd="0" destOrd="0" presId="urn:microsoft.com/office/officeart/2018/2/layout/IconCircleList"/>
    <dgm:cxn modelId="{67A43D4F-529B-4ECB-A308-08C28A9717D5}" type="presParOf" srcId="{778D2B75-9E31-4A74-9A43-7EB72194DCC7}" destId="{832BA43B-0011-4390-91C2-60D986853E03}" srcOrd="1" destOrd="0" presId="urn:microsoft.com/office/officeart/2018/2/layout/IconCircleList"/>
    <dgm:cxn modelId="{661FD9D9-9D84-4AF9-912B-C5F89CB8493A}" type="presParOf" srcId="{778D2B75-9E31-4A74-9A43-7EB72194DCC7}" destId="{CF1307F8-B40A-4138-BD22-9ED824C0B8CA}" srcOrd="2" destOrd="0" presId="urn:microsoft.com/office/officeart/2018/2/layout/IconCircleList"/>
    <dgm:cxn modelId="{4F307E28-B2F3-493A-9E36-6B1AF7B1414C}" type="presParOf" srcId="{778D2B75-9E31-4A74-9A43-7EB72194DCC7}" destId="{9FFEFFAE-F5F8-493D-9E6B-E39E5385ED47}" srcOrd="3" destOrd="0" presId="urn:microsoft.com/office/officeart/2018/2/layout/IconCircleList"/>
    <dgm:cxn modelId="{28B0C93F-2979-41EF-99A4-051498583ED6}" type="presParOf" srcId="{704EE76E-0880-4183-B659-D3C4808ED852}" destId="{3F4A0486-30CE-4F83-9E95-8B11D5B2BFAC}" srcOrd="7" destOrd="0" presId="urn:microsoft.com/office/officeart/2018/2/layout/IconCircleList"/>
    <dgm:cxn modelId="{227B76C6-F8F0-4F8A-A24E-5F0CB4BEA92E}" type="presParOf" srcId="{704EE76E-0880-4183-B659-D3C4808ED852}" destId="{6A291C5F-E879-4343-8025-48E968BEC016}" srcOrd="8" destOrd="0" presId="urn:microsoft.com/office/officeart/2018/2/layout/IconCircleList"/>
    <dgm:cxn modelId="{BF03BBC3-98E4-469B-86C6-E3CE037CC080}" type="presParOf" srcId="{6A291C5F-E879-4343-8025-48E968BEC016}" destId="{7025752F-46E7-41D4-AFCF-77FF2AEE2EDF}" srcOrd="0" destOrd="0" presId="urn:microsoft.com/office/officeart/2018/2/layout/IconCircleList"/>
    <dgm:cxn modelId="{B6A5FF4C-59DE-4A02-B4DB-342B2BE1F5C9}" type="presParOf" srcId="{6A291C5F-E879-4343-8025-48E968BEC016}" destId="{1121A3F0-F37D-4D57-BCE1-9225D58AC1BA}" srcOrd="1" destOrd="0" presId="urn:microsoft.com/office/officeart/2018/2/layout/IconCircleList"/>
    <dgm:cxn modelId="{C405114E-A115-4F1B-BC97-BC55DB886F6C}" type="presParOf" srcId="{6A291C5F-E879-4343-8025-48E968BEC016}" destId="{5470C677-2834-46F8-9B5D-2B02EDBF17BB}" srcOrd="2" destOrd="0" presId="urn:microsoft.com/office/officeart/2018/2/layout/IconCircleList"/>
    <dgm:cxn modelId="{9AEBDFB8-1900-47B6-AA8F-8DBC1FAA2B79}" type="presParOf" srcId="{6A291C5F-E879-4343-8025-48E968BEC016}" destId="{785451D9-F02D-4E9A-B706-22B3C205FA9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A4916D-7DCD-40D5-8BD3-DCE5674F79AF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C77D05D-7ECD-470C-994F-3ED80D38F416}">
      <dgm:prSet/>
      <dgm:spPr/>
      <dgm:t>
        <a:bodyPr/>
        <a:lstStyle/>
        <a:p>
          <a:r>
            <a:rPr lang="en-US"/>
            <a:t>IDS types: Signature-based, ML/DL-based</a:t>
          </a:r>
        </a:p>
      </dgm:t>
    </dgm:pt>
    <dgm:pt modelId="{1D511BD1-AE99-46DA-A972-AD1B00D5AD63}" type="parTrans" cxnId="{5DF21E04-D6EC-4BA1-A527-13AD3B783025}">
      <dgm:prSet/>
      <dgm:spPr/>
      <dgm:t>
        <a:bodyPr/>
        <a:lstStyle/>
        <a:p>
          <a:endParaRPr lang="en-US"/>
        </a:p>
      </dgm:t>
    </dgm:pt>
    <dgm:pt modelId="{CEB900CF-EE72-49CC-86B7-8282564177D4}" type="sibTrans" cxnId="{5DF21E04-D6EC-4BA1-A527-13AD3B783025}">
      <dgm:prSet/>
      <dgm:spPr/>
      <dgm:t>
        <a:bodyPr/>
        <a:lstStyle/>
        <a:p>
          <a:endParaRPr lang="en-US"/>
        </a:p>
      </dgm:t>
    </dgm:pt>
    <dgm:pt modelId="{16F21481-9EAA-462F-B9CF-790B62A6F651}">
      <dgm:prSet/>
      <dgm:spPr/>
      <dgm:t>
        <a:bodyPr/>
        <a:lstStyle/>
        <a:p>
          <a:r>
            <a:rPr lang="en-US"/>
            <a:t>Deployment: Edge-based, Cloud-based, Hybrid</a:t>
          </a:r>
        </a:p>
      </dgm:t>
    </dgm:pt>
    <dgm:pt modelId="{B94C2162-5478-4F77-8C0C-68DCE28EA1E8}" type="parTrans" cxnId="{8FCEB910-0915-469E-8FC4-CBCD2417ECC4}">
      <dgm:prSet/>
      <dgm:spPr/>
      <dgm:t>
        <a:bodyPr/>
        <a:lstStyle/>
        <a:p>
          <a:endParaRPr lang="en-US"/>
        </a:p>
      </dgm:t>
    </dgm:pt>
    <dgm:pt modelId="{D31F04B6-C194-40CE-8CEC-1698A4E486D2}" type="sibTrans" cxnId="{8FCEB910-0915-469E-8FC4-CBCD2417ECC4}">
      <dgm:prSet/>
      <dgm:spPr/>
      <dgm:t>
        <a:bodyPr/>
        <a:lstStyle/>
        <a:p>
          <a:endParaRPr lang="en-US"/>
        </a:p>
      </dgm:t>
    </dgm:pt>
    <dgm:pt modelId="{0D087EA8-8FB3-4A03-B511-CF76474334D0}">
      <dgm:prSet/>
      <dgm:spPr/>
      <dgm:t>
        <a:bodyPr/>
        <a:lstStyle/>
        <a:p>
          <a:r>
            <a:rPr lang="en-US"/>
            <a:t>Existing methods: Lightweight ML, Federated Learning, Split Learning</a:t>
          </a:r>
        </a:p>
      </dgm:t>
    </dgm:pt>
    <dgm:pt modelId="{EE07AD03-F736-4523-85B0-8A3D2F82E902}" type="parTrans" cxnId="{233499AE-60E5-4396-BAE8-8F6454AE668D}">
      <dgm:prSet/>
      <dgm:spPr/>
      <dgm:t>
        <a:bodyPr/>
        <a:lstStyle/>
        <a:p>
          <a:endParaRPr lang="en-US"/>
        </a:p>
      </dgm:t>
    </dgm:pt>
    <dgm:pt modelId="{AB70CCD3-3CF4-4F8E-B203-CB78DC227FC4}" type="sibTrans" cxnId="{233499AE-60E5-4396-BAE8-8F6454AE668D}">
      <dgm:prSet/>
      <dgm:spPr/>
      <dgm:t>
        <a:bodyPr/>
        <a:lstStyle/>
        <a:p>
          <a:endParaRPr lang="en-US"/>
        </a:p>
      </dgm:t>
    </dgm:pt>
    <dgm:pt modelId="{3B3B8EFB-359E-46EC-BB04-F6BD1D2255FF}">
      <dgm:prSet/>
      <dgm:spPr/>
      <dgm:t>
        <a:bodyPr/>
        <a:lstStyle/>
        <a:p>
          <a:r>
            <a:rPr lang="en-US"/>
            <a:t>Limitations: Accuracy vs Deployability trade-off</a:t>
          </a:r>
        </a:p>
      </dgm:t>
    </dgm:pt>
    <dgm:pt modelId="{865651CE-1ED2-44E7-80C0-F96EDE769044}" type="parTrans" cxnId="{58CAAC71-94CA-46B4-BD3F-6CE3127F8927}">
      <dgm:prSet/>
      <dgm:spPr/>
      <dgm:t>
        <a:bodyPr/>
        <a:lstStyle/>
        <a:p>
          <a:endParaRPr lang="en-US"/>
        </a:p>
      </dgm:t>
    </dgm:pt>
    <dgm:pt modelId="{1DBAE32E-5BCA-4AA1-B6B3-FFBB03D410A5}" type="sibTrans" cxnId="{58CAAC71-94CA-46B4-BD3F-6CE3127F8927}">
      <dgm:prSet/>
      <dgm:spPr/>
      <dgm:t>
        <a:bodyPr/>
        <a:lstStyle/>
        <a:p>
          <a:endParaRPr lang="en-US"/>
        </a:p>
      </dgm:t>
    </dgm:pt>
    <dgm:pt modelId="{53E6F531-77D6-7141-9EFB-4571A43779F6}" type="pres">
      <dgm:prSet presAssocID="{A7A4916D-7DCD-40D5-8BD3-DCE5674F79AF}" presName="linear" presStyleCnt="0">
        <dgm:presLayoutVars>
          <dgm:animLvl val="lvl"/>
          <dgm:resizeHandles val="exact"/>
        </dgm:presLayoutVars>
      </dgm:prSet>
      <dgm:spPr/>
    </dgm:pt>
    <dgm:pt modelId="{C7F9EE4A-24A5-9345-A119-B8C816C07A13}" type="pres">
      <dgm:prSet presAssocID="{7C77D05D-7ECD-470C-994F-3ED80D38F41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0AD4C45-23FA-9147-9F2A-A84DF7AA8A69}" type="pres">
      <dgm:prSet presAssocID="{CEB900CF-EE72-49CC-86B7-8282564177D4}" presName="spacer" presStyleCnt="0"/>
      <dgm:spPr/>
    </dgm:pt>
    <dgm:pt modelId="{1F0EC540-2480-1E43-BCE3-AF33D505527A}" type="pres">
      <dgm:prSet presAssocID="{16F21481-9EAA-462F-B9CF-790B62A6F65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9B6CF020-D6CA-F74A-9270-4F167FD77186}" type="pres">
      <dgm:prSet presAssocID="{D31F04B6-C194-40CE-8CEC-1698A4E486D2}" presName="spacer" presStyleCnt="0"/>
      <dgm:spPr/>
    </dgm:pt>
    <dgm:pt modelId="{98EE8CE7-EF04-D046-B422-7EA045CA0264}" type="pres">
      <dgm:prSet presAssocID="{0D087EA8-8FB3-4A03-B511-CF76474334D0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58AB61F-3233-4744-824D-6B6562003F44}" type="pres">
      <dgm:prSet presAssocID="{AB70CCD3-3CF4-4F8E-B203-CB78DC227FC4}" presName="spacer" presStyleCnt="0"/>
      <dgm:spPr/>
    </dgm:pt>
    <dgm:pt modelId="{8FB4E67D-BF61-244E-8F96-A5B784349BED}" type="pres">
      <dgm:prSet presAssocID="{3B3B8EFB-359E-46EC-BB04-F6BD1D2255FF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5DF21E04-D6EC-4BA1-A527-13AD3B783025}" srcId="{A7A4916D-7DCD-40D5-8BD3-DCE5674F79AF}" destId="{7C77D05D-7ECD-470C-994F-3ED80D38F416}" srcOrd="0" destOrd="0" parTransId="{1D511BD1-AE99-46DA-A972-AD1B00D5AD63}" sibTransId="{CEB900CF-EE72-49CC-86B7-8282564177D4}"/>
    <dgm:cxn modelId="{8FCEB910-0915-469E-8FC4-CBCD2417ECC4}" srcId="{A7A4916D-7DCD-40D5-8BD3-DCE5674F79AF}" destId="{16F21481-9EAA-462F-B9CF-790B62A6F651}" srcOrd="1" destOrd="0" parTransId="{B94C2162-5478-4F77-8C0C-68DCE28EA1E8}" sibTransId="{D31F04B6-C194-40CE-8CEC-1698A4E486D2}"/>
    <dgm:cxn modelId="{6744D513-2712-F544-8F2D-61BD4A1AE18A}" type="presOf" srcId="{A7A4916D-7DCD-40D5-8BD3-DCE5674F79AF}" destId="{53E6F531-77D6-7141-9EFB-4571A43779F6}" srcOrd="0" destOrd="0" presId="urn:microsoft.com/office/officeart/2005/8/layout/vList2"/>
    <dgm:cxn modelId="{58CAAC71-94CA-46B4-BD3F-6CE3127F8927}" srcId="{A7A4916D-7DCD-40D5-8BD3-DCE5674F79AF}" destId="{3B3B8EFB-359E-46EC-BB04-F6BD1D2255FF}" srcOrd="3" destOrd="0" parTransId="{865651CE-1ED2-44E7-80C0-F96EDE769044}" sibTransId="{1DBAE32E-5BCA-4AA1-B6B3-FFBB03D410A5}"/>
    <dgm:cxn modelId="{233499AE-60E5-4396-BAE8-8F6454AE668D}" srcId="{A7A4916D-7DCD-40D5-8BD3-DCE5674F79AF}" destId="{0D087EA8-8FB3-4A03-B511-CF76474334D0}" srcOrd="2" destOrd="0" parTransId="{EE07AD03-F736-4523-85B0-8A3D2F82E902}" sibTransId="{AB70CCD3-3CF4-4F8E-B203-CB78DC227FC4}"/>
    <dgm:cxn modelId="{404B3BCA-BFEF-BC49-8E1D-B8F7EC425330}" type="presOf" srcId="{16F21481-9EAA-462F-B9CF-790B62A6F651}" destId="{1F0EC540-2480-1E43-BCE3-AF33D505527A}" srcOrd="0" destOrd="0" presId="urn:microsoft.com/office/officeart/2005/8/layout/vList2"/>
    <dgm:cxn modelId="{C75EE7D5-A989-A747-9E71-4FF1D0042A80}" type="presOf" srcId="{7C77D05D-7ECD-470C-994F-3ED80D38F416}" destId="{C7F9EE4A-24A5-9345-A119-B8C816C07A13}" srcOrd="0" destOrd="0" presId="urn:microsoft.com/office/officeart/2005/8/layout/vList2"/>
    <dgm:cxn modelId="{D4B31EDB-8B6A-2143-A9D6-69BE69CC2148}" type="presOf" srcId="{3B3B8EFB-359E-46EC-BB04-F6BD1D2255FF}" destId="{8FB4E67D-BF61-244E-8F96-A5B784349BED}" srcOrd="0" destOrd="0" presId="urn:microsoft.com/office/officeart/2005/8/layout/vList2"/>
    <dgm:cxn modelId="{7B100FDC-5EFB-E146-969E-03824F018314}" type="presOf" srcId="{0D087EA8-8FB3-4A03-B511-CF76474334D0}" destId="{98EE8CE7-EF04-D046-B422-7EA045CA0264}" srcOrd="0" destOrd="0" presId="urn:microsoft.com/office/officeart/2005/8/layout/vList2"/>
    <dgm:cxn modelId="{63549D73-DC43-0F43-88B0-03388302885F}" type="presParOf" srcId="{53E6F531-77D6-7141-9EFB-4571A43779F6}" destId="{C7F9EE4A-24A5-9345-A119-B8C816C07A13}" srcOrd="0" destOrd="0" presId="urn:microsoft.com/office/officeart/2005/8/layout/vList2"/>
    <dgm:cxn modelId="{DA1FC843-4743-2B4D-B77C-BCB41BE314DA}" type="presParOf" srcId="{53E6F531-77D6-7141-9EFB-4571A43779F6}" destId="{C0AD4C45-23FA-9147-9F2A-A84DF7AA8A69}" srcOrd="1" destOrd="0" presId="urn:microsoft.com/office/officeart/2005/8/layout/vList2"/>
    <dgm:cxn modelId="{AF660E4B-378C-314E-A467-5B0C2D7D829D}" type="presParOf" srcId="{53E6F531-77D6-7141-9EFB-4571A43779F6}" destId="{1F0EC540-2480-1E43-BCE3-AF33D505527A}" srcOrd="2" destOrd="0" presId="urn:microsoft.com/office/officeart/2005/8/layout/vList2"/>
    <dgm:cxn modelId="{625E0BE3-A57A-7540-90A6-42FBC2751C6B}" type="presParOf" srcId="{53E6F531-77D6-7141-9EFB-4571A43779F6}" destId="{9B6CF020-D6CA-F74A-9270-4F167FD77186}" srcOrd="3" destOrd="0" presId="urn:microsoft.com/office/officeart/2005/8/layout/vList2"/>
    <dgm:cxn modelId="{5852E6A2-F520-A249-9940-C00164B949B3}" type="presParOf" srcId="{53E6F531-77D6-7141-9EFB-4571A43779F6}" destId="{98EE8CE7-EF04-D046-B422-7EA045CA0264}" srcOrd="4" destOrd="0" presId="urn:microsoft.com/office/officeart/2005/8/layout/vList2"/>
    <dgm:cxn modelId="{801EFA4B-5585-0E4B-A409-F2B85E17672A}" type="presParOf" srcId="{53E6F531-77D6-7141-9EFB-4571A43779F6}" destId="{C58AB61F-3233-4744-824D-6B6562003F44}" srcOrd="5" destOrd="0" presId="urn:microsoft.com/office/officeart/2005/8/layout/vList2"/>
    <dgm:cxn modelId="{A839DE2A-012B-014A-AF06-A905A907B7C9}" type="presParOf" srcId="{53E6F531-77D6-7141-9EFB-4571A43779F6}" destId="{8FB4E67D-BF61-244E-8F96-A5B784349BE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8C8EA44-32E8-4BB9-9706-C70B2994E556}" type="doc">
      <dgm:prSet loTypeId="urn:microsoft.com/office/officeart/2008/layout/LinedList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50723CC5-3A93-4E4F-93A2-ECA050206A0F}">
      <dgm:prSet/>
      <dgm:spPr/>
      <dgm:t>
        <a:bodyPr/>
        <a:lstStyle/>
        <a:p>
          <a:r>
            <a:rPr lang="en-US" dirty="0"/>
            <a:t>Edge devices are resource-constrained</a:t>
          </a:r>
        </a:p>
      </dgm:t>
    </dgm:pt>
    <dgm:pt modelId="{5E93BCD6-8D88-42D9-8F82-06554AB4DF02}" type="parTrans" cxnId="{2180E8A5-638B-4FD7-91EA-256A01477C23}">
      <dgm:prSet/>
      <dgm:spPr/>
      <dgm:t>
        <a:bodyPr/>
        <a:lstStyle/>
        <a:p>
          <a:endParaRPr lang="en-US"/>
        </a:p>
      </dgm:t>
    </dgm:pt>
    <dgm:pt modelId="{844A1471-0184-4802-91F9-FF6D6ACD0253}" type="sibTrans" cxnId="{2180E8A5-638B-4FD7-91EA-256A01477C23}">
      <dgm:prSet/>
      <dgm:spPr/>
      <dgm:t>
        <a:bodyPr/>
        <a:lstStyle/>
        <a:p>
          <a:endParaRPr lang="en-US"/>
        </a:p>
      </dgm:t>
    </dgm:pt>
    <dgm:pt modelId="{8F86A94D-F07F-4F17-A278-06A04DA69D35}">
      <dgm:prSet/>
      <dgm:spPr/>
      <dgm:t>
        <a:bodyPr/>
        <a:lstStyle/>
        <a:p>
          <a:r>
            <a:rPr lang="en-US" dirty="0"/>
            <a:t>Existing IDS: too simple or too complex</a:t>
          </a:r>
        </a:p>
      </dgm:t>
    </dgm:pt>
    <dgm:pt modelId="{8DBFB700-680C-42D5-8028-483D4546D3E8}" type="parTrans" cxnId="{D2DB49FC-09E2-47F2-B830-672A36CE161A}">
      <dgm:prSet/>
      <dgm:spPr/>
      <dgm:t>
        <a:bodyPr/>
        <a:lstStyle/>
        <a:p>
          <a:endParaRPr lang="en-US"/>
        </a:p>
      </dgm:t>
    </dgm:pt>
    <dgm:pt modelId="{CFF52903-3AAE-4AE3-93D3-F0CB486B0356}" type="sibTrans" cxnId="{D2DB49FC-09E2-47F2-B830-672A36CE161A}">
      <dgm:prSet/>
      <dgm:spPr/>
      <dgm:t>
        <a:bodyPr/>
        <a:lstStyle/>
        <a:p>
          <a:endParaRPr lang="en-US"/>
        </a:p>
      </dgm:t>
    </dgm:pt>
    <dgm:pt modelId="{656F42E7-E453-41A1-9B7A-18D777F86DB4}">
      <dgm:prSet/>
      <dgm:spPr/>
      <dgm:t>
        <a:bodyPr/>
        <a:lstStyle/>
        <a:p>
          <a:r>
            <a:rPr lang="en-US" dirty="0"/>
            <a:t>Lack of evaluation under realistic edge constraints</a:t>
          </a:r>
        </a:p>
      </dgm:t>
    </dgm:pt>
    <dgm:pt modelId="{90B09AC9-06A3-45CA-938D-B5DFEC0F649A}" type="parTrans" cxnId="{B98CD9FD-8EA5-450C-BF39-42274D7CC0A4}">
      <dgm:prSet/>
      <dgm:spPr/>
      <dgm:t>
        <a:bodyPr/>
        <a:lstStyle/>
        <a:p>
          <a:endParaRPr lang="en-US"/>
        </a:p>
      </dgm:t>
    </dgm:pt>
    <dgm:pt modelId="{4D3261FB-7C04-4E43-BC5D-C5287FA3E577}" type="sibTrans" cxnId="{B98CD9FD-8EA5-450C-BF39-42274D7CC0A4}">
      <dgm:prSet/>
      <dgm:spPr/>
      <dgm:t>
        <a:bodyPr/>
        <a:lstStyle/>
        <a:p>
          <a:endParaRPr lang="en-US"/>
        </a:p>
      </dgm:t>
    </dgm:pt>
    <dgm:pt modelId="{4E12FF82-C1DE-4461-990E-7B1984FC7A17}">
      <dgm:prSet/>
      <dgm:spPr/>
      <dgm:t>
        <a:bodyPr/>
        <a:lstStyle/>
        <a:p>
          <a:r>
            <a:rPr lang="en-US" dirty="0"/>
            <a:t>Evaluate Feature Selection, PCA, Autoencoder</a:t>
          </a:r>
        </a:p>
      </dgm:t>
    </dgm:pt>
    <dgm:pt modelId="{DAF78EF6-5874-4A9E-AF59-9CB1E3EAE637}" type="parTrans" cxnId="{DECD197C-E42E-408A-90AB-EDD206F7E924}">
      <dgm:prSet/>
      <dgm:spPr/>
      <dgm:t>
        <a:bodyPr/>
        <a:lstStyle/>
        <a:p>
          <a:endParaRPr lang="en-US"/>
        </a:p>
      </dgm:t>
    </dgm:pt>
    <dgm:pt modelId="{012F8652-077A-4189-9EE8-BBE99F2EBF6A}" type="sibTrans" cxnId="{DECD197C-E42E-408A-90AB-EDD206F7E924}">
      <dgm:prSet/>
      <dgm:spPr/>
      <dgm:t>
        <a:bodyPr/>
        <a:lstStyle/>
        <a:p>
          <a:endParaRPr lang="en-US"/>
        </a:p>
      </dgm:t>
    </dgm:pt>
    <dgm:pt modelId="{96CFCA9E-6DF3-4FFF-8101-0B541B993E0C}">
      <dgm:prSet/>
      <dgm:spPr/>
      <dgm:t>
        <a:bodyPr/>
        <a:lstStyle/>
        <a:p>
          <a:r>
            <a:rPr lang="en-US" dirty="0"/>
            <a:t>Compare accuracy, resource usage, and efficiency</a:t>
          </a:r>
        </a:p>
      </dgm:t>
    </dgm:pt>
    <dgm:pt modelId="{16490F86-8361-447C-9976-DC5C867A6127}" type="parTrans" cxnId="{54311BB6-40C3-4541-BF51-01B3E6BEBD4D}">
      <dgm:prSet/>
      <dgm:spPr/>
      <dgm:t>
        <a:bodyPr/>
        <a:lstStyle/>
        <a:p>
          <a:endParaRPr lang="en-US"/>
        </a:p>
      </dgm:t>
    </dgm:pt>
    <dgm:pt modelId="{6C8C88E6-AF20-4FAE-82C0-2D91CDA0F991}" type="sibTrans" cxnId="{54311BB6-40C3-4541-BF51-01B3E6BEBD4D}">
      <dgm:prSet/>
      <dgm:spPr/>
      <dgm:t>
        <a:bodyPr/>
        <a:lstStyle/>
        <a:p>
          <a:endParaRPr lang="en-US"/>
        </a:p>
      </dgm:t>
    </dgm:pt>
    <dgm:pt modelId="{6189DA5C-7A32-7342-8BB5-83768BA8B7C9}" type="pres">
      <dgm:prSet presAssocID="{08C8EA44-32E8-4BB9-9706-C70B2994E556}" presName="vert0" presStyleCnt="0">
        <dgm:presLayoutVars>
          <dgm:dir/>
          <dgm:animOne val="branch"/>
          <dgm:animLvl val="lvl"/>
        </dgm:presLayoutVars>
      </dgm:prSet>
      <dgm:spPr/>
    </dgm:pt>
    <dgm:pt modelId="{EB1CD87E-BDB6-7D4E-83B8-1985B336725A}" type="pres">
      <dgm:prSet presAssocID="{50723CC5-3A93-4E4F-93A2-ECA050206A0F}" presName="thickLine" presStyleLbl="alignNode1" presStyleIdx="0" presStyleCnt="5"/>
      <dgm:spPr/>
    </dgm:pt>
    <dgm:pt modelId="{D5003080-FF12-7842-9319-F3CE2205F382}" type="pres">
      <dgm:prSet presAssocID="{50723CC5-3A93-4E4F-93A2-ECA050206A0F}" presName="horz1" presStyleCnt="0"/>
      <dgm:spPr/>
    </dgm:pt>
    <dgm:pt modelId="{451943A9-4B2E-8643-9F82-46AB8F8C8C0D}" type="pres">
      <dgm:prSet presAssocID="{50723CC5-3A93-4E4F-93A2-ECA050206A0F}" presName="tx1" presStyleLbl="revTx" presStyleIdx="0" presStyleCnt="5"/>
      <dgm:spPr/>
    </dgm:pt>
    <dgm:pt modelId="{C706C71F-F3D4-9E41-9C2B-AF9EB0C1F270}" type="pres">
      <dgm:prSet presAssocID="{50723CC5-3A93-4E4F-93A2-ECA050206A0F}" presName="vert1" presStyleCnt="0"/>
      <dgm:spPr/>
    </dgm:pt>
    <dgm:pt modelId="{6B5CD33D-1D2F-4047-A669-5AD9B427EF6F}" type="pres">
      <dgm:prSet presAssocID="{8F86A94D-F07F-4F17-A278-06A04DA69D35}" presName="thickLine" presStyleLbl="alignNode1" presStyleIdx="1" presStyleCnt="5"/>
      <dgm:spPr/>
    </dgm:pt>
    <dgm:pt modelId="{BE1F0D83-6CD3-2140-955E-2F520E321907}" type="pres">
      <dgm:prSet presAssocID="{8F86A94D-F07F-4F17-A278-06A04DA69D35}" presName="horz1" presStyleCnt="0"/>
      <dgm:spPr/>
    </dgm:pt>
    <dgm:pt modelId="{FA9A5176-9CDF-904B-917F-AA24F0ECEE2E}" type="pres">
      <dgm:prSet presAssocID="{8F86A94D-F07F-4F17-A278-06A04DA69D35}" presName="tx1" presStyleLbl="revTx" presStyleIdx="1" presStyleCnt="5"/>
      <dgm:spPr/>
    </dgm:pt>
    <dgm:pt modelId="{65537EBF-2EB2-6847-A4F1-543055A8C139}" type="pres">
      <dgm:prSet presAssocID="{8F86A94D-F07F-4F17-A278-06A04DA69D35}" presName="vert1" presStyleCnt="0"/>
      <dgm:spPr/>
    </dgm:pt>
    <dgm:pt modelId="{AC01D1BA-EE5F-3647-8F3D-4F0A5480D565}" type="pres">
      <dgm:prSet presAssocID="{656F42E7-E453-41A1-9B7A-18D777F86DB4}" presName="thickLine" presStyleLbl="alignNode1" presStyleIdx="2" presStyleCnt="5"/>
      <dgm:spPr/>
    </dgm:pt>
    <dgm:pt modelId="{46DC8800-C197-BF48-8BFC-4B724E846F47}" type="pres">
      <dgm:prSet presAssocID="{656F42E7-E453-41A1-9B7A-18D777F86DB4}" presName="horz1" presStyleCnt="0"/>
      <dgm:spPr/>
    </dgm:pt>
    <dgm:pt modelId="{C90E72A5-4961-284E-8B8F-AAF57A2CA365}" type="pres">
      <dgm:prSet presAssocID="{656F42E7-E453-41A1-9B7A-18D777F86DB4}" presName="tx1" presStyleLbl="revTx" presStyleIdx="2" presStyleCnt="5"/>
      <dgm:spPr/>
    </dgm:pt>
    <dgm:pt modelId="{9CB226E6-25BC-9240-B6B6-0CCF3D51D089}" type="pres">
      <dgm:prSet presAssocID="{656F42E7-E453-41A1-9B7A-18D777F86DB4}" presName="vert1" presStyleCnt="0"/>
      <dgm:spPr/>
    </dgm:pt>
    <dgm:pt modelId="{FBD20709-6416-B04D-9E91-6A0F2552117B}" type="pres">
      <dgm:prSet presAssocID="{4E12FF82-C1DE-4461-990E-7B1984FC7A17}" presName="thickLine" presStyleLbl="alignNode1" presStyleIdx="3" presStyleCnt="5"/>
      <dgm:spPr/>
    </dgm:pt>
    <dgm:pt modelId="{1F4B41D1-D539-3F40-8737-247BB179A559}" type="pres">
      <dgm:prSet presAssocID="{4E12FF82-C1DE-4461-990E-7B1984FC7A17}" presName="horz1" presStyleCnt="0"/>
      <dgm:spPr/>
    </dgm:pt>
    <dgm:pt modelId="{E2BF05FF-D419-AC45-9C50-0F068387A02C}" type="pres">
      <dgm:prSet presAssocID="{4E12FF82-C1DE-4461-990E-7B1984FC7A17}" presName="tx1" presStyleLbl="revTx" presStyleIdx="3" presStyleCnt="5"/>
      <dgm:spPr/>
    </dgm:pt>
    <dgm:pt modelId="{69C9CF79-9539-1745-9413-3332951E7B40}" type="pres">
      <dgm:prSet presAssocID="{4E12FF82-C1DE-4461-990E-7B1984FC7A17}" presName="vert1" presStyleCnt="0"/>
      <dgm:spPr/>
    </dgm:pt>
    <dgm:pt modelId="{06887228-C35F-014B-B2E1-AFBA4FC272FE}" type="pres">
      <dgm:prSet presAssocID="{96CFCA9E-6DF3-4FFF-8101-0B541B993E0C}" presName="thickLine" presStyleLbl="alignNode1" presStyleIdx="4" presStyleCnt="5"/>
      <dgm:spPr/>
    </dgm:pt>
    <dgm:pt modelId="{3E25EC1B-B515-1D4F-884A-BF03A4BE2D3D}" type="pres">
      <dgm:prSet presAssocID="{96CFCA9E-6DF3-4FFF-8101-0B541B993E0C}" presName="horz1" presStyleCnt="0"/>
      <dgm:spPr/>
    </dgm:pt>
    <dgm:pt modelId="{BD4FA398-840B-4848-AC96-875F18CC58CF}" type="pres">
      <dgm:prSet presAssocID="{96CFCA9E-6DF3-4FFF-8101-0B541B993E0C}" presName="tx1" presStyleLbl="revTx" presStyleIdx="4" presStyleCnt="5"/>
      <dgm:spPr/>
    </dgm:pt>
    <dgm:pt modelId="{A47006B5-FB72-4448-B096-9F7CC7EE5892}" type="pres">
      <dgm:prSet presAssocID="{96CFCA9E-6DF3-4FFF-8101-0B541B993E0C}" presName="vert1" presStyleCnt="0"/>
      <dgm:spPr/>
    </dgm:pt>
  </dgm:ptLst>
  <dgm:cxnLst>
    <dgm:cxn modelId="{FB9E2914-F007-2B4E-BF5E-1E99D0965C2C}" type="presOf" srcId="{4E12FF82-C1DE-4461-990E-7B1984FC7A17}" destId="{E2BF05FF-D419-AC45-9C50-0F068387A02C}" srcOrd="0" destOrd="0" presId="urn:microsoft.com/office/officeart/2008/layout/LinedList"/>
    <dgm:cxn modelId="{E089C438-2C31-054F-86A1-C8F71463FF43}" type="presOf" srcId="{96CFCA9E-6DF3-4FFF-8101-0B541B993E0C}" destId="{BD4FA398-840B-4848-AC96-875F18CC58CF}" srcOrd="0" destOrd="0" presId="urn:microsoft.com/office/officeart/2008/layout/LinedList"/>
    <dgm:cxn modelId="{DECD197C-E42E-408A-90AB-EDD206F7E924}" srcId="{08C8EA44-32E8-4BB9-9706-C70B2994E556}" destId="{4E12FF82-C1DE-4461-990E-7B1984FC7A17}" srcOrd="3" destOrd="0" parTransId="{DAF78EF6-5874-4A9E-AF59-9CB1E3EAE637}" sibTransId="{012F8652-077A-4189-9EE8-BBE99F2EBF6A}"/>
    <dgm:cxn modelId="{0748E39B-1D6D-E340-8FB0-A8D26EFD83F2}" type="presOf" srcId="{8F86A94D-F07F-4F17-A278-06A04DA69D35}" destId="{FA9A5176-9CDF-904B-917F-AA24F0ECEE2E}" srcOrd="0" destOrd="0" presId="urn:microsoft.com/office/officeart/2008/layout/LinedList"/>
    <dgm:cxn modelId="{2180E8A5-638B-4FD7-91EA-256A01477C23}" srcId="{08C8EA44-32E8-4BB9-9706-C70B2994E556}" destId="{50723CC5-3A93-4E4F-93A2-ECA050206A0F}" srcOrd="0" destOrd="0" parTransId="{5E93BCD6-8D88-42D9-8F82-06554AB4DF02}" sibTransId="{844A1471-0184-4802-91F9-FF6D6ACD0253}"/>
    <dgm:cxn modelId="{54311BB6-40C3-4541-BF51-01B3E6BEBD4D}" srcId="{08C8EA44-32E8-4BB9-9706-C70B2994E556}" destId="{96CFCA9E-6DF3-4FFF-8101-0B541B993E0C}" srcOrd="4" destOrd="0" parTransId="{16490F86-8361-447C-9976-DC5C867A6127}" sibTransId="{6C8C88E6-AF20-4FAE-82C0-2D91CDA0F991}"/>
    <dgm:cxn modelId="{555248B6-0E85-6D47-9D2E-94580DBD918B}" type="presOf" srcId="{656F42E7-E453-41A1-9B7A-18D777F86DB4}" destId="{C90E72A5-4961-284E-8B8F-AAF57A2CA365}" srcOrd="0" destOrd="0" presId="urn:microsoft.com/office/officeart/2008/layout/LinedList"/>
    <dgm:cxn modelId="{8B9C84C5-536B-2449-9238-516DFE8504F7}" type="presOf" srcId="{08C8EA44-32E8-4BB9-9706-C70B2994E556}" destId="{6189DA5C-7A32-7342-8BB5-83768BA8B7C9}" srcOrd="0" destOrd="0" presId="urn:microsoft.com/office/officeart/2008/layout/LinedList"/>
    <dgm:cxn modelId="{75996EC8-EDFE-9841-870A-293541BF1850}" type="presOf" srcId="{50723CC5-3A93-4E4F-93A2-ECA050206A0F}" destId="{451943A9-4B2E-8643-9F82-46AB8F8C8C0D}" srcOrd="0" destOrd="0" presId="urn:microsoft.com/office/officeart/2008/layout/LinedList"/>
    <dgm:cxn modelId="{D2DB49FC-09E2-47F2-B830-672A36CE161A}" srcId="{08C8EA44-32E8-4BB9-9706-C70B2994E556}" destId="{8F86A94D-F07F-4F17-A278-06A04DA69D35}" srcOrd="1" destOrd="0" parTransId="{8DBFB700-680C-42D5-8028-483D4546D3E8}" sibTransId="{CFF52903-3AAE-4AE3-93D3-F0CB486B0356}"/>
    <dgm:cxn modelId="{B98CD9FD-8EA5-450C-BF39-42274D7CC0A4}" srcId="{08C8EA44-32E8-4BB9-9706-C70B2994E556}" destId="{656F42E7-E453-41A1-9B7A-18D777F86DB4}" srcOrd="2" destOrd="0" parTransId="{90B09AC9-06A3-45CA-938D-B5DFEC0F649A}" sibTransId="{4D3261FB-7C04-4E43-BC5D-C5287FA3E577}"/>
    <dgm:cxn modelId="{70AAAF15-99E1-354E-B422-4E261ACCDD63}" type="presParOf" srcId="{6189DA5C-7A32-7342-8BB5-83768BA8B7C9}" destId="{EB1CD87E-BDB6-7D4E-83B8-1985B336725A}" srcOrd="0" destOrd="0" presId="urn:microsoft.com/office/officeart/2008/layout/LinedList"/>
    <dgm:cxn modelId="{BD063F4E-9BFC-3B4F-A280-0E5DA75134BB}" type="presParOf" srcId="{6189DA5C-7A32-7342-8BB5-83768BA8B7C9}" destId="{D5003080-FF12-7842-9319-F3CE2205F382}" srcOrd="1" destOrd="0" presId="urn:microsoft.com/office/officeart/2008/layout/LinedList"/>
    <dgm:cxn modelId="{E5ED0855-3ABF-5743-AA92-FAD3D530C44D}" type="presParOf" srcId="{D5003080-FF12-7842-9319-F3CE2205F382}" destId="{451943A9-4B2E-8643-9F82-46AB8F8C8C0D}" srcOrd="0" destOrd="0" presId="urn:microsoft.com/office/officeart/2008/layout/LinedList"/>
    <dgm:cxn modelId="{D11AE9A3-B1E8-2644-93B3-4E3247D7FF0E}" type="presParOf" srcId="{D5003080-FF12-7842-9319-F3CE2205F382}" destId="{C706C71F-F3D4-9E41-9C2B-AF9EB0C1F270}" srcOrd="1" destOrd="0" presId="urn:microsoft.com/office/officeart/2008/layout/LinedList"/>
    <dgm:cxn modelId="{A3E3C0F7-1B10-6544-8197-A67F29E8FC09}" type="presParOf" srcId="{6189DA5C-7A32-7342-8BB5-83768BA8B7C9}" destId="{6B5CD33D-1D2F-4047-A669-5AD9B427EF6F}" srcOrd="2" destOrd="0" presId="urn:microsoft.com/office/officeart/2008/layout/LinedList"/>
    <dgm:cxn modelId="{0617BB48-3A50-FC45-99D6-15D51F974E48}" type="presParOf" srcId="{6189DA5C-7A32-7342-8BB5-83768BA8B7C9}" destId="{BE1F0D83-6CD3-2140-955E-2F520E321907}" srcOrd="3" destOrd="0" presId="urn:microsoft.com/office/officeart/2008/layout/LinedList"/>
    <dgm:cxn modelId="{2E1AF8E6-45B1-B341-A1CB-4F1CAA12C077}" type="presParOf" srcId="{BE1F0D83-6CD3-2140-955E-2F520E321907}" destId="{FA9A5176-9CDF-904B-917F-AA24F0ECEE2E}" srcOrd="0" destOrd="0" presId="urn:microsoft.com/office/officeart/2008/layout/LinedList"/>
    <dgm:cxn modelId="{DAA6B3F3-1242-6D4D-9E13-E212B34E0221}" type="presParOf" srcId="{BE1F0D83-6CD3-2140-955E-2F520E321907}" destId="{65537EBF-2EB2-6847-A4F1-543055A8C139}" srcOrd="1" destOrd="0" presId="urn:microsoft.com/office/officeart/2008/layout/LinedList"/>
    <dgm:cxn modelId="{875DD499-7F22-004D-A91B-FBD334444A35}" type="presParOf" srcId="{6189DA5C-7A32-7342-8BB5-83768BA8B7C9}" destId="{AC01D1BA-EE5F-3647-8F3D-4F0A5480D565}" srcOrd="4" destOrd="0" presId="urn:microsoft.com/office/officeart/2008/layout/LinedList"/>
    <dgm:cxn modelId="{8B5A307D-7142-1442-A5D8-4880442CBFC3}" type="presParOf" srcId="{6189DA5C-7A32-7342-8BB5-83768BA8B7C9}" destId="{46DC8800-C197-BF48-8BFC-4B724E846F47}" srcOrd="5" destOrd="0" presId="urn:microsoft.com/office/officeart/2008/layout/LinedList"/>
    <dgm:cxn modelId="{84B9AC2D-86BF-3F48-A572-45F297DE6487}" type="presParOf" srcId="{46DC8800-C197-BF48-8BFC-4B724E846F47}" destId="{C90E72A5-4961-284E-8B8F-AAF57A2CA365}" srcOrd="0" destOrd="0" presId="urn:microsoft.com/office/officeart/2008/layout/LinedList"/>
    <dgm:cxn modelId="{ACD043AA-EFF3-B744-9DBE-1EA87228487F}" type="presParOf" srcId="{46DC8800-C197-BF48-8BFC-4B724E846F47}" destId="{9CB226E6-25BC-9240-B6B6-0CCF3D51D089}" srcOrd="1" destOrd="0" presId="urn:microsoft.com/office/officeart/2008/layout/LinedList"/>
    <dgm:cxn modelId="{13FD27F4-A845-5141-8704-E7034E52354D}" type="presParOf" srcId="{6189DA5C-7A32-7342-8BB5-83768BA8B7C9}" destId="{FBD20709-6416-B04D-9E91-6A0F2552117B}" srcOrd="6" destOrd="0" presId="urn:microsoft.com/office/officeart/2008/layout/LinedList"/>
    <dgm:cxn modelId="{F723B166-DDBC-494D-8415-05679D0AB9AC}" type="presParOf" srcId="{6189DA5C-7A32-7342-8BB5-83768BA8B7C9}" destId="{1F4B41D1-D539-3F40-8737-247BB179A559}" srcOrd="7" destOrd="0" presId="urn:microsoft.com/office/officeart/2008/layout/LinedList"/>
    <dgm:cxn modelId="{6B2D6FCB-60C9-3D47-A394-80636A0DF920}" type="presParOf" srcId="{1F4B41D1-D539-3F40-8737-247BB179A559}" destId="{E2BF05FF-D419-AC45-9C50-0F068387A02C}" srcOrd="0" destOrd="0" presId="urn:microsoft.com/office/officeart/2008/layout/LinedList"/>
    <dgm:cxn modelId="{28AE7B59-31BD-6F42-94BF-9571C80AEF72}" type="presParOf" srcId="{1F4B41D1-D539-3F40-8737-247BB179A559}" destId="{69C9CF79-9539-1745-9413-3332951E7B40}" srcOrd="1" destOrd="0" presId="urn:microsoft.com/office/officeart/2008/layout/LinedList"/>
    <dgm:cxn modelId="{5F79F1ED-E2AF-7342-BC55-33F3A3A4B70D}" type="presParOf" srcId="{6189DA5C-7A32-7342-8BB5-83768BA8B7C9}" destId="{06887228-C35F-014B-B2E1-AFBA4FC272FE}" srcOrd="8" destOrd="0" presId="urn:microsoft.com/office/officeart/2008/layout/LinedList"/>
    <dgm:cxn modelId="{BB25D438-8A56-B44F-933C-0B7FC9268C2E}" type="presParOf" srcId="{6189DA5C-7A32-7342-8BB5-83768BA8B7C9}" destId="{3E25EC1B-B515-1D4F-884A-BF03A4BE2D3D}" srcOrd="9" destOrd="0" presId="urn:microsoft.com/office/officeart/2008/layout/LinedList"/>
    <dgm:cxn modelId="{F28D2E17-CE5A-1545-B2C2-1C1225C3734A}" type="presParOf" srcId="{3E25EC1B-B515-1D4F-884A-BF03A4BE2D3D}" destId="{BD4FA398-840B-4848-AC96-875F18CC58CF}" srcOrd="0" destOrd="0" presId="urn:microsoft.com/office/officeart/2008/layout/LinedList"/>
    <dgm:cxn modelId="{F37255ED-C90D-E34E-A23E-5D27A6C79F7F}" type="presParOf" srcId="{3E25EC1B-B515-1D4F-884A-BF03A4BE2D3D}" destId="{A47006B5-FB72-4448-B096-9F7CC7EE58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1F7723-56C7-4348-A02C-A56DD2DA08C9}">
      <dsp:nvSpPr>
        <dsp:cNvPr id="0" name=""/>
        <dsp:cNvSpPr/>
      </dsp:nvSpPr>
      <dsp:spPr>
        <a:xfrm>
          <a:off x="616935" y="1100"/>
          <a:ext cx="921683" cy="92168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50E1DA-4843-4493-BA37-4AA59412AE8C}">
      <dsp:nvSpPr>
        <dsp:cNvPr id="0" name=""/>
        <dsp:cNvSpPr/>
      </dsp:nvSpPr>
      <dsp:spPr>
        <a:xfrm>
          <a:off x="810488" y="194654"/>
          <a:ext cx="534576" cy="5345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E89BDD-6F70-4FD6-BC67-0A50E1E8B241}">
      <dsp:nvSpPr>
        <dsp:cNvPr id="0" name=""/>
        <dsp:cNvSpPr/>
      </dsp:nvSpPr>
      <dsp:spPr>
        <a:xfrm>
          <a:off x="1736122" y="110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IoMT systems generate sensitive medical data</a:t>
          </a:r>
        </a:p>
      </dsp:txBody>
      <dsp:txXfrm>
        <a:off x="1736122" y="1100"/>
        <a:ext cx="2172539" cy="921683"/>
      </dsp:txXfrm>
    </dsp:sp>
    <dsp:sp modelId="{6FA76021-CE82-406D-B6A7-1C9FBACA31EB}">
      <dsp:nvSpPr>
        <dsp:cNvPr id="0" name=""/>
        <dsp:cNvSpPr/>
      </dsp:nvSpPr>
      <dsp:spPr>
        <a:xfrm>
          <a:off x="4287209" y="1100"/>
          <a:ext cx="921683" cy="92168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AB9B65-6550-473B-B3BB-14C850000C02}">
      <dsp:nvSpPr>
        <dsp:cNvPr id="0" name=""/>
        <dsp:cNvSpPr/>
      </dsp:nvSpPr>
      <dsp:spPr>
        <a:xfrm>
          <a:off x="4480763" y="194654"/>
          <a:ext cx="534576" cy="5345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6A64AE-55A1-4BF7-82E5-4B30F83A221C}">
      <dsp:nvSpPr>
        <dsp:cNvPr id="0" name=""/>
        <dsp:cNvSpPr/>
      </dsp:nvSpPr>
      <dsp:spPr>
        <a:xfrm>
          <a:off x="5406396" y="110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Edge gateways act as critical nodes</a:t>
          </a:r>
        </a:p>
      </dsp:txBody>
      <dsp:txXfrm>
        <a:off x="5406396" y="1100"/>
        <a:ext cx="2172539" cy="921683"/>
      </dsp:txXfrm>
    </dsp:sp>
    <dsp:sp modelId="{5E9740CE-CD72-4265-BBEF-A1D955962F78}">
      <dsp:nvSpPr>
        <dsp:cNvPr id="0" name=""/>
        <dsp:cNvSpPr/>
      </dsp:nvSpPr>
      <dsp:spPr>
        <a:xfrm>
          <a:off x="616935" y="1635560"/>
          <a:ext cx="921683" cy="92168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ABA414-7AB7-4767-8517-A2B726610541}">
      <dsp:nvSpPr>
        <dsp:cNvPr id="0" name=""/>
        <dsp:cNvSpPr/>
      </dsp:nvSpPr>
      <dsp:spPr>
        <a:xfrm>
          <a:off x="810488" y="1829114"/>
          <a:ext cx="534576" cy="5345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B01076-BA34-439E-B3CB-AAC926473647}">
      <dsp:nvSpPr>
        <dsp:cNvPr id="0" name=""/>
        <dsp:cNvSpPr/>
      </dsp:nvSpPr>
      <dsp:spPr>
        <a:xfrm>
          <a:off x="1736122" y="163556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Gateways are vulnerable to cyber attacks</a:t>
          </a:r>
        </a:p>
      </dsp:txBody>
      <dsp:txXfrm>
        <a:off x="1736122" y="1635560"/>
        <a:ext cx="2172539" cy="921683"/>
      </dsp:txXfrm>
    </dsp:sp>
    <dsp:sp modelId="{0EF18254-A15B-46DD-9EDB-AEF651C5CF24}">
      <dsp:nvSpPr>
        <dsp:cNvPr id="0" name=""/>
        <dsp:cNvSpPr/>
      </dsp:nvSpPr>
      <dsp:spPr>
        <a:xfrm>
          <a:off x="4287209" y="1635560"/>
          <a:ext cx="921683" cy="92168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2BA43B-0011-4390-91C2-60D986853E03}">
      <dsp:nvSpPr>
        <dsp:cNvPr id="0" name=""/>
        <dsp:cNvSpPr/>
      </dsp:nvSpPr>
      <dsp:spPr>
        <a:xfrm>
          <a:off x="4480763" y="1829114"/>
          <a:ext cx="534576" cy="5345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FEFFAE-F5F8-493D-9E6B-E39E5385ED47}">
      <dsp:nvSpPr>
        <dsp:cNvPr id="0" name=""/>
        <dsp:cNvSpPr/>
      </dsp:nvSpPr>
      <dsp:spPr>
        <a:xfrm>
          <a:off x="5406396" y="163556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Intrusion Detection Systems (IDS) are required</a:t>
          </a:r>
        </a:p>
      </dsp:txBody>
      <dsp:txXfrm>
        <a:off x="5406396" y="1635560"/>
        <a:ext cx="2172539" cy="921683"/>
      </dsp:txXfrm>
    </dsp:sp>
    <dsp:sp modelId="{7025752F-46E7-41D4-AFCF-77FF2AEE2EDF}">
      <dsp:nvSpPr>
        <dsp:cNvPr id="0" name=""/>
        <dsp:cNvSpPr/>
      </dsp:nvSpPr>
      <dsp:spPr>
        <a:xfrm>
          <a:off x="616935" y="3270020"/>
          <a:ext cx="921683" cy="92168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21A3F0-F37D-4D57-BCE1-9225D58AC1BA}">
      <dsp:nvSpPr>
        <dsp:cNvPr id="0" name=""/>
        <dsp:cNvSpPr/>
      </dsp:nvSpPr>
      <dsp:spPr>
        <a:xfrm>
          <a:off x="810488" y="3463574"/>
          <a:ext cx="534576" cy="5345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5451D9-F02D-4E9A-B706-22B3C205FA9B}">
      <dsp:nvSpPr>
        <dsp:cNvPr id="0" name=""/>
        <dsp:cNvSpPr/>
      </dsp:nvSpPr>
      <dsp:spPr>
        <a:xfrm>
          <a:off x="1736122" y="327002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Edge devices have limited computational resources</a:t>
          </a:r>
        </a:p>
      </dsp:txBody>
      <dsp:txXfrm>
        <a:off x="1736122" y="3270020"/>
        <a:ext cx="2172539" cy="92168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F9EE4A-24A5-9345-A119-B8C816C07A13}">
      <dsp:nvSpPr>
        <dsp:cNvPr id="0" name=""/>
        <dsp:cNvSpPr/>
      </dsp:nvSpPr>
      <dsp:spPr>
        <a:xfrm>
          <a:off x="0" y="546079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IDS types: Signature-based, ML/DL-based</a:t>
          </a:r>
        </a:p>
      </dsp:txBody>
      <dsp:txXfrm>
        <a:off x="50489" y="596568"/>
        <a:ext cx="4899146" cy="933302"/>
      </dsp:txXfrm>
    </dsp:sp>
    <dsp:sp modelId="{1F0EC540-2480-1E43-BCE3-AF33D505527A}">
      <dsp:nvSpPr>
        <dsp:cNvPr id="0" name=""/>
        <dsp:cNvSpPr/>
      </dsp:nvSpPr>
      <dsp:spPr>
        <a:xfrm>
          <a:off x="0" y="1655239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-3311292"/>
                <a:satOff val="13270"/>
                <a:lumOff val="2876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3311292"/>
                <a:satOff val="13270"/>
                <a:lumOff val="2876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Deployment: Edge-based, Cloud-based, Hybrid</a:t>
          </a:r>
        </a:p>
      </dsp:txBody>
      <dsp:txXfrm>
        <a:off x="50489" y="1705728"/>
        <a:ext cx="4899146" cy="933302"/>
      </dsp:txXfrm>
    </dsp:sp>
    <dsp:sp modelId="{98EE8CE7-EF04-D046-B422-7EA045CA0264}">
      <dsp:nvSpPr>
        <dsp:cNvPr id="0" name=""/>
        <dsp:cNvSpPr/>
      </dsp:nvSpPr>
      <dsp:spPr>
        <a:xfrm>
          <a:off x="0" y="2764400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-6622584"/>
                <a:satOff val="26541"/>
                <a:lumOff val="5752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6622584"/>
                <a:satOff val="26541"/>
                <a:lumOff val="5752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Existing methods: Lightweight ML, Federated Learning, Split Learning</a:t>
          </a:r>
        </a:p>
      </dsp:txBody>
      <dsp:txXfrm>
        <a:off x="50489" y="2814889"/>
        <a:ext cx="4899146" cy="933302"/>
      </dsp:txXfrm>
    </dsp:sp>
    <dsp:sp modelId="{8FB4E67D-BF61-244E-8F96-A5B784349BED}">
      <dsp:nvSpPr>
        <dsp:cNvPr id="0" name=""/>
        <dsp:cNvSpPr/>
      </dsp:nvSpPr>
      <dsp:spPr>
        <a:xfrm>
          <a:off x="0" y="3873560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Limitations: Accuracy vs Deployability trade-off</a:t>
          </a:r>
        </a:p>
      </dsp:txBody>
      <dsp:txXfrm>
        <a:off x="50489" y="3924049"/>
        <a:ext cx="4899146" cy="93330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1CD87E-BDB6-7D4E-83B8-1985B336725A}">
      <dsp:nvSpPr>
        <dsp:cNvPr id="0" name=""/>
        <dsp:cNvSpPr/>
      </dsp:nvSpPr>
      <dsp:spPr>
        <a:xfrm>
          <a:off x="0" y="665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51943A9-4B2E-8643-9F82-46AB8F8C8C0D}">
      <dsp:nvSpPr>
        <dsp:cNvPr id="0" name=""/>
        <dsp:cNvSpPr/>
      </dsp:nvSpPr>
      <dsp:spPr>
        <a:xfrm>
          <a:off x="0" y="665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Edge devices are resource-constrained</a:t>
          </a:r>
        </a:p>
      </dsp:txBody>
      <dsp:txXfrm>
        <a:off x="0" y="665"/>
        <a:ext cx="5000124" cy="1090517"/>
      </dsp:txXfrm>
    </dsp:sp>
    <dsp:sp modelId="{6B5CD33D-1D2F-4047-A669-5AD9B427EF6F}">
      <dsp:nvSpPr>
        <dsp:cNvPr id="0" name=""/>
        <dsp:cNvSpPr/>
      </dsp:nvSpPr>
      <dsp:spPr>
        <a:xfrm>
          <a:off x="0" y="1091183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2483469"/>
                <a:satOff val="9953"/>
                <a:lumOff val="2157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2483469"/>
                <a:satOff val="9953"/>
                <a:lumOff val="2157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2483469"/>
              <a:satOff val="9953"/>
              <a:lumOff val="2157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9A5176-9CDF-904B-917F-AA24F0ECEE2E}">
      <dsp:nvSpPr>
        <dsp:cNvPr id="0" name=""/>
        <dsp:cNvSpPr/>
      </dsp:nvSpPr>
      <dsp:spPr>
        <a:xfrm>
          <a:off x="0" y="1091183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Existing IDS: too simple or too complex</a:t>
          </a:r>
        </a:p>
      </dsp:txBody>
      <dsp:txXfrm>
        <a:off x="0" y="1091183"/>
        <a:ext cx="5000124" cy="1090517"/>
      </dsp:txXfrm>
    </dsp:sp>
    <dsp:sp modelId="{AC01D1BA-EE5F-3647-8F3D-4F0A5480D565}">
      <dsp:nvSpPr>
        <dsp:cNvPr id="0" name=""/>
        <dsp:cNvSpPr/>
      </dsp:nvSpPr>
      <dsp:spPr>
        <a:xfrm>
          <a:off x="0" y="2181701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4966938"/>
                <a:satOff val="19906"/>
                <a:lumOff val="4314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4966938"/>
                <a:satOff val="19906"/>
                <a:lumOff val="4314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4966938"/>
              <a:satOff val="19906"/>
              <a:lumOff val="4314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90E72A5-4961-284E-8B8F-AAF57A2CA365}">
      <dsp:nvSpPr>
        <dsp:cNvPr id="0" name=""/>
        <dsp:cNvSpPr/>
      </dsp:nvSpPr>
      <dsp:spPr>
        <a:xfrm>
          <a:off x="0" y="2181701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Lack of evaluation under realistic edge constraints</a:t>
          </a:r>
        </a:p>
      </dsp:txBody>
      <dsp:txXfrm>
        <a:off x="0" y="2181701"/>
        <a:ext cx="5000124" cy="1090517"/>
      </dsp:txXfrm>
    </dsp:sp>
    <dsp:sp modelId="{FBD20709-6416-B04D-9E91-6A0F2552117B}">
      <dsp:nvSpPr>
        <dsp:cNvPr id="0" name=""/>
        <dsp:cNvSpPr/>
      </dsp:nvSpPr>
      <dsp:spPr>
        <a:xfrm>
          <a:off x="0" y="3272218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7450407"/>
                <a:satOff val="29858"/>
                <a:lumOff val="6471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7450407"/>
                <a:satOff val="29858"/>
                <a:lumOff val="6471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7450407"/>
              <a:satOff val="29858"/>
              <a:lumOff val="6471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2BF05FF-D419-AC45-9C50-0F068387A02C}">
      <dsp:nvSpPr>
        <dsp:cNvPr id="0" name=""/>
        <dsp:cNvSpPr/>
      </dsp:nvSpPr>
      <dsp:spPr>
        <a:xfrm>
          <a:off x="0" y="3272218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Evaluate Feature Selection, PCA, Autoencoder</a:t>
          </a:r>
        </a:p>
      </dsp:txBody>
      <dsp:txXfrm>
        <a:off x="0" y="3272218"/>
        <a:ext cx="5000124" cy="1090517"/>
      </dsp:txXfrm>
    </dsp:sp>
    <dsp:sp modelId="{06887228-C35F-014B-B2E1-AFBA4FC272FE}">
      <dsp:nvSpPr>
        <dsp:cNvPr id="0" name=""/>
        <dsp:cNvSpPr/>
      </dsp:nvSpPr>
      <dsp:spPr>
        <a:xfrm>
          <a:off x="0" y="4362736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9933876"/>
              <a:satOff val="39811"/>
              <a:lumOff val="8628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D4FA398-840B-4848-AC96-875F18CC58CF}">
      <dsp:nvSpPr>
        <dsp:cNvPr id="0" name=""/>
        <dsp:cNvSpPr/>
      </dsp:nvSpPr>
      <dsp:spPr>
        <a:xfrm>
          <a:off x="0" y="4362736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Compare accuracy, resource usage, and efficiency</a:t>
          </a:r>
        </a:p>
      </dsp:txBody>
      <dsp:txXfrm>
        <a:off x="0" y="4362736"/>
        <a:ext cx="5000124" cy="10905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22693"/>
            <a:ext cx="9143998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384720" y="-2407841"/>
            <a:ext cx="4374557" cy="9144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55756" y="-2236808"/>
            <a:ext cx="4374128" cy="880235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-22690"/>
            <a:ext cx="6406863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4459073" y="-1032053"/>
            <a:ext cx="3742610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6118" y="735106"/>
            <a:ext cx="7540322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200" dirty="0">
                <a:solidFill>
                  <a:srgbClr val="FFFFFF"/>
                </a:solidFill>
              </a:rPr>
              <a:t>Comparative Evaluation of Feature Reduction Techniques for Intrusion Detection on IoMT Edge Devices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3011" y="4870824"/>
            <a:ext cx="7504463" cy="1458258"/>
          </a:xfrm>
        </p:spPr>
        <p:txBody>
          <a:bodyPr anchor="ctr">
            <a:normAutofit fontScale="92500"/>
          </a:bodyPr>
          <a:lstStyle/>
          <a:p>
            <a:pPr algn="l"/>
            <a:r>
              <a:rPr lang="en-GB" dirty="0"/>
              <a:t>Yaoquan</a:t>
            </a:r>
            <a:r>
              <a:rPr lang="zh-CN" altLang="en-US" dirty="0"/>
              <a:t> </a:t>
            </a:r>
            <a:r>
              <a:rPr lang="en-US" altLang="zh-CN" dirty="0"/>
              <a:t>Ma(25298835),</a:t>
            </a:r>
            <a:r>
              <a:rPr lang="zh-CN" altLang="en-US" dirty="0"/>
              <a:t> </a:t>
            </a:r>
            <a:r>
              <a:rPr lang="en-US" altLang="zh-CN" dirty="0"/>
              <a:t>Wang</a:t>
            </a:r>
            <a:r>
              <a:rPr lang="zh-CN" altLang="en-US" dirty="0"/>
              <a:t> </a:t>
            </a:r>
            <a:r>
              <a:rPr lang="en-US" altLang="zh-CN" dirty="0"/>
              <a:t>Ning(25298832)</a:t>
            </a:r>
            <a:endParaRPr lang="en-GB" dirty="0"/>
          </a:p>
          <a:p>
            <a:pPr algn="l"/>
            <a:r>
              <a:rPr dirty="0"/>
              <a:t>Supervisor: Dr. Priyanka Verma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GB" sz="3500" dirty="0">
                <a:solidFill>
                  <a:srgbClr val="FFFFFF"/>
                </a:solidFill>
              </a:rPr>
              <a:t>Introduction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B7016F6-0E5B-EAC6-A639-A3667DF5EA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8097680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500">
                <a:solidFill>
                  <a:srgbClr val="FFFFFF"/>
                </a:solidFill>
              </a:rPr>
              <a:t>Background &amp; Literature Review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44F99AF-4186-6184-2EA6-9F5BD81950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0776228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000">
                <a:solidFill>
                  <a:srgbClr val="FFFFFF"/>
                </a:solidFill>
              </a:rPr>
              <a:t>Research Gaps &amp; Contributions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2EE324B-7C98-9CC4-F81F-66E44D7678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4781277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Methodology: System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Raw Traffic → Preprocessing → Feature Reduction</a:t>
            </a:r>
          </a:p>
          <a:p>
            <a:r>
              <a:rPr dirty="0"/>
              <a:t>Feature Reduction: FS / PCA / </a:t>
            </a:r>
            <a:r>
              <a:rPr lang="en-GB" dirty="0"/>
              <a:t>DNN / </a:t>
            </a:r>
            <a:r>
              <a:rPr lang="en-GB" dirty="0" err="1"/>
              <a:t>ResNeXt</a:t>
            </a:r>
            <a:r>
              <a:rPr lang="en-GB" dirty="0"/>
              <a:t> </a:t>
            </a:r>
            <a:endParaRPr dirty="0"/>
          </a:p>
          <a:p>
            <a:r>
              <a:rPr dirty="0"/>
              <a:t>Classification using ML model</a:t>
            </a:r>
            <a:r>
              <a:rPr lang="en-US" dirty="0"/>
              <a:t> (Linear SVM)</a:t>
            </a:r>
            <a:endParaRPr dirty="0"/>
          </a:p>
          <a:p>
            <a:r>
              <a:rPr dirty="0"/>
              <a:t>Focus on edge-side efficiency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53ABF-1F47-C53C-0C3A-87BDD3D84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7649C-399B-A7D8-23B6-9103D9339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Methodology: System Overview</a:t>
            </a:r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51E455F-C561-6E58-CC8E-0C4FC5F238BF}"/>
              </a:ext>
            </a:extLst>
          </p:cNvPr>
          <p:cNvSpPr/>
          <p:nvPr/>
        </p:nvSpPr>
        <p:spPr>
          <a:xfrm>
            <a:off x="885385" y="5000423"/>
            <a:ext cx="1018903" cy="1143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DataSet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B96A4DD-1145-4C3E-1DBD-CC982FF21C79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904288" y="5586074"/>
            <a:ext cx="881742" cy="1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390177-FBD9-8F4F-EDA5-30DFBCE23645}"/>
              </a:ext>
            </a:extLst>
          </p:cNvPr>
          <p:cNvSpPr/>
          <p:nvPr/>
        </p:nvSpPr>
        <p:spPr>
          <a:xfrm>
            <a:off x="5183066" y="4724670"/>
            <a:ext cx="1815738" cy="1717021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Feature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extraction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B87647-8814-233A-C933-61DE9775BEDC}"/>
              </a:ext>
            </a:extLst>
          </p:cNvPr>
          <p:cNvCxnSpPr>
            <a:cxnSpLocks/>
            <a:stCxn id="31" idx="3"/>
            <a:endCxn id="16" idx="1"/>
          </p:cNvCxnSpPr>
          <p:nvPr/>
        </p:nvCxnSpPr>
        <p:spPr>
          <a:xfrm flipV="1">
            <a:off x="4601768" y="5583181"/>
            <a:ext cx="581298" cy="4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F1913094-1467-B0FB-C16D-F4CB38A12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18019" y="5106096"/>
            <a:ext cx="776311" cy="115824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481748B-DFA3-5040-1741-08C0E6A1CBC3}"/>
              </a:ext>
            </a:extLst>
          </p:cNvPr>
          <p:cNvSpPr txBox="1"/>
          <p:nvPr/>
        </p:nvSpPr>
        <p:spPr>
          <a:xfrm>
            <a:off x="5156939" y="6070854"/>
            <a:ext cx="18984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PCA, </a:t>
            </a:r>
            <a:r>
              <a:rPr lang="en-US" sz="1200" dirty="0" err="1"/>
              <a:t>AutoEncoder</a:t>
            </a:r>
            <a:r>
              <a:rPr lang="en-US" sz="1200" dirty="0"/>
              <a:t>, </a:t>
            </a:r>
            <a:r>
              <a:rPr lang="en-US" sz="1200" dirty="0" err="1"/>
              <a:t>ResNeXt</a:t>
            </a:r>
            <a:endParaRPr lang="en-US" sz="1200" dirty="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C4BE4F8-8409-9639-A500-F83409FCFFA7}"/>
              </a:ext>
            </a:extLst>
          </p:cNvPr>
          <p:cNvSpPr/>
          <p:nvPr/>
        </p:nvSpPr>
        <p:spPr>
          <a:xfrm>
            <a:off x="2786030" y="4729023"/>
            <a:ext cx="1815738" cy="1717021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Feature Selection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98E5945-17AE-5FBB-BC98-0FD633DC2CAC}"/>
              </a:ext>
            </a:extLst>
          </p:cNvPr>
          <p:cNvSpPr/>
          <p:nvPr/>
        </p:nvSpPr>
        <p:spPr>
          <a:xfrm>
            <a:off x="2897064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D4FE70E-F51F-727A-A874-33B8D4973ACE}"/>
              </a:ext>
            </a:extLst>
          </p:cNvPr>
          <p:cNvSpPr/>
          <p:nvPr/>
        </p:nvSpPr>
        <p:spPr>
          <a:xfrm>
            <a:off x="3214928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E465672-FFCF-BCE1-F9B8-C0A0E6B71185}"/>
              </a:ext>
            </a:extLst>
          </p:cNvPr>
          <p:cNvSpPr/>
          <p:nvPr/>
        </p:nvSpPr>
        <p:spPr>
          <a:xfrm>
            <a:off x="3558916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E35625-CA79-A0B6-4996-D4741B89A479}"/>
              </a:ext>
            </a:extLst>
          </p:cNvPr>
          <p:cNvSpPr/>
          <p:nvPr/>
        </p:nvSpPr>
        <p:spPr>
          <a:xfrm>
            <a:off x="3909434" y="5130147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B2106DB-534B-A3C8-74B6-F9ADB9D133FF}"/>
              </a:ext>
            </a:extLst>
          </p:cNvPr>
          <p:cNvSpPr/>
          <p:nvPr/>
        </p:nvSpPr>
        <p:spPr>
          <a:xfrm>
            <a:off x="4240360" y="5130146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Multiply 39">
            <a:extLst>
              <a:ext uri="{FF2B5EF4-FFF2-40B4-BE49-F238E27FC236}">
                <a16:creationId xmlns:a16="http://schemas.microsoft.com/office/drawing/2014/main" id="{20DAA727-43B6-B948-17C0-65167B768785}"/>
              </a:ext>
            </a:extLst>
          </p:cNvPr>
          <p:cNvSpPr/>
          <p:nvPr/>
        </p:nvSpPr>
        <p:spPr>
          <a:xfrm>
            <a:off x="3169210" y="5051951"/>
            <a:ext cx="341808" cy="374468"/>
          </a:xfrm>
          <a:prstGeom prst="mathMultiply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Multiply 40">
            <a:extLst>
              <a:ext uri="{FF2B5EF4-FFF2-40B4-BE49-F238E27FC236}">
                <a16:creationId xmlns:a16="http://schemas.microsoft.com/office/drawing/2014/main" id="{E8ACCC30-8847-DDF5-0E99-0273CCFD743E}"/>
              </a:ext>
            </a:extLst>
          </p:cNvPr>
          <p:cNvSpPr/>
          <p:nvPr/>
        </p:nvSpPr>
        <p:spPr>
          <a:xfrm>
            <a:off x="3863719" y="5059209"/>
            <a:ext cx="341808" cy="374468"/>
          </a:xfrm>
          <a:prstGeom prst="mathMultiply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0BE998-DE42-AC75-3931-827DAE46A753}"/>
              </a:ext>
            </a:extLst>
          </p:cNvPr>
          <p:cNvSpPr txBox="1"/>
          <p:nvPr/>
        </p:nvSpPr>
        <p:spPr>
          <a:xfrm>
            <a:off x="3086380" y="5392424"/>
            <a:ext cx="120141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ea typeface="SimSun" panose="02010600030101010101" pitchFamily="2" charset="-122"/>
              </a:rPr>
              <a:t>Feature</a:t>
            </a:r>
            <a:r>
              <a:rPr lang="zh-CN" altLang="en-US" sz="1300" dirty="0"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ea typeface="SimSun" panose="02010600030101010101" pitchFamily="2" charset="-122"/>
              </a:rPr>
              <a:t>scaling</a:t>
            </a:r>
            <a:endParaRPr lang="en-US" sz="1300" dirty="0">
              <a:ea typeface="SimSun" panose="02010600030101010101" pitchFamily="2" charset="-122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21949BEA-0A35-9974-7DA4-7DA769B30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7064" y="5675867"/>
            <a:ext cx="1610407" cy="635356"/>
          </a:xfrm>
          <a:prstGeom prst="rect">
            <a:avLst/>
          </a:prstGeom>
        </p:spPr>
      </p:pic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04F36B-F534-4203-4C3B-1A7267A0950D}"/>
              </a:ext>
            </a:extLst>
          </p:cNvPr>
          <p:cNvSpPr/>
          <p:nvPr/>
        </p:nvSpPr>
        <p:spPr>
          <a:xfrm>
            <a:off x="3259990" y="1818761"/>
            <a:ext cx="1614198" cy="1601833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Classifer</a:t>
            </a:r>
            <a:r>
              <a:rPr lang="zh-CN" altLang="en-US" sz="1200" dirty="0">
                <a:solidFill>
                  <a:schemeClr val="tx1"/>
                </a:solidFill>
              </a:rPr>
              <a:t>  </a:t>
            </a:r>
            <a:r>
              <a:rPr lang="en-US" altLang="zh-CN" sz="1200" dirty="0">
                <a:solidFill>
                  <a:schemeClr val="tx1"/>
                </a:solidFill>
              </a:rPr>
              <a:t>Model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8B8FC5B0-A1F5-D5BD-3910-5A2F09AEB404}"/>
              </a:ext>
            </a:extLst>
          </p:cNvPr>
          <p:cNvSpPr/>
          <p:nvPr/>
        </p:nvSpPr>
        <p:spPr>
          <a:xfrm>
            <a:off x="754743" y="1818761"/>
            <a:ext cx="1582795" cy="1610239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Feature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 err="1">
                <a:solidFill>
                  <a:schemeClr val="tx1"/>
                </a:solidFill>
              </a:rPr>
              <a:t>Decape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E454A758-71CA-2BDE-0059-C54C08D00CD7}"/>
              </a:ext>
            </a:extLst>
          </p:cNvPr>
          <p:cNvCxnSpPr>
            <a:cxnSpLocks/>
            <a:stCxn id="16" idx="0"/>
            <a:endCxn id="52" idx="2"/>
          </p:cNvCxnSpPr>
          <p:nvPr/>
        </p:nvCxnSpPr>
        <p:spPr>
          <a:xfrm rot="16200000" flipV="1">
            <a:off x="3170703" y="1804438"/>
            <a:ext cx="1295670" cy="4544794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ight Arrow 56">
            <a:extLst>
              <a:ext uri="{FF2B5EF4-FFF2-40B4-BE49-F238E27FC236}">
                <a16:creationId xmlns:a16="http://schemas.microsoft.com/office/drawing/2014/main" id="{4102F10F-61FB-ACF1-672C-97A8402E3AFB}"/>
              </a:ext>
            </a:extLst>
          </p:cNvPr>
          <p:cNvSpPr/>
          <p:nvPr/>
        </p:nvSpPr>
        <p:spPr>
          <a:xfrm>
            <a:off x="6364514" y="4071257"/>
            <a:ext cx="1560286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6EE0CBBE-B553-FAB0-5A8E-9FFE28521536}"/>
              </a:ext>
            </a:extLst>
          </p:cNvPr>
          <p:cNvSpPr/>
          <p:nvPr/>
        </p:nvSpPr>
        <p:spPr>
          <a:xfrm>
            <a:off x="7127979" y="2512280"/>
            <a:ext cx="796821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an 60">
            <a:extLst>
              <a:ext uri="{FF2B5EF4-FFF2-40B4-BE49-F238E27FC236}">
                <a16:creationId xmlns:a16="http://schemas.microsoft.com/office/drawing/2014/main" id="{EF3E311E-249D-8AE8-40EB-C4B8841E7274}"/>
              </a:ext>
            </a:extLst>
          </p:cNvPr>
          <p:cNvSpPr/>
          <p:nvPr/>
        </p:nvSpPr>
        <p:spPr>
          <a:xfrm>
            <a:off x="5599624" y="1973898"/>
            <a:ext cx="1264196" cy="1295671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Classification</a:t>
            </a:r>
            <a:r>
              <a:rPr lang="zh-CN" altLang="en-US" sz="1600" dirty="0"/>
              <a:t> </a:t>
            </a:r>
            <a:r>
              <a:rPr lang="en-US" altLang="zh-CN" sz="1600" dirty="0"/>
              <a:t>result</a:t>
            </a:r>
            <a:endParaRPr lang="en-US" sz="1600" dirty="0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97E2E20-F783-3FBA-F095-1120DB9F8B47}"/>
              </a:ext>
            </a:extLst>
          </p:cNvPr>
          <p:cNvCxnSpPr>
            <a:cxnSpLocks/>
          </p:cNvCxnSpPr>
          <p:nvPr/>
        </p:nvCxnSpPr>
        <p:spPr>
          <a:xfrm>
            <a:off x="2337538" y="2220686"/>
            <a:ext cx="9447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64E9001-AEBD-CC4E-EEA8-630A81455DDF}"/>
              </a:ext>
            </a:extLst>
          </p:cNvPr>
          <p:cNvCxnSpPr>
            <a:cxnSpLocks/>
          </p:cNvCxnSpPr>
          <p:nvPr/>
        </p:nvCxnSpPr>
        <p:spPr>
          <a:xfrm>
            <a:off x="2337538" y="2844800"/>
            <a:ext cx="9224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0C82C30F-DB6C-8563-EE0F-95A70A254AB1}"/>
              </a:ext>
            </a:extLst>
          </p:cNvPr>
          <p:cNvSpPr/>
          <p:nvPr/>
        </p:nvSpPr>
        <p:spPr>
          <a:xfrm>
            <a:off x="2641600" y="1806170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9B6B052-7ABF-86FB-50DC-081D1374EB08}"/>
              </a:ext>
            </a:extLst>
          </p:cNvPr>
          <p:cNvSpPr/>
          <p:nvPr/>
        </p:nvSpPr>
        <p:spPr>
          <a:xfrm>
            <a:off x="2573926" y="1884016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F703202-FE4F-CA62-0EF6-FF8049605C7A}"/>
              </a:ext>
            </a:extLst>
          </p:cNvPr>
          <p:cNvSpPr/>
          <p:nvPr/>
        </p:nvSpPr>
        <p:spPr>
          <a:xfrm>
            <a:off x="2506252" y="1972097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B23A304-3133-FFFC-BA77-35B0AB9925F7}"/>
              </a:ext>
            </a:extLst>
          </p:cNvPr>
          <p:cNvSpPr/>
          <p:nvPr/>
        </p:nvSpPr>
        <p:spPr>
          <a:xfrm>
            <a:off x="2764927" y="1740989"/>
            <a:ext cx="517350" cy="132612"/>
          </a:xfrm>
          <a:prstGeom prst="rect">
            <a:avLst/>
          </a:prstGeom>
          <a:ln>
            <a:solidFill>
              <a:schemeClr val="accent3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4E5F51E-54AE-A4DA-44E3-3B28801864C1}"/>
              </a:ext>
            </a:extLst>
          </p:cNvPr>
          <p:cNvSpPr txBox="1"/>
          <p:nvPr/>
        </p:nvSpPr>
        <p:spPr>
          <a:xfrm>
            <a:off x="2641600" y="2868438"/>
            <a:ext cx="652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Test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8C31ACD-ACA6-096C-05E0-6A8CDCEDE838}"/>
              </a:ext>
            </a:extLst>
          </p:cNvPr>
          <p:cNvSpPr txBox="1"/>
          <p:nvPr/>
        </p:nvSpPr>
        <p:spPr>
          <a:xfrm>
            <a:off x="2621514" y="2244926"/>
            <a:ext cx="652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Train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5A42BEC-E9EF-9C69-762A-A4EE23D7D400}"/>
              </a:ext>
            </a:extLst>
          </p:cNvPr>
          <p:cNvSpPr txBox="1"/>
          <p:nvPr/>
        </p:nvSpPr>
        <p:spPr>
          <a:xfrm>
            <a:off x="8055429" y="3976914"/>
            <a:ext cx="9579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Network</a:t>
            </a:r>
            <a:r>
              <a:rPr lang="zh-CN" altLang="en-US" sz="1400" dirty="0"/>
              <a:t> </a:t>
            </a:r>
            <a:r>
              <a:rPr lang="en-US" altLang="zh-CN" sz="1400" dirty="0"/>
              <a:t>traffic</a:t>
            </a:r>
            <a:endParaRPr lang="en-US" sz="1400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0389F9C-4598-137B-4745-F71A0E0830AC}"/>
              </a:ext>
            </a:extLst>
          </p:cNvPr>
          <p:cNvCxnSpPr>
            <a:cxnSpLocks/>
            <a:stCxn id="51" idx="3"/>
            <a:endCxn id="61" idx="2"/>
          </p:cNvCxnSpPr>
          <p:nvPr/>
        </p:nvCxnSpPr>
        <p:spPr>
          <a:xfrm>
            <a:off x="4874188" y="2619678"/>
            <a:ext cx="725436" cy="2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ight Arrow 76">
            <a:extLst>
              <a:ext uri="{FF2B5EF4-FFF2-40B4-BE49-F238E27FC236}">
                <a16:creationId xmlns:a16="http://schemas.microsoft.com/office/drawing/2014/main" id="{BAF0A316-76DD-478D-567B-A5050D8F6F37}"/>
              </a:ext>
            </a:extLst>
          </p:cNvPr>
          <p:cNvSpPr/>
          <p:nvPr/>
        </p:nvSpPr>
        <p:spPr>
          <a:xfrm>
            <a:off x="7097501" y="5433677"/>
            <a:ext cx="796821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FCC8544-DE2C-F5C4-BC42-B00DD8CE1FD7}"/>
              </a:ext>
            </a:extLst>
          </p:cNvPr>
          <p:cNvSpPr txBox="1"/>
          <p:nvPr/>
        </p:nvSpPr>
        <p:spPr>
          <a:xfrm>
            <a:off x="8055429" y="5130146"/>
            <a:ext cx="11466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CPU</a:t>
            </a:r>
          </a:p>
          <a:p>
            <a:endParaRPr lang="en-US" sz="1400" dirty="0"/>
          </a:p>
          <a:p>
            <a:r>
              <a:rPr lang="en-US" sz="1400" dirty="0"/>
              <a:t>Memory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FEA40F-045D-3818-232F-1989D72E2D17}"/>
              </a:ext>
            </a:extLst>
          </p:cNvPr>
          <p:cNvSpPr txBox="1"/>
          <p:nvPr/>
        </p:nvSpPr>
        <p:spPr>
          <a:xfrm>
            <a:off x="7997371" y="2262349"/>
            <a:ext cx="9579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Accuracy</a:t>
            </a:r>
          </a:p>
          <a:p>
            <a:endParaRPr lang="en-GB" sz="1400" dirty="0"/>
          </a:p>
          <a:p>
            <a:r>
              <a:rPr lang="en-GB" sz="1400" dirty="0"/>
              <a:t>F</a:t>
            </a:r>
            <a:r>
              <a:rPr lang="en-US" altLang="zh-CN" sz="1400" dirty="0"/>
              <a:t>1</a:t>
            </a:r>
            <a:r>
              <a:rPr lang="zh-CN" altLang="en-US" sz="1400" dirty="0"/>
              <a:t> </a:t>
            </a:r>
            <a:r>
              <a:rPr lang="en-US" altLang="zh-CN" sz="1400" dirty="0"/>
              <a:t>score</a:t>
            </a:r>
            <a:endParaRPr lang="en-US" sz="1400" dirty="0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6488728A-F82B-5347-ACAE-568692FF90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6848" y="2970214"/>
            <a:ext cx="1501822" cy="351825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C0550D18-DE3C-F599-E431-5240A0F0D7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6028" y="2197238"/>
            <a:ext cx="1060982" cy="51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386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Methodology: </a:t>
            </a:r>
            <a:r>
              <a:rPr lang="en-GB" dirty="0" err="1"/>
              <a:t>DataSet</a:t>
            </a:r>
            <a:r>
              <a:rPr lang="zh-CN" altLang="en-US" dirty="0"/>
              <a:t> </a:t>
            </a:r>
            <a:r>
              <a:rPr lang="en-US" altLang="zh-CN" dirty="0"/>
              <a:t>&amp;</a:t>
            </a:r>
            <a:r>
              <a:rPr lang="zh-CN" altLang="en-US" dirty="0"/>
              <a:t> </a:t>
            </a:r>
            <a:r>
              <a:rPr lang="en-GB" dirty="0"/>
              <a:t>Feature Reduction</a:t>
            </a:r>
            <a:r>
              <a:rPr lang="zh-CN" altLang="en-US" dirty="0"/>
              <a:t> </a:t>
            </a:r>
            <a:r>
              <a:rPr lang="en-US" altLang="zh-CN" dirty="0"/>
              <a:t>technique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DateSet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dirty="0"/>
              <a:t>Edge-</a:t>
            </a:r>
            <a:r>
              <a:rPr lang="en-GB" dirty="0" err="1"/>
              <a:t>IIoTset</a:t>
            </a:r>
            <a:endParaRPr lang="en-GB" dirty="0"/>
          </a:p>
          <a:p>
            <a:r>
              <a:rPr dirty="0"/>
              <a:t>Feature Selection (manual/statistical)</a:t>
            </a:r>
          </a:p>
          <a:p>
            <a:r>
              <a:rPr dirty="0"/>
              <a:t>PCA (dimensionality reduction)</a:t>
            </a:r>
          </a:p>
          <a:p>
            <a:r>
              <a:rPr dirty="0"/>
              <a:t>Autoencoder / </a:t>
            </a:r>
            <a:r>
              <a:rPr dirty="0" err="1"/>
              <a:t>ResNeXt</a:t>
            </a:r>
            <a:r>
              <a:rPr dirty="0"/>
              <a:t> (deep representation)</a:t>
            </a:r>
          </a:p>
          <a:p>
            <a:r>
              <a:rPr dirty="0"/>
              <a:t>Goal: reduce features while preserving information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3B6F1-B16C-7FE9-67EF-598F99F0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10D8D-A380-D658-4143-FFFEAD9C3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Methodology: System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E4EE4-5EB8-40F2-2A7F-66B0A8FB2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Raw Traffic → Preprocessing → Feature Reduction</a:t>
            </a:r>
          </a:p>
          <a:p>
            <a:r>
              <a:rPr dirty="0"/>
              <a:t>Feature Reduction: FS / PCA / </a:t>
            </a:r>
            <a:r>
              <a:rPr lang="en-GB" dirty="0"/>
              <a:t>DNN / </a:t>
            </a:r>
            <a:r>
              <a:rPr lang="en-GB" dirty="0" err="1"/>
              <a:t>ResNeXt</a:t>
            </a:r>
            <a:r>
              <a:rPr lang="en-GB" dirty="0"/>
              <a:t> </a:t>
            </a:r>
            <a:endParaRPr dirty="0"/>
          </a:p>
          <a:p>
            <a:r>
              <a:rPr dirty="0"/>
              <a:t>Classification using ML model</a:t>
            </a:r>
            <a:r>
              <a:rPr lang="en-US" dirty="0"/>
              <a:t> (Linear SVM)</a:t>
            </a:r>
            <a:endParaRPr dirty="0"/>
          </a:p>
          <a:p>
            <a:r>
              <a:rPr dirty="0"/>
              <a:t>Focus on edge-side efficiency</a:t>
            </a:r>
          </a:p>
        </p:txBody>
      </p:sp>
    </p:spTree>
    <p:extLst>
      <p:ext uri="{BB962C8B-B14F-4D97-AF65-F5344CB8AC3E}">
        <p14:creationId xmlns:p14="http://schemas.microsoft.com/office/powerpoint/2010/main" val="3435373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Evaluation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Detection: Accuracy, </a:t>
            </a:r>
            <a:r>
              <a:rPr lang="en-US" dirty="0"/>
              <a:t>F1 score</a:t>
            </a:r>
            <a:endParaRPr dirty="0"/>
          </a:p>
          <a:p>
            <a:r>
              <a:rPr dirty="0"/>
              <a:t>Resource usage: CPU, Memory</a:t>
            </a:r>
            <a:r>
              <a:rPr lang="en-US" dirty="0"/>
              <a:t>, Network Traffic</a:t>
            </a:r>
            <a:endParaRPr dirty="0"/>
          </a:p>
          <a:p>
            <a:r>
              <a:rPr dirty="0"/>
              <a:t>Efficiency: Processing time, Throughput</a:t>
            </a:r>
          </a:p>
          <a:p>
            <a:r>
              <a:rPr dirty="0"/>
              <a:t>Test under edge-like constraints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Detection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Compare FS, PCA, Autoencoder</a:t>
            </a:r>
          </a:p>
          <a:p>
            <a:r>
              <a:t>Accuracy / Precision / Recall results</a:t>
            </a:r>
          </a:p>
          <a:p>
            <a:r>
              <a:t>Performance differences observed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Resource &amp;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CPU and memory usage comparison</a:t>
            </a:r>
          </a:p>
          <a:p>
            <a:r>
              <a:t>Processing time analysis</a:t>
            </a:r>
          </a:p>
          <a:p>
            <a:r>
              <a:t>Identify most efficient method for edge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IDS is essential for IoMT edge security</a:t>
            </a:r>
          </a:p>
          <a:p>
            <a:r>
              <a:rPr dirty="0"/>
              <a:t>Resource constraints impact deployment</a:t>
            </a:r>
          </a:p>
          <a:p>
            <a:r>
              <a:rPr dirty="0"/>
              <a:t>Trade-off between accuracy and efficiency</a:t>
            </a:r>
          </a:p>
          <a:p>
            <a:r>
              <a:rPr dirty="0"/>
              <a:t>Efficient feature reduction is critical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IoMT Security Papers</a:t>
            </a:r>
          </a:p>
          <a:p>
            <a:r>
              <a:rPr dirty="0"/>
              <a:t>IDS and ML/DL Papers</a:t>
            </a:r>
          </a:p>
          <a:p>
            <a:r>
              <a:rPr dirty="0"/>
              <a:t>Feature Reduction Techniques</a:t>
            </a:r>
          </a:p>
          <a:p>
            <a:r>
              <a:rPr dirty="0"/>
              <a:t>Relevant academic 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1148</TotalTime>
  <Words>379</Words>
  <Application>Microsoft Macintosh PowerPoint</Application>
  <PresentationFormat>On-screen Show (4:3)</PresentationFormat>
  <Paragraphs>81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SimSun</vt:lpstr>
      <vt:lpstr>Arial</vt:lpstr>
      <vt:lpstr>Calibri</vt:lpstr>
      <vt:lpstr>Office Theme</vt:lpstr>
      <vt:lpstr>Comparative Evaluation of Feature Reduction Techniques for Intrusion Detection on IoMT Edge Devices</vt:lpstr>
      <vt:lpstr>Introduction</vt:lpstr>
      <vt:lpstr>Background &amp; Literature Review</vt:lpstr>
      <vt:lpstr>Research Gaps &amp; Contributions</vt:lpstr>
      <vt:lpstr>Methodology: System Overview</vt:lpstr>
      <vt:lpstr>Methodology: System Overview</vt:lpstr>
      <vt:lpstr>Methodology: DataSet &amp; Feature Reduction technique</vt:lpstr>
      <vt:lpstr>Methodology: System Overview</vt:lpstr>
      <vt:lpstr>Methodology: Evaluation Design</vt:lpstr>
      <vt:lpstr>Results: Detection Performance</vt:lpstr>
      <vt:lpstr>Results: Resource &amp; Efficiency</vt:lpstr>
      <vt:lpstr>Conclusion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耀泉 马</cp:lastModifiedBy>
  <cp:revision>1</cp:revision>
  <dcterms:created xsi:type="dcterms:W3CDTF">2013-01-27T09:14:16Z</dcterms:created>
  <dcterms:modified xsi:type="dcterms:W3CDTF">2026-03-18T15:48:19Z</dcterms:modified>
  <cp:category/>
</cp:coreProperties>
</file>