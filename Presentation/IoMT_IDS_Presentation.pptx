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58" r:id="rId4"/>
    <p:sldId id="259" r:id="rId5"/>
    <p:sldId id="271" r:id="rId6"/>
    <p:sldId id="268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F04AB4-6846-4849-A1B8-6A167A3B7532}" v="271" dt="2026-03-18T22:08:55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9"/>
    <p:restoredTop sz="94717"/>
  </p:normalViewPr>
  <p:slideViewPr>
    <p:cSldViewPr snapToGrid="0" snapToObjects="1">
      <p:cViewPr>
        <p:scale>
          <a:sx n="163" d="100"/>
          <a:sy n="163" d="100"/>
        </p:scale>
        <p:origin x="1040" y="-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delSld modSld sldOrd">
      <pc:chgData name="耀泉 马" userId="19e30af8d5659de2" providerId="LiveId" clId="{C3594856-CEDA-5129-B2AF-7962E3CA4CA3}" dt="2026-03-18T22:09:36.506" v="2891" actId="2696"/>
      <pc:docMkLst>
        <pc:docMk/>
      </pc:docMkLst>
      <pc:sldChg chg="addSp modSp mod setBg">
        <pc:chgData name="耀泉 马" userId="19e30af8d5659de2" providerId="LiveId" clId="{C3594856-CEDA-5129-B2AF-7962E3CA4CA3}" dt="2026-03-18T15:40:21.023" v="1170" actId="20577"/>
        <pc:sldMkLst>
          <pc:docMk/>
          <pc:sldMk cId="0" sldId="256"/>
        </pc:sldMkLst>
        <pc:spChg chg="mo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15:40:21.023" v="1170" actId="20577"/>
          <ac:spMkLst>
            <pc:docMk/>
            <pc:sldMk cId="0" sldId="256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8" creationId="{6F5A5072-7B47-4D32-B52A-4EBBF590B8A5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0" creationId="{9715DAF0-AE1B-46C9-8A6B-DB2AA05AB91D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2" creationId="{6016219D-510E-4184-9090-6D5578A87BD1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4" creationId="{AFF4A713-7B75-4B21-90D7-5AB19547C728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6" creationId="{DC631C0B-6DA6-4E57-8231-CE32B3434A7E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8" creationId="{C29501E6-A978-4A61-9689-9085AF97A53A}"/>
          </ac:spMkLst>
        </pc:spChg>
      </pc:sldChg>
      <pc:sldChg chg="addSp delSp modSp del mod ord setBg">
        <pc:chgData name="耀泉 马" userId="19e30af8d5659de2" providerId="LiveId" clId="{C3594856-CEDA-5129-B2AF-7962E3CA4CA3}" dt="2026-03-18T19:29:20.130" v="1605" actId="2696"/>
        <pc:sldMkLst>
          <pc:docMk/>
          <pc:sldMk cId="0" sldId="257"/>
        </pc:sldMkLst>
        <pc:spChg chg="mo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3" creationId="{00000000-0000-0000-0000-000000000000}"/>
          </ac:spMkLst>
        </pc:spChg>
        <pc:spChg chg="add del mod">
          <ac:chgData name="耀泉 马" userId="19e30af8d5659de2" providerId="LiveId" clId="{C3594856-CEDA-5129-B2AF-7962E3CA4CA3}" dt="2026-03-18T19:28:19.056" v="1599" actId="478"/>
          <ac:spMkLst>
            <pc:docMk/>
            <pc:sldMk cId="0" sldId="257"/>
            <ac:spMk id="4" creationId="{34F03AE4-C676-D067-6189-45E739A11186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6" creationId="{624F9F52-2DCC-4B10-9313-D03274AF554E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1" creationId="{F68B3F68-107C-434F-AA38-110D5EA91B85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3" creationId="{AAD0DBB9-1A4B-4391-81D4-CB19F9AB918A}"/>
          </ac:spMkLst>
        </pc:spChg>
        <pc:spChg chg="add">
          <ac:chgData name="耀泉 马" userId="19e30af8d5659de2" providerId="LiveId" clId="{C3594856-CEDA-5129-B2AF-7962E3CA4CA3}" dt="2026-03-17T20:49:03.171" v="54" actId="26606"/>
          <ac:spMkLst>
            <pc:docMk/>
            <pc:sldMk cId="0" sldId="257"/>
            <ac:spMk id="15" creationId="{063BBA22-50EA-4C4D-BE05-F1CE4E63AA56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7" creationId="{7B0CDB45-4503-DE1A-D747-ACFC3D4C8564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8" creationId="{A00F5E6E-36EF-79E2-2F3D-0FFFD99251E2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9" creationId="{C5F86EF3-E12B-54F3-953F-46EB5C94A89F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23" creationId="{024704A1-5949-82E6-9CF0-5453C72D00DB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0" creationId="{F5FF2AD6-DF06-11DF-63C4-56BA1DBE5D81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1" creationId="{7FAA5C9A-2C08-AE83-3A51-0D05F34525DC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2" creationId="{7F3F5488-3A15-8CC8-AA18-9F7D9A76B0B6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43" creationId="{19FCE592-265A-3025-7A71-D299118D5711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48" creationId="{A899C541-6DB1-E7B9-6164-FE83B9F9D096}"/>
          </ac:spMkLst>
        </pc:spChg>
        <pc:spChg chg="add del mod">
          <ac:chgData name="耀泉 马" userId="19e30af8d5659de2" providerId="LiveId" clId="{C3594856-CEDA-5129-B2AF-7962E3CA4CA3}" dt="2026-03-18T19:28:13.316" v="1598"/>
          <ac:spMkLst>
            <pc:docMk/>
            <pc:sldMk cId="0" sldId="257"/>
            <ac:spMk id="51" creationId="{131859C4-A155-0845-07BF-956F3334FA08}"/>
          </ac:spMkLst>
        </pc:spChg>
        <pc:spChg chg="add mod">
          <ac:chgData name="耀泉 马" userId="19e30af8d5659de2" providerId="LiveId" clId="{C3594856-CEDA-5129-B2AF-7962E3CA4CA3}" dt="2026-03-18T19:28:29.939" v="1601" actId="1076"/>
          <ac:spMkLst>
            <pc:docMk/>
            <pc:sldMk cId="0" sldId="257"/>
            <ac:spMk id="52" creationId="{16D1068E-5888-59D6-5112-E3E5F3566780}"/>
          </ac:spMkLst>
        </pc:spChg>
        <pc:graphicFrameChg chg="add del">
          <ac:chgData name="耀泉 马" userId="19e30af8d5659de2" providerId="LiveId" clId="{C3594856-CEDA-5129-B2AF-7962E3CA4CA3}" dt="2026-03-18T19:27:57.752" v="1593" actId="478"/>
          <ac:graphicFrameMkLst>
            <pc:docMk/>
            <pc:sldMk cId="0" sldId="257"/>
            <ac:graphicFrameMk id="5" creationId="{3B7016F6-0E5B-EAC6-A639-A3667DF5EA4B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7T20:49:47.708" v="55" actId="26606"/>
        <pc:sldMkLst>
          <pc:docMk/>
          <pc:sldMk cId="0" sldId="258"/>
        </pc:sldMkLst>
        <pc:spChg chg="mo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9" creationId="{443F2ACA-E6D6-4028-82DD-F03C262D5DE6}"/>
          </ac:spMkLst>
        </pc:spChg>
        <pc:graphicFrameChg chg="add">
          <ac:chgData name="耀泉 马" userId="19e30af8d5659de2" providerId="LiveId" clId="{C3594856-CEDA-5129-B2AF-7962E3CA4CA3}" dt="2026-03-17T20:49:47.708" v="55" actId="26606"/>
          <ac:graphicFrameMkLst>
            <pc:docMk/>
            <pc:sldMk cId="0" sldId="258"/>
            <ac:graphicFrameMk id="5" creationId="{444F99AF-4186-6184-2EA6-9F5BD8195047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8T09:45:43.142" v="256" actId="20577"/>
        <pc:sldMkLst>
          <pc:docMk/>
          <pc:sldMk cId="0" sldId="259"/>
        </pc:sldMkLst>
        <pc:spChg chg="mo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2" creationId="{00000000-0000-0000-0000-000000000000}"/>
          </ac:spMkLst>
        </pc:spChg>
        <pc:spChg chg="del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9" creationId="{443F2ACA-E6D6-4028-82DD-F03C262D5DE6}"/>
          </ac:spMkLst>
        </pc:spChg>
        <pc:graphicFrameChg chg="add mod">
          <ac:chgData name="耀泉 马" userId="19e30af8d5659de2" providerId="LiveId" clId="{C3594856-CEDA-5129-B2AF-7962E3CA4CA3}" dt="2026-03-18T09:45:43.142" v="256" actId="20577"/>
          <ac:graphicFrameMkLst>
            <pc:docMk/>
            <pc:sldMk cId="0" sldId="259"/>
            <ac:graphicFrameMk id="5" creationId="{72EE324B-7C98-9CC4-F81F-66E44D767821}"/>
          </ac:graphicFrameMkLst>
        </pc:graphicFrameChg>
      </pc:sldChg>
      <pc:sldChg chg="addSp delSp modSp del mod">
        <pc:chgData name="耀泉 马" userId="19e30af8d5659de2" providerId="LiveId" clId="{C3594856-CEDA-5129-B2AF-7962E3CA4CA3}" dt="2026-03-18T22:09:08.238" v="2889" actId="2696"/>
        <pc:sldMkLst>
          <pc:docMk/>
          <pc:sldMk cId="0" sldId="260"/>
        </pc:sldMkLst>
        <pc:spChg chg="del mod">
          <ac:chgData name="耀泉 马" userId="19e30af8d5659de2" providerId="LiveId" clId="{C3594856-CEDA-5129-B2AF-7962E3CA4CA3}" dt="2026-03-18T20:09:31.749" v="1707" actId="478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耀泉 马" userId="19e30af8d5659de2" providerId="LiveId" clId="{C3594856-CEDA-5129-B2AF-7962E3CA4CA3}" dt="2026-03-18T20:14:53.172" v="1712" actId="22"/>
          <ac:spMkLst>
            <pc:docMk/>
            <pc:sldMk cId="0" sldId="260"/>
            <ac:spMk id="6" creationId="{064113D7-84E3-E5C9-75F9-A87B5683ACA6}"/>
          </ac:spMkLst>
        </pc:spChg>
        <pc:spChg chg="add mod">
          <ac:chgData name="耀泉 马" userId="19e30af8d5659de2" providerId="LiveId" clId="{C3594856-CEDA-5129-B2AF-7962E3CA4CA3}" dt="2026-03-18T20:35:15.059" v="1750" actId="14100"/>
          <ac:spMkLst>
            <pc:docMk/>
            <pc:sldMk cId="0" sldId="260"/>
            <ac:spMk id="18" creationId="{09CF6BF8-7ACA-0C3D-60A5-1EE1BDCBA8CE}"/>
          </ac:spMkLst>
        </pc:spChg>
        <pc:spChg chg="add mod">
          <ac:chgData name="耀泉 马" userId="19e30af8d5659de2" providerId="LiveId" clId="{C3594856-CEDA-5129-B2AF-7962E3CA4CA3}" dt="2026-03-18T20:36:06.097" v="1759" actId="207"/>
          <ac:spMkLst>
            <pc:docMk/>
            <pc:sldMk cId="0" sldId="260"/>
            <ac:spMk id="22" creationId="{5137330E-E2A6-5FC4-E0F2-DBB976129A52}"/>
          </ac:spMkLst>
        </pc:spChg>
        <pc:spChg chg="add mod">
          <ac:chgData name="耀泉 马" userId="19e30af8d5659de2" providerId="LiveId" clId="{C3594856-CEDA-5129-B2AF-7962E3CA4CA3}" dt="2026-03-18T20:36:20.060" v="1766" actId="167"/>
          <ac:spMkLst>
            <pc:docMk/>
            <pc:sldMk cId="0" sldId="260"/>
            <ac:spMk id="23" creationId="{269EA5FD-CF12-0577-DE2E-7B477AC28FCC}"/>
          </ac:spMkLst>
        </pc:spChg>
        <pc:spChg chg="add mod">
          <ac:chgData name="耀泉 马" userId="19e30af8d5659de2" providerId="LiveId" clId="{C3594856-CEDA-5129-B2AF-7962E3CA4CA3}" dt="2026-03-18T20:36:13.980" v="1763" actId="1076"/>
          <ac:spMkLst>
            <pc:docMk/>
            <pc:sldMk cId="0" sldId="260"/>
            <ac:spMk id="24" creationId="{B3044895-25DA-7A2D-4B7D-145FB7186D82}"/>
          </ac:spMkLst>
        </pc:spChg>
        <pc:spChg chg="add mod">
          <ac:chgData name="耀泉 马" userId="19e30af8d5659de2" providerId="LiveId" clId="{C3594856-CEDA-5129-B2AF-7962E3CA4CA3}" dt="2026-03-18T20:36:16.940" v="1765" actId="1076"/>
          <ac:spMkLst>
            <pc:docMk/>
            <pc:sldMk cId="0" sldId="260"/>
            <ac:spMk id="25" creationId="{0C768DCF-C205-6D99-473E-1BE73B369330}"/>
          </ac:spMkLst>
        </pc:sp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4" creationId="{1EF5C4EA-395C-89B4-D7D4-6CC63D6B6576}"/>
          </ac:picMkLst>
        </pc:pic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7" creationId="{04FCFADC-02BA-0C08-16F2-018E15ACAD31}"/>
          </ac:picMkLst>
        </pc:pic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8" creationId="{9F19BFC6-D258-D5D5-5EFA-69A773F2B6C9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9" creationId="{05622C90-FE6B-A7D8-15B1-D3759B597F48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10" creationId="{FA8B9BF6-FDCA-F547-0F1A-ECC31964A316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11" creationId="{704A7568-1A8E-F1B7-CABC-A538DCA05B5D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2" creationId="{31B02665-BA1F-F92D-A8AD-E35928E8B850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3" creationId="{9C99CEA7-F21B-379A-0ABB-87722B376E9F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4" creationId="{A7AB54BB-D40E-3E8C-7DC2-3F6FED1FD533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5" creationId="{9884D1D8-561C-2311-CCAC-8437919B4BD0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6" creationId="{BB33ED05-8336-5C1F-070B-0C10CA75B0B8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7" creationId="{23C65092-DEAD-627B-D8D1-1551C88AD34A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19" creationId="{842D71F5-0EDF-98DD-4F3A-F478BF2F8BD5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20" creationId="{BC65654B-6B0F-6663-EEDC-783379CDF352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21" creationId="{1071ACCC-D418-F9E5-99A3-355BE4802F7A}"/>
          </ac:picMkLst>
        </pc:picChg>
      </pc:sldChg>
      <pc:sldChg chg="addSp delSp modSp mod ord">
        <pc:chgData name="耀泉 马" userId="19e30af8d5659de2" providerId="LiveId" clId="{C3594856-CEDA-5129-B2AF-7962E3CA4CA3}" dt="2026-03-18T22:09:26.524" v="2890" actId="1076"/>
        <pc:sldMkLst>
          <pc:docMk/>
          <pc:sldMk cId="0" sldId="261"/>
        </pc:sldMkLst>
        <pc:spChg chg="mod">
          <ac:chgData name="耀泉 马" userId="19e30af8d5659de2" providerId="LiveId" clId="{C3594856-CEDA-5129-B2AF-7962E3CA4CA3}" dt="2026-03-18T22:09:26.524" v="2890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18:04:23.909" v="1347" actId="27636"/>
          <ac:spMkLst>
            <pc:docMk/>
            <pc:sldMk cId="0" sldId="261"/>
            <ac:spMk id="3" creationId="{00000000-0000-0000-0000-000000000000}"/>
          </ac:spMkLst>
        </pc:spChg>
        <pc:spChg chg="add mod">
          <ac:chgData name="耀泉 马" userId="19e30af8d5659de2" providerId="LiveId" clId="{C3594856-CEDA-5129-B2AF-7962E3CA4CA3}" dt="2026-03-18T19:15:59.619" v="1437" actId="1076"/>
          <ac:spMkLst>
            <pc:docMk/>
            <pc:sldMk cId="0" sldId="261"/>
            <ac:spMk id="6" creationId="{8687E6AD-521E-D1E7-35AD-BF4BAC06AF84}"/>
          </ac:spMkLst>
        </pc:spChg>
        <pc:graphicFrameChg chg="add del mod">
          <ac:chgData name="耀泉 马" userId="19e30af8d5659de2" providerId="LiveId" clId="{C3594856-CEDA-5129-B2AF-7962E3CA4CA3}" dt="2026-03-18T18:03:00.180" v="1321" actId="478"/>
          <ac:graphicFrameMkLst>
            <pc:docMk/>
            <pc:sldMk cId="0" sldId="261"/>
            <ac:graphicFrameMk id="4" creationId="{E51F540D-5F2B-2BC9-C3CF-EE237C6E5C4E}"/>
          </ac:graphicFrameMkLst>
        </pc:graphicFrameChg>
        <pc:picChg chg="add mod">
          <ac:chgData name="耀泉 马" userId="19e30af8d5659de2" providerId="LiveId" clId="{C3594856-CEDA-5129-B2AF-7962E3CA4CA3}" dt="2026-03-18T18:03:14.533" v="1328" actId="1036"/>
          <ac:picMkLst>
            <pc:docMk/>
            <pc:sldMk cId="0" sldId="261"/>
            <ac:picMk id="5" creationId="{E171E68C-4B0B-70CC-471A-67E4CA14063A}"/>
          </ac:picMkLst>
        </pc:picChg>
      </pc:sldChg>
      <pc:sldChg chg="modSp mod">
        <pc:chgData name="耀泉 马" userId="19e30af8d5659de2" providerId="LiveId" clId="{C3594856-CEDA-5129-B2AF-7962E3CA4CA3}" dt="2026-03-17T20:52:22.569" v="130" actId="20577"/>
        <pc:sldMkLst>
          <pc:docMk/>
          <pc:sldMk cId="0" sldId="262"/>
        </pc:sldMkLst>
        <pc:spChg chg="mod">
          <ac:chgData name="耀泉 马" userId="19e30af8d5659de2" providerId="LiveId" clId="{C3594856-CEDA-5129-B2AF-7962E3CA4CA3}" dt="2026-03-17T20:52:22.569" v="130" actId="20577"/>
          <ac:spMkLst>
            <pc:docMk/>
            <pc:sldMk cId="0" sldId="262"/>
            <ac:spMk id="3" creationId="{00000000-0000-0000-0000-000000000000}"/>
          </ac:spMkLst>
        </pc:spChg>
      </pc:sldChg>
      <pc:sldChg chg="add del">
        <pc:chgData name="耀泉 马" userId="19e30af8d5659de2" providerId="LiveId" clId="{C3594856-CEDA-5129-B2AF-7962E3CA4CA3}" dt="2026-03-18T22:09:36.506" v="2891" actId="2696"/>
        <pc:sldMkLst>
          <pc:docMk/>
          <pc:sldMk cId="3435373810" sldId="267"/>
        </pc:sldMkLst>
      </pc:sldChg>
      <pc:sldChg chg="addSp delSp modSp add mod modAnim">
        <pc:chgData name="耀泉 马" userId="19e30af8d5659de2" providerId="LiveId" clId="{C3594856-CEDA-5129-B2AF-7962E3CA4CA3}" dt="2026-03-18T20:54:12.708" v="1919" actId="164"/>
        <pc:sldMkLst>
          <pc:docMk/>
          <pc:sldMk cId="814386939" sldId="268"/>
        </pc:sldMkLst>
        <pc:spChg chg="mod">
          <ac:chgData name="耀泉 马" userId="19e30af8d5659de2" providerId="LiveId" clId="{C3594856-CEDA-5129-B2AF-7962E3CA4CA3}" dt="2026-03-18T19:32:26.722" v="1619" actId="1037"/>
          <ac:spMkLst>
            <pc:docMk/>
            <pc:sldMk cId="814386939" sldId="268"/>
            <ac:spMk id="2" creationId="{27A7649C-399B-A7D8-23B6-9103D9339C31}"/>
          </ac:spMkLst>
        </pc:spChg>
        <pc:spChg chg="del mod">
          <ac:chgData name="耀泉 马" userId="19e30af8d5659de2" providerId="LiveId" clId="{C3594856-CEDA-5129-B2AF-7962E3CA4CA3}" dt="2026-03-18T09:49:07.670" v="261" actId="478"/>
          <ac:spMkLst>
            <pc:docMk/>
            <pc:sldMk cId="814386939" sldId="268"/>
            <ac:spMk id="3" creationId="{3B6C065F-AEC6-AA37-9C93-548A3F6B5129}"/>
          </ac:spMkLst>
        </pc:spChg>
        <pc:spChg chg="add mod">
          <ac:chgData name="耀泉 马" userId="19e30af8d5659de2" providerId="LiveId" clId="{C3594856-CEDA-5129-B2AF-7962E3CA4CA3}" dt="2026-03-18T19:17:32.405" v="1448" actId="14100"/>
          <ac:spMkLst>
            <pc:docMk/>
            <pc:sldMk cId="814386939" sldId="268"/>
            <ac:spMk id="3" creationId="{D8F36B1E-4421-62CA-E09E-DFAE03ECBDBB}"/>
          </ac:spMkLst>
        </pc:spChg>
        <pc:spChg chg="add mod">
          <ac:chgData name="耀泉 马" userId="19e30af8d5659de2" providerId="LiveId" clId="{C3594856-CEDA-5129-B2AF-7962E3CA4CA3}" dt="2026-03-18T19:17:26.494" v="1447" actId="14100"/>
          <ac:spMkLst>
            <pc:docMk/>
            <pc:sldMk cId="814386939" sldId="268"/>
            <ac:spMk id="4" creationId="{7C9932A4-32D4-F522-A763-3EB6F836FB90}"/>
          </ac:spMkLst>
        </pc:spChg>
        <pc:spChg chg="add mod">
          <ac:chgData name="耀泉 马" userId="19e30af8d5659de2" providerId="LiveId" clId="{C3594856-CEDA-5129-B2AF-7962E3CA4CA3}" dt="2026-03-18T19:50:40.220" v="1706"/>
          <ac:spMkLst>
            <pc:docMk/>
            <pc:sldMk cId="814386939" sldId="268"/>
            <ac:spMk id="5" creationId="{1770629D-73C8-A0CD-A17F-762F9D35451E}"/>
          </ac:spMkLst>
        </pc:spChg>
        <pc:spChg chg="add del mod">
          <ac:chgData name="耀泉 马" userId="19e30af8d5659de2" providerId="LiveId" clId="{C3594856-CEDA-5129-B2AF-7962E3CA4CA3}" dt="2026-03-18T09:49:39.335" v="277" actId="478"/>
          <ac:spMkLst>
            <pc:docMk/>
            <pc:sldMk cId="814386939" sldId="268"/>
            <ac:spMk id="5" creationId="{65DB1934-7F91-2779-0B9B-C8605AA51B86}"/>
          </ac:spMkLst>
        </pc:spChg>
        <pc:spChg chg="add mod">
          <ac:chgData name="耀泉 马" userId="19e30af8d5659de2" providerId="LiveId" clId="{C3594856-CEDA-5129-B2AF-7962E3CA4CA3}" dt="2026-03-18T19:45:05.423" v="1699" actId="207"/>
          <ac:spMkLst>
            <pc:docMk/>
            <pc:sldMk cId="814386939" sldId="268"/>
            <ac:spMk id="6" creationId="{951E455F-C561-6E58-CC8E-0C4FC5F238BF}"/>
          </ac:spMkLst>
        </pc:spChg>
        <pc:spChg chg="add mod">
          <ac:chgData name="耀泉 马" userId="19e30af8d5659de2" providerId="LiveId" clId="{C3594856-CEDA-5129-B2AF-7962E3CA4CA3}" dt="2026-03-18T19:50:34.159" v="1705" actId="113"/>
          <ac:spMkLst>
            <pc:docMk/>
            <pc:sldMk cId="814386939" sldId="268"/>
            <ac:spMk id="7" creationId="{854755DE-752C-BCAE-3133-763CFEF59332}"/>
          </ac:spMkLst>
        </pc:spChg>
        <pc:spChg chg="add mod">
          <ac:chgData name="耀泉 马" userId="19e30af8d5659de2" providerId="LiveId" clId="{C3594856-CEDA-5129-B2AF-7962E3CA4CA3}" dt="2026-03-18T19:32:36.191" v="1621" actId="14100"/>
          <ac:spMkLst>
            <pc:docMk/>
            <pc:sldMk cId="814386939" sldId="268"/>
            <ac:spMk id="9" creationId="{16727677-89B0-8CFD-39B7-288A3FDBB57D}"/>
          </ac:spMkLst>
        </pc:spChg>
        <pc:spChg chg="add del mod">
          <ac:chgData name="耀泉 马" userId="19e30af8d5659de2" providerId="LiveId" clId="{C3594856-CEDA-5129-B2AF-7962E3CA4CA3}" dt="2026-03-18T09:51:23.002" v="332" actId="11529"/>
          <ac:spMkLst>
            <pc:docMk/>
            <pc:sldMk cId="814386939" sldId="268"/>
            <ac:spMk id="11" creationId="{0D1FB86A-4012-5106-91F5-7ABEA075EA15}"/>
          </ac:spMkLst>
        </pc:spChg>
        <pc:spChg chg="add del mod">
          <ac:chgData name="耀泉 马" userId="19e30af8d5659de2" providerId="LiveId" clId="{C3594856-CEDA-5129-B2AF-7962E3CA4CA3}" dt="2026-03-18T19:40:01.643" v="1646" actId="478"/>
          <ac:spMkLst>
            <pc:docMk/>
            <pc:sldMk cId="814386939" sldId="268"/>
            <ac:spMk id="11" creationId="{2A88BB78-25F8-AE46-C9C7-6A35FADE0426}"/>
          </ac:spMkLst>
        </pc:spChg>
        <pc:spChg chg="add mod">
          <ac:chgData name="耀泉 马" userId="19e30af8d5659de2" providerId="LiveId" clId="{C3594856-CEDA-5129-B2AF-7962E3CA4CA3}" dt="2026-03-18T19:44:32.014" v="1695" actId="255"/>
          <ac:spMkLst>
            <pc:docMk/>
            <pc:sldMk cId="814386939" sldId="268"/>
            <ac:spMk id="12" creationId="{705DE116-2B12-7A1F-1998-18F0A82996FE}"/>
          </ac:spMkLst>
        </pc:spChg>
        <pc:spChg chg="add mod">
          <ac:chgData name="耀泉 马" userId="19e30af8d5659de2" providerId="LiveId" clId="{C3594856-CEDA-5129-B2AF-7962E3CA4CA3}" dt="2026-03-18T09:51:20.329" v="326" actId="1076"/>
          <ac:spMkLst>
            <pc:docMk/>
            <pc:sldMk cId="814386939" sldId="268"/>
            <ac:spMk id="12" creationId="{E2096966-97E8-7C57-0674-3213DBD98DAF}"/>
          </ac:spMkLst>
        </pc:spChg>
        <pc:spChg chg="add del mod">
          <ac:chgData name="耀泉 马" userId="19e30af8d5659de2" providerId="LiveId" clId="{C3594856-CEDA-5129-B2AF-7962E3CA4CA3}" dt="2026-03-18T09:59:47.407" v="489" actId="478"/>
          <ac:spMkLst>
            <pc:docMk/>
            <pc:sldMk cId="814386939" sldId="268"/>
            <ac:spMk id="13" creationId="{30A8FA0B-EEE3-EAB9-5FAF-06084DF88C6C}"/>
          </ac:spMkLst>
        </pc:spChg>
        <pc:spChg chg="add mod">
          <ac:chgData name="耀泉 马" userId="19e30af8d5659de2" providerId="LiveId" clId="{C3594856-CEDA-5129-B2AF-7962E3CA4CA3}" dt="2026-03-18T19:40:45.487" v="1651" actId="207"/>
          <ac:spMkLst>
            <pc:docMk/>
            <pc:sldMk cId="814386939" sldId="268"/>
            <ac:spMk id="13" creationId="{5930CA17-7B55-A33A-0F68-6DBBD0F0BD7E}"/>
          </ac:spMkLst>
        </pc:spChg>
        <pc:spChg chg="add mod">
          <ac:chgData name="耀泉 马" userId="19e30af8d5659de2" providerId="LiveId" clId="{C3594856-CEDA-5129-B2AF-7962E3CA4CA3}" dt="2026-03-18T19:44:37.187" v="1696" actId="1036"/>
          <ac:spMkLst>
            <pc:docMk/>
            <pc:sldMk cId="814386939" sldId="268"/>
            <ac:spMk id="14" creationId="{0D87838E-0C28-3EFD-E282-AEC8F5C97DFF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5" creationId="{A94C761C-48AB-DD60-DA19-85A886820E18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16" creationId="{D1390177-FBD9-8F4F-EDA5-30DFBCE23645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8" creationId="{A207669A-2F18-74DE-EF98-15D460676C8E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9" creationId="{FA77EB64-8719-EF87-D29C-CA05EF81617A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0" creationId="{81CD0A4C-F4B8-B425-C0FD-908F17355677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1" creationId="{D88078BA-E23F-CDEB-61D2-2CD4EE7C9732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2" creationId="{08CA9175-388D-6099-2700-905D3E649905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3" creationId="{F7A06578-1DEB-DC17-DAC1-2D3445941FF9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4" creationId="{17FEF3B6-DEA5-06E3-2898-C204D1ABD2D4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5" creationId="{286839BE-7C81-1D01-3152-F17330EDCCF5}"/>
          </ac:spMkLst>
        </pc:spChg>
        <pc:spChg chg="add mod">
          <ac:chgData name="耀泉 马" userId="19e30af8d5659de2" providerId="LiveId" clId="{C3594856-CEDA-5129-B2AF-7962E3CA4CA3}" dt="2026-03-18T20:53:25.957" v="1906" actId="1076"/>
          <ac:spMkLst>
            <pc:docMk/>
            <pc:sldMk cId="814386939" sldId="268"/>
            <ac:spMk id="29" creationId="{C481748B-DFA3-5040-1741-08C0E6A1CBC3}"/>
          </ac:spMkLst>
        </pc:spChg>
        <pc:spChg chg="add mod">
          <ac:chgData name="耀泉 马" userId="19e30af8d5659de2" providerId="LiveId" clId="{C3594856-CEDA-5129-B2AF-7962E3CA4CA3}" dt="2026-03-18T13:19:40.148" v="726" actId="14100"/>
          <ac:spMkLst>
            <pc:docMk/>
            <pc:sldMk cId="814386939" sldId="268"/>
            <ac:spMk id="31" creationId="{4C4BE4F8-8409-9639-A500-F83409FCFFA7}"/>
          </ac:spMkLst>
        </pc:spChg>
        <pc:spChg chg="add del mod">
          <ac:chgData name="耀泉 马" userId="19e30af8d5659de2" providerId="LiveId" clId="{C3594856-CEDA-5129-B2AF-7962E3CA4CA3}" dt="2026-03-18T10:00:42.289" v="547"/>
          <ac:spMkLst>
            <pc:docMk/>
            <pc:sldMk cId="814386939" sldId="268"/>
            <ac:spMk id="33" creationId="{F66F6175-39CE-8A11-F742-1AFA1585D95A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4" creationId="{898E5945-17AE-5FBB-BC98-0FD633DC2CAC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5" creationId="{BD4FE70E-F51F-727A-A874-33B8D4973ACE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6" creationId="{8E465672-FFCF-BCE1-F9B8-C0A0E6B711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7" creationId="{2FE35625-CA79-A0B6-4996-D4741B89A479}"/>
          </ac:spMkLst>
        </pc:spChg>
        <pc:spChg chg="add mod">
          <ac:chgData name="耀泉 马" userId="19e30af8d5659de2" providerId="LiveId" clId="{C3594856-CEDA-5129-B2AF-7962E3CA4CA3}" dt="2026-03-18T13:20:14.238" v="743" actId="1035"/>
          <ac:spMkLst>
            <pc:docMk/>
            <pc:sldMk cId="814386939" sldId="268"/>
            <ac:spMk id="38" creationId="{CB2106DB-534B-A3C8-74B6-F9ADB9D133FF}"/>
          </ac:spMkLst>
        </pc:spChg>
        <pc:spChg chg="add del">
          <ac:chgData name="耀泉 马" userId="19e30af8d5659de2" providerId="LiveId" clId="{C3594856-CEDA-5129-B2AF-7962E3CA4CA3}" dt="2026-03-18T10:02:24.218" v="599" actId="11529"/>
          <ac:spMkLst>
            <pc:docMk/>
            <pc:sldMk cId="814386939" sldId="268"/>
            <ac:spMk id="39" creationId="{96827D78-502C-B575-E667-C13CD107C9C9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0" creationId="{20DAA727-43B6-B948-17C0-65167B7687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1" creationId="{E8ACCC30-8847-DDF5-0E99-0273CCFD743E}"/>
          </ac:spMkLst>
        </pc:spChg>
        <pc:spChg chg="add del mod">
          <ac:chgData name="耀泉 马" userId="19e30af8d5659de2" providerId="LiveId" clId="{C3594856-CEDA-5129-B2AF-7962E3CA4CA3}" dt="2026-03-18T13:16:36.604" v="682"/>
          <ac:spMkLst>
            <pc:docMk/>
            <pc:sldMk cId="814386939" sldId="268"/>
            <ac:spMk id="42" creationId="{9BE8185D-A2B1-D178-7BF4-F4AC74A8EE03}"/>
          </ac:spMkLst>
        </pc:spChg>
        <pc:spChg chg="add del">
          <ac:chgData name="耀泉 马" userId="19e30af8d5659de2" providerId="LiveId" clId="{C3594856-CEDA-5129-B2AF-7962E3CA4CA3}" dt="2026-03-18T13:16:40.303" v="684" actId="22"/>
          <ac:spMkLst>
            <pc:docMk/>
            <pc:sldMk cId="814386939" sldId="268"/>
            <ac:spMk id="44" creationId="{3675DDC1-3D43-52F4-6E30-F33C03BA4F0B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5" creationId="{770BE998-DE42-AC75-3931-827DAE46A753}"/>
          </ac:spMkLst>
        </pc:spChg>
        <pc:spChg chg="add mod">
          <ac:chgData name="耀泉 马" userId="19e30af8d5659de2" providerId="LiveId" clId="{C3594856-CEDA-5129-B2AF-7962E3CA4CA3}" dt="2026-03-18T13:47:10.656" v="1142" actId="14100"/>
          <ac:spMkLst>
            <pc:docMk/>
            <pc:sldMk cId="814386939" sldId="268"/>
            <ac:spMk id="51" creationId="{C104F36B-F534-4203-4C3B-1A7267A0950D}"/>
          </ac:spMkLst>
        </pc:spChg>
        <pc:spChg chg="add mod">
          <ac:chgData name="耀泉 马" userId="19e30af8d5659de2" providerId="LiveId" clId="{C3594856-CEDA-5129-B2AF-7962E3CA4CA3}" dt="2026-03-18T19:35:56.571" v="1637"/>
          <ac:spMkLst>
            <pc:docMk/>
            <pc:sldMk cId="814386939" sldId="268"/>
            <ac:spMk id="52" creationId="{8B8FC5B0-A1F5-D5BD-3910-5A2F09AEB404}"/>
          </ac:spMkLst>
        </pc:spChg>
        <pc:spChg chg="add del mod">
          <ac:chgData name="耀泉 马" userId="19e30af8d5659de2" providerId="LiveId" clId="{C3594856-CEDA-5129-B2AF-7962E3CA4CA3}" dt="2026-03-18T13:25:51.480" v="873" actId="478"/>
          <ac:spMkLst>
            <pc:docMk/>
            <pc:sldMk cId="814386939" sldId="268"/>
            <ac:spMk id="53" creationId="{34C11876-F099-6BA1-28B9-644C6E1709E7}"/>
          </ac:spMkLst>
        </pc:spChg>
        <pc:spChg chg="add del mod">
          <ac:chgData name="耀泉 马" userId="19e30af8d5659de2" providerId="LiveId" clId="{C3594856-CEDA-5129-B2AF-7962E3CA4CA3}" dt="2026-03-18T13:24:32.773" v="859"/>
          <ac:spMkLst>
            <pc:docMk/>
            <pc:sldMk cId="814386939" sldId="268"/>
            <ac:spMk id="54" creationId="{0FB2DA32-45B6-D872-4BA1-D29E6B9322C7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7" creationId="{4102F10F-61FB-ACF1-672C-97A8402E3AFB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8" creationId="{6EE0CBBE-B553-FAB0-5A8E-9FFE28521536}"/>
          </ac:spMkLst>
        </pc:spChg>
        <pc:spChg chg="add del mod">
          <ac:chgData name="耀泉 马" userId="19e30af8d5659de2" providerId="LiveId" clId="{C3594856-CEDA-5129-B2AF-7962E3CA4CA3}" dt="2026-03-18T13:25:49.071" v="872"/>
          <ac:spMkLst>
            <pc:docMk/>
            <pc:sldMk cId="814386939" sldId="268"/>
            <ac:spMk id="60" creationId="{A4596D31-71FF-AE6C-76FD-EBEA1A605128}"/>
          </ac:spMkLst>
        </pc:spChg>
        <pc:spChg chg="add mod">
          <ac:chgData name="耀泉 马" userId="19e30af8d5659de2" providerId="LiveId" clId="{C3594856-CEDA-5129-B2AF-7962E3CA4CA3}" dt="2026-03-18T19:45:10.065" v="1700" actId="207"/>
          <ac:spMkLst>
            <pc:docMk/>
            <pc:sldMk cId="814386939" sldId="268"/>
            <ac:spMk id="61" creationId="{EF3E311E-249D-8AE8-40EB-C4B8841E7274}"/>
          </ac:spMkLst>
        </pc:spChg>
        <pc:spChg chg="add del mod">
          <ac:chgData name="耀泉 马" userId="19e30af8d5659de2" providerId="LiveId" clId="{C3594856-CEDA-5129-B2AF-7962E3CA4CA3}" dt="2026-03-18T13:31:17.213" v="951" actId="478"/>
          <ac:spMkLst>
            <pc:docMk/>
            <pc:sldMk cId="814386939" sldId="268"/>
            <ac:spMk id="67" creationId="{926A75FB-D7F0-450B-9A77-67F7122CC3FD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8" creationId="{0C82C30F-DB6C-8563-EE0F-95A70A254AB1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9" creationId="{29B6B052-7ABF-86FB-50DC-081D1374EB08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70" creationId="{CF703202-FE4F-CA62-0EF6-FF8049605C7A}"/>
          </ac:spMkLst>
        </pc:spChg>
        <pc:spChg chg="add mod">
          <ac:chgData name="耀泉 马" userId="19e30af8d5659de2" providerId="LiveId" clId="{C3594856-CEDA-5129-B2AF-7962E3CA4CA3}" dt="2026-03-18T13:33:35.532" v="983" actId="20577"/>
          <ac:spMkLst>
            <pc:docMk/>
            <pc:sldMk cId="814386939" sldId="268"/>
            <ac:spMk id="71" creationId="{BB23A304-3133-FFFC-BA77-35B0AB9925F7}"/>
          </ac:spMkLst>
        </pc:spChg>
        <pc:spChg chg="add mod">
          <ac:chgData name="耀泉 马" userId="19e30af8d5659de2" providerId="LiveId" clId="{C3594856-CEDA-5129-B2AF-7962E3CA4CA3}" dt="2026-03-18T13:34:45.321" v="1003" actId="1076"/>
          <ac:spMkLst>
            <pc:docMk/>
            <pc:sldMk cId="814386939" sldId="268"/>
            <ac:spMk id="72" creationId="{E4E5F51E-54AE-A4DA-44E3-3B28801864C1}"/>
          </ac:spMkLst>
        </pc:spChg>
        <pc:spChg chg="add mod">
          <ac:chgData name="耀泉 马" userId="19e30af8d5659de2" providerId="LiveId" clId="{C3594856-CEDA-5129-B2AF-7962E3CA4CA3}" dt="2026-03-18T13:34:52.297" v="1012" actId="1037"/>
          <ac:spMkLst>
            <pc:docMk/>
            <pc:sldMk cId="814386939" sldId="268"/>
            <ac:spMk id="73" creationId="{58C31ACD-ACA6-096C-05E0-6A8CDCEDE838}"/>
          </ac:spMkLst>
        </pc:spChg>
        <pc:spChg chg="add mod">
          <ac:chgData name="耀泉 马" userId="19e30af8d5659de2" providerId="LiveId" clId="{C3594856-CEDA-5129-B2AF-7962E3CA4CA3}" dt="2026-03-18T13:35:54.652" v="1055" actId="14100"/>
          <ac:spMkLst>
            <pc:docMk/>
            <pc:sldMk cId="814386939" sldId="268"/>
            <ac:spMk id="74" creationId="{85A42BEC-E9EF-9C69-762A-A4EE23D7D400}"/>
          </ac:spMkLst>
        </pc:spChg>
        <pc:spChg chg="add mod">
          <ac:chgData name="耀泉 马" userId="19e30af8d5659de2" providerId="LiveId" clId="{C3594856-CEDA-5129-B2AF-7962E3CA4CA3}" dt="2026-03-18T20:47:17.038" v="1827" actId="1076"/>
          <ac:spMkLst>
            <pc:docMk/>
            <pc:sldMk cId="814386939" sldId="268"/>
            <ac:spMk id="77" creationId="{BAF0A316-76DD-478D-567B-A5050D8F6F37}"/>
          </ac:spMkLst>
        </pc:spChg>
        <pc:spChg chg="add mod">
          <ac:chgData name="耀泉 马" userId="19e30af8d5659de2" providerId="LiveId" clId="{C3594856-CEDA-5129-B2AF-7962E3CA4CA3}" dt="2026-03-18T13:37:44.519" v="1120" actId="255"/>
          <ac:spMkLst>
            <pc:docMk/>
            <pc:sldMk cId="814386939" sldId="268"/>
            <ac:spMk id="78" creationId="{CFCC8544-DE2C-F5C4-BC42-B00DD8CE1FD7}"/>
          </ac:spMkLst>
        </pc:spChg>
        <pc:spChg chg="add mod">
          <ac:chgData name="耀泉 马" userId="19e30af8d5659de2" providerId="LiveId" clId="{C3594856-CEDA-5129-B2AF-7962E3CA4CA3}" dt="2026-03-18T13:37:26.286" v="1115" actId="1076"/>
          <ac:spMkLst>
            <pc:docMk/>
            <pc:sldMk cId="814386939" sldId="268"/>
            <ac:spMk id="79" creationId="{40FEA40F-045D-3818-232F-1989D72E2D17}"/>
          </ac:spMkLst>
        </pc:spChg>
        <pc:spChg chg="add mod">
          <ac:chgData name="耀泉 马" userId="19e30af8d5659de2" providerId="LiveId" clId="{C3594856-CEDA-5129-B2AF-7962E3CA4CA3}" dt="2026-03-18T20:52:37.829" v="1895"/>
          <ac:spMkLst>
            <pc:docMk/>
            <pc:sldMk cId="814386939" sldId="268"/>
            <ac:spMk id="95" creationId="{21502362-6DDB-9CF8-DB0A-E70030AD82C1}"/>
          </ac:spMkLst>
        </pc:spChg>
        <pc:spChg chg="add mod">
          <ac:chgData name="耀泉 马" userId="19e30af8d5659de2" providerId="LiveId" clId="{C3594856-CEDA-5129-B2AF-7962E3CA4CA3}" dt="2026-03-18T20:53:47.241" v="1914"/>
          <ac:spMkLst>
            <pc:docMk/>
            <pc:sldMk cId="814386939" sldId="268"/>
            <ac:spMk id="112" creationId="{A6655321-B637-4813-4F8F-92E8D9E4F0DE}"/>
          </ac:spMkLst>
        </pc:spChg>
        <pc:grpChg chg="add mod">
          <ac:chgData name="耀泉 马" userId="19e30af8d5659de2" providerId="LiveId" clId="{C3594856-CEDA-5129-B2AF-7962E3CA4CA3}" dt="2026-03-18T20:54:12.708" v="1919" actId="164"/>
          <ac:grpSpMkLst>
            <pc:docMk/>
            <pc:sldMk cId="814386939" sldId="268"/>
            <ac:grpSpMk id="116" creationId="{3DD13C83-1060-62D8-BA3C-30E3B2934AA8}"/>
          </ac:grpSpMkLst>
        </pc:grpChg>
        <pc:picChg chg="add mod">
          <ac:chgData name="耀泉 马" userId="19e30af8d5659de2" providerId="LiveId" clId="{C3594856-CEDA-5129-B2AF-7962E3CA4CA3}" dt="2026-03-18T19:38:29.058" v="1643" actId="14100"/>
          <ac:picMkLst>
            <pc:docMk/>
            <pc:sldMk cId="814386939" sldId="268"/>
            <ac:picMk id="10" creationId="{96811831-89C9-59F0-2294-9692BCB60E51}"/>
          </ac:picMkLst>
        </pc:picChg>
        <pc:picChg chg="add del mod">
          <ac:chgData name="耀泉 马" userId="19e30af8d5659de2" providerId="LiveId" clId="{C3594856-CEDA-5129-B2AF-7962E3CA4CA3}" dt="2026-03-18T09:56:55.837" v="426" actId="478"/>
          <ac:picMkLst>
            <pc:docMk/>
            <pc:sldMk cId="814386939" sldId="268"/>
            <ac:picMk id="22" creationId="{EA62D1D5-EC56-1886-25E7-5FB9910816C1}"/>
          </ac:picMkLst>
        </pc:picChg>
        <pc:picChg chg="add del mod">
          <ac:chgData name="耀泉 马" userId="19e30af8d5659de2" providerId="LiveId" clId="{C3594856-CEDA-5129-B2AF-7962E3CA4CA3}" dt="2026-03-18T09:57:16.830" v="433" actId="478"/>
          <ac:picMkLst>
            <pc:docMk/>
            <pc:sldMk cId="814386939" sldId="268"/>
            <ac:picMk id="23" creationId="{797F9282-2611-F80D-71C3-BC73D71407F6}"/>
          </ac:picMkLst>
        </pc:picChg>
        <pc:picChg chg="add mod">
          <ac:chgData name="耀泉 马" userId="19e30af8d5659de2" providerId="LiveId" clId="{C3594856-CEDA-5129-B2AF-7962E3CA4CA3}" dt="2026-03-18T09:57:36.480" v="436" actId="688"/>
          <ac:picMkLst>
            <pc:docMk/>
            <pc:sldMk cId="814386939" sldId="268"/>
            <ac:picMk id="25" creationId="{04B9246A-1503-7220-14F8-FE90BB638B84}"/>
          </ac:picMkLst>
        </pc:picChg>
        <pc:picChg chg="add">
          <ac:chgData name="耀泉 马" userId="19e30af8d5659de2" providerId="LiveId" clId="{C3594856-CEDA-5129-B2AF-7962E3CA4CA3}" dt="2026-03-18T09:57:47.568" v="437"/>
          <ac:picMkLst>
            <pc:docMk/>
            <pc:sldMk cId="814386939" sldId="268"/>
            <ac:picMk id="26" creationId="{E7C5ED85-9530-8321-3613-99AFEFE3921E}"/>
          </ac:picMkLst>
        </pc:picChg>
        <pc:picChg chg="add del mod">
          <ac:chgData name="耀泉 马" userId="19e30af8d5659de2" providerId="LiveId" clId="{C3594856-CEDA-5129-B2AF-7962E3CA4CA3}" dt="2026-03-18T20:46:22.162" v="1809" actId="478"/>
          <ac:picMkLst>
            <pc:docMk/>
            <pc:sldMk cId="814386939" sldId="268"/>
            <ac:picMk id="27" creationId="{F1913094-1467-B0FB-C16D-F4CB38A12599}"/>
          </ac:picMkLst>
        </pc:picChg>
        <pc:picChg chg="add del mod">
          <ac:chgData name="耀泉 马" userId="19e30af8d5659de2" providerId="LiveId" clId="{C3594856-CEDA-5129-B2AF-7962E3CA4CA3}" dt="2026-03-18T13:19:01.230" v="722" actId="478"/>
          <ac:picMkLst>
            <pc:docMk/>
            <pc:sldMk cId="814386939" sldId="268"/>
            <ac:picMk id="46" creationId="{B8C75CE7-6A15-0468-6132-5EAD5EFCC67E}"/>
          </ac:picMkLst>
        </pc:picChg>
        <pc:picChg chg="add mod">
          <ac:chgData name="耀泉 马" userId="19e30af8d5659de2" providerId="LiveId" clId="{C3594856-CEDA-5129-B2AF-7962E3CA4CA3}" dt="2026-03-18T13:20:30.397" v="782" actId="1036"/>
          <ac:picMkLst>
            <pc:docMk/>
            <pc:sldMk cId="814386939" sldId="268"/>
            <ac:picMk id="47" creationId="{21949BEA-0A35-9974-7DA4-7DA769B30521}"/>
          </ac:picMkLst>
        </pc:picChg>
        <pc:picChg chg="add mod">
          <ac:chgData name="耀泉 马" userId="19e30af8d5659de2" providerId="LiveId" clId="{C3594856-CEDA-5129-B2AF-7962E3CA4CA3}" dt="2026-03-18T13:47:06.962" v="1141" actId="1076"/>
          <ac:picMkLst>
            <pc:docMk/>
            <pc:sldMk cId="814386939" sldId="268"/>
            <ac:picMk id="80" creationId="{6488728A-F82B-5347-ACAE-568692FF907D}"/>
          </ac:picMkLst>
        </pc:picChg>
        <pc:picChg chg="add mod">
          <ac:chgData name="耀泉 马" userId="19e30af8d5659de2" providerId="LiveId" clId="{C3594856-CEDA-5129-B2AF-7962E3CA4CA3}" dt="2026-03-18T19:33:30.658" v="1632" actId="1036"/>
          <ac:picMkLst>
            <pc:docMk/>
            <pc:sldMk cId="814386939" sldId="268"/>
            <ac:picMk id="81" creationId="{C0550D18-DE3C-F599-E431-5240A0F0D7A9}"/>
          </ac:picMkLst>
        </pc:picChg>
        <pc:cxnChg chg="add mod">
          <ac:chgData name="耀泉 马" userId="19e30af8d5659de2" providerId="LiveId" clId="{C3594856-CEDA-5129-B2AF-7962E3CA4CA3}" dt="2026-03-18T13:19:45.960" v="728" actId="14100"/>
          <ac:cxnSpMkLst>
            <pc:docMk/>
            <pc:sldMk cId="814386939" sldId="268"/>
            <ac:cxnSpMk id="8" creationId="{FB96A4DD-1145-4C3E-1DBD-CC982FF21C79}"/>
          </ac:cxnSpMkLst>
        </pc:cxnChg>
        <pc:cxnChg chg="add del mod">
          <ac:chgData name="耀泉 马" userId="19e30af8d5659de2" providerId="LiveId" clId="{C3594856-CEDA-5129-B2AF-7962E3CA4CA3}" dt="2026-03-18T09:51:24.707" v="333" actId="478"/>
          <ac:cxnSpMkLst>
            <pc:docMk/>
            <pc:sldMk cId="814386939" sldId="268"/>
            <ac:cxnSpMk id="10" creationId="{8DEBF24D-E0C7-FACD-5262-03978EEAEF42}"/>
          </ac:cxnSpMkLst>
        </pc:cxnChg>
        <pc:cxnChg chg="add mod">
          <ac:chgData name="耀泉 马" userId="19e30af8d5659de2" providerId="LiveId" clId="{C3594856-CEDA-5129-B2AF-7962E3CA4CA3}" dt="2026-03-18T13:19:42.953" v="727" actId="14100"/>
          <ac:cxnSpMkLst>
            <pc:docMk/>
            <pc:sldMk cId="814386939" sldId="268"/>
            <ac:cxnSpMk id="17" creationId="{2CB87647-8814-233A-C933-61DE9775BEDC}"/>
          </ac:cxnSpMkLst>
        </pc:cxnChg>
        <pc:cxnChg chg="add">
          <ac:chgData name="耀泉 马" userId="19e30af8d5659de2" providerId="LiveId" clId="{C3594856-CEDA-5129-B2AF-7962E3CA4CA3}" dt="2026-03-18T20:48:40.911" v="1863" actId="11529"/>
          <ac:cxnSpMkLst>
            <pc:docMk/>
            <pc:sldMk cId="814386939" sldId="268"/>
            <ac:cxnSpMk id="28" creationId="{34DDCD68-8F02-A359-8621-B05D8EE44064}"/>
          </ac:cxnSpMkLst>
        </pc:cxnChg>
        <pc:cxnChg chg="add">
          <ac:chgData name="耀泉 马" userId="19e30af8d5659de2" providerId="LiveId" clId="{C3594856-CEDA-5129-B2AF-7962E3CA4CA3}" dt="2026-03-18T20:48:50.115" v="1864" actId="11529"/>
          <ac:cxnSpMkLst>
            <pc:docMk/>
            <pc:sldMk cId="814386939" sldId="268"/>
            <ac:cxnSpMk id="32" creationId="{B0A9F970-7426-4426-6B02-369409561D22}"/>
          </ac:cxnSpMkLst>
        </pc:cxnChg>
        <pc:cxnChg chg="add">
          <ac:chgData name="耀泉 马" userId="19e30af8d5659de2" providerId="LiveId" clId="{C3594856-CEDA-5129-B2AF-7962E3CA4CA3}" dt="2026-03-18T20:48:54.829" v="1865" actId="11529"/>
          <ac:cxnSpMkLst>
            <pc:docMk/>
            <pc:sldMk cId="814386939" sldId="268"/>
            <ac:cxnSpMk id="39" creationId="{7BABCC0E-F8FC-0C35-13FF-8123DF0F4204}"/>
          </ac:cxnSpMkLst>
        </pc:cxnChg>
        <pc:cxnChg chg="add">
          <ac:chgData name="耀泉 马" userId="19e30af8d5659de2" providerId="LiveId" clId="{C3594856-CEDA-5129-B2AF-7962E3CA4CA3}" dt="2026-03-18T20:49:00.414" v="1866" actId="11529"/>
          <ac:cxnSpMkLst>
            <pc:docMk/>
            <pc:sldMk cId="814386939" sldId="268"/>
            <ac:cxnSpMk id="43" creationId="{F65AD1BA-1D61-77BB-3072-54FC94A052AE}"/>
          </ac:cxnSpMkLst>
        </pc:cxnChg>
        <pc:cxnChg chg="add mod">
          <ac:chgData name="耀泉 马" userId="19e30af8d5659de2" providerId="LiveId" clId="{C3594856-CEDA-5129-B2AF-7962E3CA4CA3}" dt="2026-03-18T20:49:13.767" v="1869" actId="14100"/>
          <ac:cxnSpMkLst>
            <pc:docMk/>
            <pc:sldMk cId="814386939" sldId="268"/>
            <ac:cxnSpMk id="46" creationId="{F65A1A90-EECF-1E55-66A6-A58FEB0919FC}"/>
          </ac:cxnSpMkLst>
        </pc:cxnChg>
        <pc:cxnChg chg="add mod">
          <ac:chgData name="耀泉 马" userId="19e30af8d5659de2" providerId="LiveId" clId="{C3594856-CEDA-5129-B2AF-7962E3CA4CA3}" dt="2026-03-18T20:49:21.187" v="1872" actId="14100"/>
          <ac:cxnSpMkLst>
            <pc:docMk/>
            <pc:sldMk cId="814386939" sldId="268"/>
            <ac:cxnSpMk id="50" creationId="{15661BE8-F387-30BA-EB5E-E92587F30829}"/>
          </ac:cxnSpMkLst>
        </pc:cxnChg>
        <pc:cxnChg chg="add mod">
          <ac:chgData name="耀泉 马" userId="19e30af8d5659de2" providerId="LiveId" clId="{C3594856-CEDA-5129-B2AF-7962E3CA4CA3}" dt="2026-03-18T20:49:40.200" v="1876" actId="14100"/>
          <ac:cxnSpMkLst>
            <pc:docMk/>
            <pc:sldMk cId="814386939" sldId="268"/>
            <ac:cxnSpMk id="55" creationId="{DFDC7C1B-2E23-B016-C7A0-616CEF14F7E4}"/>
          </ac:cxnSpMkLst>
        </pc:cxnChg>
        <pc:cxnChg chg="add mod">
          <ac:chgData name="耀泉 马" userId="19e30af8d5659de2" providerId="LiveId" clId="{C3594856-CEDA-5129-B2AF-7962E3CA4CA3}" dt="2026-03-18T19:35:11.896" v="1635" actId="692"/>
          <ac:cxnSpMkLst>
            <pc:docMk/>
            <pc:sldMk cId="814386939" sldId="268"/>
            <ac:cxnSpMk id="56" creationId="{E454A758-71CA-2BDE-0059-C54C08D00CD7}"/>
          </ac:cxnSpMkLst>
        </pc:cxnChg>
        <pc:cxnChg chg="add mod">
          <ac:chgData name="耀泉 马" userId="19e30af8d5659de2" providerId="LiveId" clId="{C3594856-CEDA-5129-B2AF-7962E3CA4CA3}" dt="2026-03-18T20:51:29.237" v="1879" actId="14100"/>
          <ac:cxnSpMkLst>
            <pc:docMk/>
            <pc:sldMk cId="814386939" sldId="268"/>
            <ac:cxnSpMk id="63" creationId="{BD8FB90B-90FF-C112-5F3C-75A6A528086E}"/>
          </ac:cxnSpMkLst>
        </pc:cxnChg>
        <pc:cxnChg chg="add mod">
          <ac:chgData name="耀泉 马" userId="19e30af8d5659de2" providerId="LiveId" clId="{C3594856-CEDA-5129-B2AF-7962E3CA4CA3}" dt="2026-03-18T13:47:26.198" v="1146" actId="14100"/>
          <ac:cxnSpMkLst>
            <pc:docMk/>
            <pc:sldMk cId="814386939" sldId="268"/>
            <ac:cxnSpMk id="64" creationId="{097E2E20-F783-3FBA-F095-1120DB9F8B47}"/>
          </ac:cxnSpMkLst>
        </pc:cxnChg>
        <pc:cxnChg chg="add mod">
          <ac:chgData name="耀泉 马" userId="19e30af8d5659de2" providerId="LiveId" clId="{C3594856-CEDA-5129-B2AF-7962E3CA4CA3}" dt="2026-03-18T13:47:18.503" v="1144" actId="14100"/>
          <ac:cxnSpMkLst>
            <pc:docMk/>
            <pc:sldMk cId="814386939" sldId="268"/>
            <ac:cxnSpMk id="66" creationId="{064E9001-AEBD-CC4E-EEA8-630A81455DDF}"/>
          </ac:cxnSpMkLst>
        </pc:cxnChg>
        <pc:cxnChg chg="add mod">
          <ac:chgData name="耀泉 马" userId="19e30af8d5659de2" providerId="LiveId" clId="{C3594856-CEDA-5129-B2AF-7962E3CA4CA3}" dt="2026-03-18T20:51:38.446" v="1883" actId="14100"/>
          <ac:cxnSpMkLst>
            <pc:docMk/>
            <pc:sldMk cId="814386939" sldId="268"/>
            <ac:cxnSpMk id="75" creationId="{65EBE0A5-D893-7320-8BC3-463038D6876F}"/>
          </ac:cxnSpMkLst>
        </pc:cxnChg>
        <pc:cxnChg chg="add mod">
          <ac:chgData name="耀泉 马" userId="19e30af8d5659de2" providerId="LiveId" clId="{C3594856-CEDA-5129-B2AF-7962E3CA4CA3}" dt="2026-03-18T13:47:10.656" v="1142" actId="14100"/>
          <ac:cxnSpMkLst>
            <pc:docMk/>
            <pc:sldMk cId="814386939" sldId="268"/>
            <ac:cxnSpMk id="76" creationId="{10389F9C-4598-137B-4745-F71A0E0830AC}"/>
          </ac:cxnSpMkLst>
        </pc:cxnChg>
        <pc:cxnChg chg="add mod">
          <ac:chgData name="耀泉 马" userId="19e30af8d5659de2" providerId="LiveId" clId="{C3594856-CEDA-5129-B2AF-7962E3CA4CA3}" dt="2026-03-18T20:51:48.587" v="1886" actId="14100"/>
          <ac:cxnSpMkLst>
            <pc:docMk/>
            <pc:sldMk cId="814386939" sldId="268"/>
            <ac:cxnSpMk id="85" creationId="{035FA15B-CA74-7178-C274-A0A47B85A06F}"/>
          </ac:cxnSpMkLst>
        </pc:cxnChg>
        <pc:cxnChg chg="add mod">
          <ac:chgData name="耀泉 马" userId="19e30af8d5659de2" providerId="LiveId" clId="{C3594856-CEDA-5129-B2AF-7962E3CA4CA3}" dt="2026-03-18T20:52:13.960" v="1891" actId="167"/>
          <ac:cxnSpMkLst>
            <pc:docMk/>
            <pc:sldMk cId="814386939" sldId="268"/>
            <ac:cxnSpMk id="88" creationId="{DCB826BE-F844-691B-358F-0C553F9A8DAC}"/>
          </ac:cxnSpMkLst>
        </pc:cxnChg>
        <pc:cxnChg chg="add mod">
          <ac:chgData name="耀泉 马" userId="19e30af8d5659de2" providerId="LiveId" clId="{C3594856-CEDA-5129-B2AF-7962E3CA4CA3}" dt="2026-03-18T20:52:27.628" v="1894" actId="14100"/>
          <ac:cxnSpMkLst>
            <pc:docMk/>
            <pc:sldMk cId="814386939" sldId="268"/>
            <ac:cxnSpMk id="92" creationId="{BB0FD705-8853-E663-707C-C4550C077C53}"/>
          </ac:cxnSpMkLst>
        </pc:cxnChg>
        <pc:cxnChg chg="add mod">
          <ac:chgData name="耀泉 马" userId="19e30af8d5659de2" providerId="LiveId" clId="{C3594856-CEDA-5129-B2AF-7962E3CA4CA3}" dt="2026-03-18T20:52:57.300" v="1899" actId="14100"/>
          <ac:cxnSpMkLst>
            <pc:docMk/>
            <pc:sldMk cId="814386939" sldId="268"/>
            <ac:cxnSpMk id="96" creationId="{4D30A4EE-E93D-D63A-80CA-ECAF292146D0}"/>
          </ac:cxnSpMkLst>
        </pc:cxnChg>
        <pc:cxnChg chg="add mod">
          <ac:chgData name="耀泉 马" userId="19e30af8d5659de2" providerId="LiveId" clId="{C3594856-CEDA-5129-B2AF-7962E3CA4CA3}" dt="2026-03-18T20:53:17.390" v="1902" actId="14100"/>
          <ac:cxnSpMkLst>
            <pc:docMk/>
            <pc:sldMk cId="814386939" sldId="268"/>
            <ac:cxnSpMk id="100" creationId="{A16BA774-7839-397E-4333-76460E6B8CC1}"/>
          </ac:cxnSpMkLst>
        </pc:cxnChg>
        <pc:cxnChg chg="add mod">
          <ac:chgData name="耀泉 马" userId="19e30af8d5659de2" providerId="LiveId" clId="{C3594856-CEDA-5129-B2AF-7962E3CA4CA3}" dt="2026-03-18T20:53:29.357" v="1907" actId="14100"/>
          <ac:cxnSpMkLst>
            <pc:docMk/>
            <pc:sldMk cId="814386939" sldId="268"/>
            <ac:cxnSpMk id="103" creationId="{37CD8CAE-8DAC-9547-DFD2-91E665ECE7A8}"/>
          </ac:cxnSpMkLst>
        </pc:cxnChg>
        <pc:cxnChg chg="add mod">
          <ac:chgData name="耀泉 马" userId="19e30af8d5659de2" providerId="LiveId" clId="{C3594856-CEDA-5129-B2AF-7962E3CA4CA3}" dt="2026-03-18T20:53:37.615" v="1910" actId="14100"/>
          <ac:cxnSpMkLst>
            <pc:docMk/>
            <pc:sldMk cId="814386939" sldId="268"/>
            <ac:cxnSpMk id="106" creationId="{3BD99D00-CDB6-5B15-A569-8B0A0CD78BB4}"/>
          </ac:cxnSpMkLst>
        </pc:cxnChg>
        <pc:cxnChg chg="add mod">
          <ac:chgData name="耀泉 马" userId="19e30af8d5659de2" providerId="LiveId" clId="{C3594856-CEDA-5129-B2AF-7962E3CA4CA3}" dt="2026-03-18T20:53:44.737" v="1913" actId="14100"/>
          <ac:cxnSpMkLst>
            <pc:docMk/>
            <pc:sldMk cId="814386939" sldId="268"/>
            <ac:cxnSpMk id="109" creationId="{8D1F28F6-8428-0750-3B2A-CE1EF3451695}"/>
          </ac:cxnSpMkLst>
        </pc:cxnChg>
        <pc:cxnChg chg="add mod">
          <ac:chgData name="耀泉 马" userId="19e30af8d5659de2" providerId="LiveId" clId="{C3594856-CEDA-5129-B2AF-7962E3CA4CA3}" dt="2026-03-18T20:53:55.917" v="1918" actId="14100"/>
          <ac:cxnSpMkLst>
            <pc:docMk/>
            <pc:sldMk cId="814386939" sldId="268"/>
            <ac:cxnSpMk id="113" creationId="{3368ACD3-90AD-57E6-B76A-8BCAC0095095}"/>
          </ac:cxnSpMkLst>
        </pc:cxnChg>
      </pc:sldChg>
      <pc:sldChg chg="addSp delSp modSp add del mod setBg delDesignElem">
        <pc:chgData name="耀泉 马" userId="19e30af8d5659de2" providerId="LiveId" clId="{C3594856-CEDA-5129-B2AF-7962E3CA4CA3}" dt="2026-03-18T19:27:27.392" v="1591" actId="2696"/>
        <pc:sldMkLst>
          <pc:docMk/>
          <pc:sldMk cId="1174935033" sldId="269"/>
        </pc:sldMkLst>
        <pc:spChg chg="mod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2" creationId="{B3228853-27D2-E3F9-38B6-82ACEA74EABE}"/>
          </ac:spMkLst>
        </pc:spChg>
        <pc:spChg chg="add del mod">
          <ac:chgData name="耀泉 马" userId="19e30af8d5659de2" providerId="LiveId" clId="{C3594856-CEDA-5129-B2AF-7962E3CA4CA3}" dt="2026-03-18T19:27:18.385" v="1586" actId="478"/>
          <ac:spMkLst>
            <pc:docMk/>
            <pc:sldMk cId="1174935033" sldId="269"/>
            <ac:spMk id="4" creationId="{C40ADEA8-33A8-68E3-107F-C597A5366CD1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7" creationId="{BACC6370-2D7E-4714-9D71-7542949D7D5D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8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9" creationId="{D04B9A61-838A-DEE9-FD85-20769A46346E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0" creationId="{BACC6370-2D7E-4714-9D71-7542949D7D5D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1" creationId="{271C36E2-AC58-6431-4031-4F4B37CC3944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2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3" creationId="{2A104312-7A55-B8EE-4B22-D8B04C9CE9BC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4" creationId="{AAD0DBB9-1A4B-4391-81D4-CB19F9AB918A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5" creationId="{517CCF13-0AC7-FDA0-4D76-C4446EA9CE1A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6" creationId="{063BBA22-50EA-4C4D-BE05-F1CE4E63AA56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17" creationId="{AAD0DBB9-1A4B-4391-81D4-CB19F9AB918A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18" creationId="{063BBA22-50EA-4C4D-BE05-F1CE4E63AA56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19" creationId="{68EBF0FA-4BAD-B30A-A99A-51AE748A7751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0" creationId="{60C9D649-D5CC-7841-1B06-5D58E325CBEF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7" creationId="{0D58B7A6-CD75-B03A-DCD6-10E2E2142838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8" creationId="{8243A4B0-D00A-BA47-7EB5-2886A1AA6BED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9" creationId="{CA89A2AA-92FB-5F05-B86F-C0C8AEFB356D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34" creationId="{5F8E3DE2-44E3-4888-7781-47B2193DE7F9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36" creationId="{B6D252BF-DF9B-928A-8BFB-68E4DE617F33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1" creationId="{D5E58071-3729-DC70-98F9-223A5EF85392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4" creationId="{559E5629-8B55-FB50-53CB-3D134AC3BF6E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8" creationId="{EBEA160F-4505-CF37-9D8F-37A52197A930}"/>
          </ac:spMkLst>
        </pc:spChg>
        <pc:graphicFrameChg chg="add del mod modGraphic">
          <ac:chgData name="耀泉 马" userId="19e30af8d5659de2" providerId="LiveId" clId="{C3594856-CEDA-5129-B2AF-7962E3CA4CA3}" dt="2026-03-18T19:27:20.466" v="1588" actId="26606"/>
          <ac:graphicFrameMkLst>
            <pc:docMk/>
            <pc:sldMk cId="1174935033" sldId="269"/>
            <ac:graphicFrameMk id="5" creationId="{1B936183-121C-67E0-1299-E835A331C309}"/>
          </ac:graphicFrameMkLst>
        </pc:graphicFrameChg>
      </pc:sldChg>
      <pc:sldChg chg="addSp delSp add del setBg delDesignElem">
        <pc:chgData name="耀泉 马" userId="19e30af8d5659de2" providerId="LiveId" clId="{C3594856-CEDA-5129-B2AF-7962E3CA4CA3}" dt="2026-03-18T19:25:56.581" v="1573"/>
        <pc:sldMkLst>
          <pc:docMk/>
          <pc:sldMk cId="2502493570" sldId="269"/>
        </pc:sldMkLst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9" creationId="{109588BC-24AF-8E08-C813-A482DF0BE847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1" creationId="{9020DC82-C595-4B37-9BA7-E4C85F6BEF52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3" creationId="{6B46F1E1-63E7-D460-3157-B46527C4240E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5" creationId="{F3AB05B1-9AFF-DD99-1071-DD7486788885}"/>
          </ac:spMkLst>
        </pc:spChg>
      </pc:sldChg>
      <pc:sldChg chg="addSp delSp add del setBg delDesignElem">
        <pc:chgData name="耀泉 马" userId="19e30af8d5659de2" providerId="LiveId" clId="{C3594856-CEDA-5129-B2AF-7962E3CA4CA3}" dt="2026-03-18T19:25:47.595" v="1570"/>
        <pc:sldMkLst>
          <pc:docMk/>
          <pc:sldMk cId="3434641110" sldId="269"/>
        </pc:sldMkLst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9" creationId="{321B5957-44E8-3761-795A-99D73241D90A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1" creationId="{1333C1D5-03F8-3C26-5573-1D54F699CB5B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3" creationId="{E604B423-E5C4-6676-C63D-5FFB53963047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5" creationId="{67BF0473-20E3-579F-D168-4482923972F9}"/>
          </ac:spMkLst>
        </pc:spChg>
      </pc:sldChg>
      <pc:sldChg chg="addSp delSp modSp add mod setBg delDesignElem">
        <pc:chgData name="耀泉 马" userId="19e30af8d5659de2" providerId="LiveId" clId="{C3594856-CEDA-5129-B2AF-7962E3CA4CA3}" dt="2026-03-18T19:28:40.004" v="1602" actId="26606"/>
        <pc:sldMkLst>
          <pc:docMk/>
          <pc:sldMk cId="3009339318" sldId="270"/>
        </pc:sldMkLst>
        <pc:spChg chg="mo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" creationId="{8C2E78B4-A90C-BC7A-E23E-EE76AD962353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9" creationId="{2C86D385-68A4-854A-C736-BE49B22FE8DB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0" creationId="{BACC6370-2D7E-4714-9D71-7542949D7D5D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1" creationId="{4187D256-7E35-7638-4C5E-56E82C41B5FC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2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3" creationId="{F87C3068-D958-ED1A-3721-E3EC32830CB3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4" creationId="{AAD0DBB9-1A4B-4391-81D4-CB19F9AB918A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5" creationId="{047CAB64-4D0F-4256-A9A4-3D3771A91135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6" creationId="{063BBA22-50EA-4C4D-BE05-F1CE4E63AA56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1" creationId="{BACC6370-2D7E-4714-9D71-7542949D7D5D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3" creationId="{F68B3F68-107C-434F-AA38-110D5EA91B85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5" creationId="{AAD0DBB9-1A4B-4391-81D4-CB19F9AB918A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7" creationId="{063BBA22-50EA-4C4D-BE05-F1CE4E63AA56}"/>
          </ac:spMkLst>
        </pc:spChg>
        <pc:graphicFrameChg chg="mod modGraphic">
          <ac:chgData name="耀泉 马" userId="19e30af8d5659de2" providerId="LiveId" clId="{C3594856-CEDA-5129-B2AF-7962E3CA4CA3}" dt="2026-03-18T19:28:40.004" v="1602" actId="26606"/>
          <ac:graphicFrameMkLst>
            <pc:docMk/>
            <pc:sldMk cId="3009339318" sldId="270"/>
            <ac:graphicFrameMk id="5" creationId="{55F2656B-7BC1-DCDD-312E-E2BB305069EA}"/>
          </ac:graphicFrameMkLst>
        </pc:graphicFrameChg>
      </pc:sldChg>
      <pc:sldChg chg="addSp delSp modSp add mod">
        <pc:chgData name="耀泉 马" userId="19e30af8d5659de2" providerId="LiveId" clId="{C3594856-CEDA-5129-B2AF-7962E3CA4CA3}" dt="2026-03-18T22:09:00.643" v="2888" actId="1076"/>
        <pc:sldMkLst>
          <pc:docMk/>
          <pc:sldMk cId="2133037477" sldId="271"/>
        </pc:sldMkLst>
        <pc:spChg chg="mod">
          <ac:chgData name="耀泉 马" userId="19e30af8d5659de2" providerId="LiveId" clId="{C3594856-CEDA-5129-B2AF-7962E3CA4CA3}" dt="2026-03-18T21:59:58.046" v="2647" actId="1076"/>
          <ac:spMkLst>
            <pc:docMk/>
            <pc:sldMk cId="2133037477" sldId="271"/>
            <ac:spMk id="2" creationId="{793227C8-30AE-AE14-CC4F-B01D4565D7EB}"/>
          </ac:spMkLst>
        </pc:spChg>
        <pc:spChg chg="add del mod">
          <ac:chgData name="耀泉 马" userId="19e30af8d5659de2" providerId="LiveId" clId="{C3594856-CEDA-5129-B2AF-7962E3CA4CA3}" dt="2026-03-18T21:06:34.538" v="2015" actId="478"/>
          <ac:spMkLst>
            <pc:docMk/>
            <pc:sldMk cId="2133037477" sldId="271"/>
            <ac:spMk id="3" creationId="{6B884530-A012-6BE3-EEEF-DCAC633F3E2E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5" creationId="{D32C7F81-0E01-BE85-B655-0A52F328F077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6" creationId="{E16FC2BC-2FC0-680B-49E1-7A2F6646E7CC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2" creationId="{913CC400-F6B1-04DC-C83B-2CC46855598C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3" creationId="{D7259047-A11E-6F8C-AEAD-F3C266BB40F9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4" creationId="{EF80E442-79C5-CA53-BAF5-1B15D1EE0111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18" creationId="{1A56E461-F94A-FDCA-AF97-907A28BF8144}"/>
          </ac:spMkLst>
        </pc:spChg>
        <pc:spChg chg="del mod">
          <ac:chgData name="耀泉 马" userId="19e30af8d5659de2" providerId="LiveId" clId="{C3594856-CEDA-5129-B2AF-7962E3CA4CA3}" dt="2026-03-18T21:05:41.019" v="1990" actId="478"/>
          <ac:spMkLst>
            <pc:docMk/>
            <pc:sldMk cId="2133037477" sldId="271"/>
            <ac:spMk id="22" creationId="{E8DF062A-4C4B-8FE2-9F5C-0B72F207CFA0}"/>
          </ac:spMkLst>
        </pc:spChg>
        <pc:spChg chg="del mod">
          <ac:chgData name="耀泉 马" userId="19e30af8d5659de2" providerId="LiveId" clId="{C3594856-CEDA-5129-B2AF-7962E3CA4CA3}" dt="2026-03-18T21:05:41.019" v="1990" actId="478"/>
          <ac:spMkLst>
            <pc:docMk/>
            <pc:sldMk cId="2133037477" sldId="271"/>
            <ac:spMk id="23" creationId="{FCB805A5-CC01-2A6D-C2EE-39E71A4F65E3}"/>
          </ac:spMkLst>
        </pc:spChg>
        <pc:spChg chg="del mod">
          <ac:chgData name="耀泉 马" userId="19e30af8d5659de2" providerId="LiveId" clId="{C3594856-CEDA-5129-B2AF-7962E3CA4CA3}" dt="2026-03-18T21:08:32.582" v="2129" actId="478"/>
          <ac:spMkLst>
            <pc:docMk/>
            <pc:sldMk cId="2133037477" sldId="271"/>
            <ac:spMk id="24" creationId="{81ACFC4C-7955-1DE7-8BA6-4ACC659984ED}"/>
          </ac:spMkLst>
        </pc:spChg>
        <pc:spChg chg="del">
          <ac:chgData name="耀泉 马" userId="19e30af8d5659de2" providerId="LiveId" clId="{C3594856-CEDA-5129-B2AF-7962E3CA4CA3}" dt="2026-03-18T20:39:13.086" v="1778" actId="478"/>
          <ac:spMkLst>
            <pc:docMk/>
            <pc:sldMk cId="2133037477" sldId="271"/>
            <ac:spMk id="25" creationId="{BAB411B6-85D9-5565-5F69-14E99020E530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6" creationId="{9B2FDC48-64E6-E6B7-28CE-DA5FC68A72F3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7" creationId="{F64BCDEC-0BF7-DA26-E538-19D9EDB849FE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8" creationId="{A7B696C9-F01A-BF74-B263-68D4559FB7D7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2" creationId="{A1C2C480-E5D0-8415-1451-6C1879851587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3" creationId="{F74B64E4-8343-79E9-2D9F-AE83682E0CDE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4" creationId="{3946E06C-A436-E5C7-A22E-3D3C4BED1BFF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5" creationId="{064A6FAC-E855-7D80-98F4-80B91A65159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6" creationId="{33E3837B-0BD1-59EB-F0B7-1A41CE53AD7E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7" creationId="{68C81E0E-8BB6-7AB8-0096-EB9CC0F4F3B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8" creationId="{AA039481-E933-4E08-5060-CE6517A4F864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9" creationId="{AD4A718F-25AD-B853-338B-6E8473693D1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40" creationId="{57B2F463-2072-03BF-4549-72CD984650CC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1" creationId="{D487794A-2A26-D8F6-1FF6-E6AC161C62F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2" creationId="{8FF53670-C96F-983B-AFA0-014464DDB92E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3" creationId="{C0EC9197-B3B0-76FE-571B-9EB1093E2FDA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4" creationId="{29157C25-F3ED-A96C-DFC2-70E7A8F1EEC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5" creationId="{489CB3B0-2A83-B824-53BF-40F9DBC0F95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6" creationId="{AB8FEC23-34D2-C10E-2587-F47BF10588D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7" creationId="{D1AB76C8-F0EA-E7D5-109E-61C3C50DAD39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8" creationId="{9517FA86-4166-1EEA-0C3D-38F4A21336BE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9" creationId="{FFA7E881-725B-16E7-DB30-4BA1D061661F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89" creationId="{C13FDFF1-2961-2B40-656E-719B089CB438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0" creationId="{6912EF85-4C29-2104-D2C3-679D31F8E83D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1" creationId="{F8DEC585-8FE7-4FD9-050F-A69481EDE5D2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2" creationId="{A22EB846-6CD4-3F4A-5CCF-3ACB43C37559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3" creationId="{EC1FFC9B-48F7-FA62-0CE4-9044576CF157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4" creationId="{FFC408DB-4DE1-E680-5511-98F17C7C3E94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5" creationId="{FEAC06AA-4903-CBD7-FA41-300D92FCAA9F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6" creationId="{CCD9C8F2-23D2-CB3A-21C8-F8BFA349F21E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7" creationId="{AB6B0899-FDA0-5F46-3A56-3556347C712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7" creationId="{2CB15EDA-8BC7-EA32-C115-6532C23137DB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8" creationId="{A0DE4343-4B2B-5598-D6CD-EC77F6621C30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9" creationId="{59F6D39D-E4ED-EAC7-684F-1E729B516CA3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0" creationId="{26E57DB1-E71A-1295-116F-FCFD003A5766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1" creationId="{A7BB913B-4C43-7AA8-389E-CF54DE28BE8C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2" creationId="{FAB76BBF-6D07-8FB6-17A2-1B36B42B07CF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3" creationId="{AADCE95F-7721-8766-D9BB-26B9251E301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4" creationId="{8F4C66CD-B133-63E8-B791-DAE86A41AF3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5" creationId="{D60021DE-4488-FD0C-7B3B-38B9C4857793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5" creationId="{2C424A41-B5A4-59E5-4211-67F18CA41E30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6" creationId="{BB45AB6F-3E5D-60C2-CC56-F2A2D7F915BC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7" creationId="{28E6CCEB-50D9-7A86-BD0E-2E0142B016A0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48" creationId="{8CE6CE0D-6B65-6591-3344-C843BCDA6E90}"/>
          </ac:spMkLst>
        </pc:spChg>
        <pc:spChg chg="mod topLvl">
          <ac:chgData name="耀泉 马" userId="19e30af8d5659de2" providerId="LiveId" clId="{C3594856-CEDA-5129-B2AF-7962E3CA4CA3}" dt="2026-03-18T21:02:03.778" v="1946" actId="165"/>
          <ac:spMkLst>
            <pc:docMk/>
            <pc:sldMk cId="2133037477" sldId="271"/>
            <ac:spMk id="149" creationId="{EC540658-2831-8CE8-55E5-E8FACA8D9750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0" creationId="{EBF9A8D0-189A-3317-449C-1903B488D9A4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1" creationId="{E7B855AC-B1BF-AB0C-0869-C20B2FA9E176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2" creationId="{96F6AAE1-DC7C-A432-C3EE-B4EFC2F6EAFF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3" creationId="{54B6D426-52A6-6E56-C501-DDEF95417DCD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1" creationId="{C17FEE24-0126-118E-3494-7797BBEA22AC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2" creationId="{48A5E1AA-6997-A8D2-6D0A-D1CF8722B672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3" creationId="{66775504-875D-A790-3E2C-933F3A2C90E7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4" creationId="{5CD50038-1B51-A8E4-8BC6-7945EAF13FC9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5" creationId="{419A2BB6-AE19-2166-2D91-2CB126A4EA03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6" creationId="{4C054DB8-5080-11DE-E95E-2FAF3CFE87C4}"/>
          </ac:spMkLst>
        </pc:spChg>
        <pc:spChg chg="add mod">
          <ac:chgData name="耀泉 马" userId="19e30af8d5659de2" providerId="LiveId" clId="{C3594856-CEDA-5129-B2AF-7962E3CA4CA3}" dt="2026-03-18T21:03:51.061" v="1970" actId="207"/>
          <ac:spMkLst>
            <pc:docMk/>
            <pc:sldMk cId="2133037477" sldId="271"/>
            <ac:spMk id="177" creationId="{03AACAE0-FEE4-515C-B5F5-D1BFB2EDBE8B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8" creationId="{11BFE4C7-0CA6-79F7-7808-DEB3A345E6E8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9" creationId="{6606714C-9F8D-465F-1443-570B0E06E994}"/>
          </ac:spMkLst>
        </pc:spChg>
        <pc:spChg chg="add mod">
          <ac:chgData name="耀泉 马" userId="19e30af8d5659de2" providerId="LiveId" clId="{C3594856-CEDA-5129-B2AF-7962E3CA4CA3}" dt="2026-03-18T21:02:40.255" v="1957"/>
          <ac:spMkLst>
            <pc:docMk/>
            <pc:sldMk cId="2133037477" sldId="271"/>
            <ac:spMk id="180" creationId="{0935AD60-D931-F5C8-56CF-2FBCA82775E1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81" creationId="{023FA5AD-C913-ADE1-1389-CDF6C429B93E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82" creationId="{F9F51D2B-DDD3-CABD-F8EF-912A0D390520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5" creationId="{4B2B1846-2AAA-9FBE-3543-007FB3CABB7F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6" creationId="{67921742-581B-9920-5EBD-6C761F65C85E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7" creationId="{AC5A7725-D8BF-7BA5-FD79-BE87EC290E75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8" creationId="{50FC9733-554E-D95F-D21A-B7767304AADC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9" creationId="{481C477F-D7C2-D7C6-D7F7-19C23AE00574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0" creationId="{2A28E5D2-559B-E958-1949-D03A783AE926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1" creationId="{2D42C451-81FA-D887-F375-B0687E6E1F40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2" creationId="{AD069E79-2180-3B12-3F03-FE0BF0AF64E9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5" creationId="{2278E88D-ABB4-7A23-AD9D-B9102F413906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6" creationId="{39098910-9215-3DD4-290F-BC5FDC88EA95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1" creationId="{3FAC6992-CE20-7057-F593-97BD709FF86E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4" creationId="{797BB541-62A8-6883-FB08-F6A9A4B800E4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5" creationId="{39A6B8C9-0F62-FA3D-6EEC-80AD4D2F79D2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6" creationId="{6090B52C-4613-6B6B-2BED-110D85A17855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7" creationId="{8F8DEEE0-51C8-CF1C-FE24-456A4420FAD1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8" creationId="{FA5104AF-4732-3281-6290-91A9A55B7779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0" creationId="{87F2E74B-E235-9E20-FB12-176B8862ED5C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2" creationId="{9609132B-2233-AFD6-F531-11B3CC5DFDD2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3" creationId="{34AA9B1F-2C89-F6BA-E599-F926EA8596F3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4" creationId="{57AF4B3C-D9D9-51DE-E539-FE04136601F8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18" creationId="{27EF85E8-9C61-736D-649B-DE3FCF3516A4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19" creationId="{44F43233-5F04-6569-EE7E-B66BA3DDF59B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0" creationId="{AD21A837-29D2-6ACE-0828-5FDFC790D7D3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2" creationId="{D122C9F1-4F63-008C-F098-96DC7AAEFA0F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3" creationId="{F7485946-6E10-ED7C-8E83-0F8A416C7D65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5" creationId="{82F648F2-3217-9EA1-EA59-3DBF3FE4C9DB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8" creationId="{602D5BFC-FE16-6D7C-F347-4CE0A58F76A5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9" creationId="{8420FAD8-37D1-1724-CB0C-ECE58DEE1C50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30" creationId="{91F77C1F-CDB1-F481-02E4-F5AB31AB2A98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31" creationId="{315EB99B-9699-6BB3-C1CB-82585B1EE9C8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232" creationId="{8EC8B21E-AC6C-34B0-D503-3151A85833F8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39" creationId="{81D07FE3-63BB-B531-020A-0DDE0D19A018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42" creationId="{4B9E92F9-3826-7A9F-D135-1302313A8FA7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43" creationId="{E4CEFF2A-6133-91BB-72C7-F6F751DDE5B6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7" creationId="{1C7614DB-9AE7-E6BF-6583-2D503A0779E6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8" creationId="{AF4A6ED2-3F23-73BB-FA61-68837F30118D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9" creationId="{C17302F6-6662-31C1-0A20-8A275601480B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0" creationId="{455A2479-EF6D-29B9-70BC-EABA5AD88ABD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4" creationId="{E199E684-E057-23C8-AA04-CDE1EC85C63C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6" creationId="{7BBBB7B1-CDEF-836E-E780-E7B3395370A3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7" creationId="{8FDFB96E-B251-02EC-0EF2-0FFD9FFAAB69}"/>
          </ac:spMkLst>
        </pc:spChg>
        <pc:spChg chg="add del mod">
          <ac:chgData name="耀泉 马" userId="19e30af8d5659de2" providerId="LiveId" clId="{C3594856-CEDA-5129-B2AF-7962E3CA4CA3}" dt="2026-03-18T21:08:32.582" v="2129" actId="478"/>
          <ac:spMkLst>
            <pc:docMk/>
            <pc:sldMk cId="2133037477" sldId="271"/>
            <ac:spMk id="280" creationId="{2C3B6B8B-6F1E-9252-8794-261311A583E5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1" creationId="{F783B87B-DF4D-DE65-761C-9CB223F51FA6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2" creationId="{D348F702-7CEF-FC88-5EE6-EAF3A92BEC4F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3" creationId="{A66D1B02-6415-3D6F-DDDE-FDE0FBB796EE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4" creationId="{B40523D7-C3CD-D79C-2CD9-5AC907CD1616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14" creationId="{5948FEF2-AC8B-E0FE-E74C-03B5F3141A4B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19" creationId="{006E62A1-8583-812D-DFF7-C2B67DA92755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0" creationId="{4AB83B77-A6B7-FC45-DD48-5E6C24FB3DBD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3" creationId="{A693559D-D8DA-50B1-6956-593CF1F0B962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7" creationId="{9BA2E9DC-822E-D4B7-5AA8-BF0AAB1EC9C5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28" creationId="{1920C516-4BA7-4DB1-1807-19F8A1521461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29" creationId="{A8B91990-3EF6-2817-6F81-0DC4D550C3B4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30" creationId="{40C5A6FE-FB89-2F94-CBD7-AD364035DAE6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36" creationId="{9108E625-AE2E-12D0-0709-1AE04E168CC2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39" creationId="{0EA57B70-7541-FD3C-75EC-CF3A81DA0DE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41" creationId="{ECA3F1C8-2891-B318-D5DC-F01A146B6708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43" creationId="{96965F48-45A9-8B47-DF2A-DE9A7103BF5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3" creationId="{C714E171-EA27-0C6B-4386-302C3ADC274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6" creationId="{524C087E-4AAD-2DA6-0E15-61B83FF9FC0E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9" creationId="{11D5EEA7-8370-99D4-D28E-6D3793B83E0D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0" creationId="{3B35F607-DA74-87A4-273E-500C29164EB0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1" creationId="{47A84861-413C-1396-AFE4-31A13F493192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2" creationId="{E2C8711A-0605-DFB0-7675-CB896508163E}"/>
          </ac:spMkLst>
        </pc:spChg>
        <pc:spChg chg="mod">
          <ac:chgData name="耀泉 马" userId="19e30af8d5659de2" providerId="LiveId" clId="{C3594856-CEDA-5129-B2AF-7962E3CA4CA3}" dt="2026-03-18T21:08:57.097" v="2135" actId="167"/>
          <ac:spMkLst>
            <pc:docMk/>
            <pc:sldMk cId="2133037477" sldId="271"/>
            <ac:spMk id="378" creationId="{2DDB95E2-B962-8514-C77C-D6FFB1D6D4FB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79" creationId="{F55EF7F9-7827-1E7F-AF68-81CFD38D3B0C}"/>
          </ac:spMkLst>
        </pc:spChg>
        <pc:spChg chg="mod">
          <ac:chgData name="耀泉 马" userId="19e30af8d5659de2" providerId="LiveId" clId="{C3594856-CEDA-5129-B2AF-7962E3CA4CA3}" dt="2026-03-18T21:09:09.283" v="2140" actId="167"/>
          <ac:spMkLst>
            <pc:docMk/>
            <pc:sldMk cId="2133037477" sldId="271"/>
            <ac:spMk id="380" creationId="{DCC918A6-C2B1-5957-5784-49BD7ED209B0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87" creationId="{D469AAC8-8824-B5D4-D833-C72184946D7F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92" creationId="{4DA70FC2-5A59-578A-D85F-8692B5D2405E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93" creationId="{E43963C1-0BB5-C469-B260-291B2E96BE52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14" creationId="{8B3C8D11-142F-19B6-69E8-E972A4C9CFD9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17" creationId="{E2D8D801-6751-6174-0218-0911C46469F9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2" creationId="{FC4E9031-637C-F4A7-0EB2-BF41BC016E2D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3" creationId="{9318FA35-0A8E-B0AC-84C9-FE28C5D85284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4" creationId="{4D5913C9-CABF-4B6D-1FC4-26DB82F9CB9E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5" creationId="{076E38B1-0B7D-A5AA-8FCE-60E8AF25F63D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7" creationId="{E4F13893-8BDF-DA81-C18A-FC43F23EA853}"/>
          </ac:spMkLst>
        </pc:spChg>
        <pc:spChg chg="mod">
          <ac:chgData name="耀泉 马" userId="19e30af8d5659de2" providerId="LiveId" clId="{C3594856-CEDA-5129-B2AF-7962E3CA4CA3}" dt="2026-03-18T21:09:09.283" v="2140" actId="167"/>
          <ac:spMkLst>
            <pc:docMk/>
            <pc:sldMk cId="2133037477" sldId="271"/>
            <ac:spMk id="428" creationId="{5D51F65A-D9F2-9A40-6B6B-A8DCC85445DD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29" creationId="{D65E95F0-E0A0-9925-65F5-9A300A99749E}"/>
          </ac:spMkLst>
        </pc:spChg>
        <pc:spChg chg="mod">
          <ac:chgData name="耀泉 马" userId="19e30af8d5659de2" providerId="LiveId" clId="{C3594856-CEDA-5129-B2AF-7962E3CA4CA3}" dt="2026-03-18T21:09:41.797" v="2149" actId="167"/>
          <ac:spMkLst>
            <pc:docMk/>
            <pc:sldMk cId="2133037477" sldId="271"/>
            <ac:spMk id="430" creationId="{27301F13-5DB8-817A-1D52-B534B71DDB49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36" creationId="{B05CF1CC-DFC7-69FD-D938-13E929C6C157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40" creationId="{9BE493E2-2106-63BA-9ECE-CC88005D93B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44" creationId="{BA1A310E-E027-A79F-C604-D6FDE8A2866B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63" creationId="{90A17BA8-4D6B-E774-6EA7-0BD05FCB6772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67" creationId="{39C4627D-49C5-6638-E9EE-3B8D1925691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0" creationId="{2CC3B84A-8E37-0916-64CC-9DCC4A34C25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2" creationId="{0C845629-19BC-BA99-A78E-F1DBF418906E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4" creationId="{90DDA9F0-F3D5-4DDA-3E85-339B8A4C3F5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5" creationId="{1CA403CA-58EE-74F8-FFEB-CBE535A803BE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78" creationId="{A401C4D7-A707-827B-5592-1427C6F39B8A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79" creationId="{37392986-2CA5-6BBF-B0CB-BE21597FFBAC}"/>
          </ac:spMkLst>
        </pc:spChg>
        <pc:spChg chg="add mod">
          <ac:chgData name="耀泉 马" userId="19e30af8d5659de2" providerId="LiveId" clId="{C3594856-CEDA-5129-B2AF-7962E3CA4CA3}" dt="2026-03-18T22:08:53.659" v="2885" actId="14100"/>
          <ac:spMkLst>
            <pc:docMk/>
            <pc:sldMk cId="2133037477" sldId="271"/>
            <ac:spMk id="480" creationId="{20FD71E4-508E-8519-AFD1-7269365E1EFC}"/>
          </ac:spMkLst>
        </pc:spChg>
        <pc:spChg chg="add mod">
          <ac:chgData name="耀泉 马" userId="19e30af8d5659de2" providerId="LiveId" clId="{C3594856-CEDA-5129-B2AF-7962E3CA4CA3}" dt="2026-03-18T22:00:06.955" v="2648" actId="164"/>
          <ac:spMkLst>
            <pc:docMk/>
            <pc:sldMk cId="2133037477" sldId="271"/>
            <ac:spMk id="486" creationId="{2494C33B-B780-2169-3459-5DB317E7DA84}"/>
          </ac:spMkLst>
        </pc:spChg>
        <pc:spChg chg="add mod">
          <ac:chgData name="耀泉 马" userId="19e30af8d5659de2" providerId="LiveId" clId="{C3594856-CEDA-5129-B2AF-7962E3CA4CA3}" dt="2026-03-18T22:00:06.955" v="2648" actId="164"/>
          <ac:spMkLst>
            <pc:docMk/>
            <pc:sldMk cId="2133037477" sldId="271"/>
            <ac:spMk id="487" creationId="{0111EF75-F924-2A17-17A6-9AE4782238FC}"/>
          </ac:spMkLst>
        </pc:spChg>
        <pc:spChg chg="add mod">
          <ac:chgData name="耀泉 马" userId="19e30af8d5659de2" providerId="LiveId" clId="{C3594856-CEDA-5129-B2AF-7962E3CA4CA3}" dt="2026-03-18T22:00:14.479" v="2649" actId="164"/>
          <ac:spMkLst>
            <pc:docMk/>
            <pc:sldMk cId="2133037477" sldId="271"/>
            <ac:spMk id="488" creationId="{662D9809-041F-1077-A55A-7B455C6BA6C8}"/>
          </ac:spMkLst>
        </pc:spChg>
        <pc:spChg chg="add del mod">
          <ac:chgData name="耀泉 马" userId="19e30af8d5659de2" providerId="LiveId" clId="{C3594856-CEDA-5129-B2AF-7962E3CA4CA3}" dt="2026-03-18T21:32:54.301" v="2306" actId="478"/>
          <ac:spMkLst>
            <pc:docMk/>
            <pc:sldMk cId="2133037477" sldId="271"/>
            <ac:spMk id="495" creationId="{ECAE5C2D-D8D8-81C5-D333-0DF22552E73C}"/>
          </ac:spMkLst>
        </pc:spChg>
        <pc:spChg chg="add mod">
          <ac:chgData name="耀泉 马" userId="19e30af8d5659de2" providerId="LiveId" clId="{C3594856-CEDA-5129-B2AF-7962E3CA4CA3}" dt="2026-03-18T22:00:54.158" v="2651" actId="164"/>
          <ac:spMkLst>
            <pc:docMk/>
            <pc:sldMk cId="2133037477" sldId="271"/>
            <ac:spMk id="502" creationId="{7C1418D1-D99D-C247-FBB1-7F9354E035E1}"/>
          </ac:spMkLst>
        </pc:spChg>
        <pc:spChg chg="add mod">
          <ac:chgData name="耀泉 马" userId="19e30af8d5659de2" providerId="LiveId" clId="{C3594856-CEDA-5129-B2AF-7962E3CA4CA3}" dt="2026-03-18T22:00:54.158" v="2651" actId="164"/>
          <ac:spMkLst>
            <pc:docMk/>
            <pc:sldMk cId="2133037477" sldId="271"/>
            <ac:spMk id="503" creationId="{6BE3E2B5-358C-EC7E-3225-CA27A74B80FA}"/>
          </ac:spMkLst>
        </pc:spChg>
        <pc:spChg chg="add mod">
          <ac:chgData name="耀泉 马" userId="19e30af8d5659de2" providerId="LiveId" clId="{C3594856-CEDA-5129-B2AF-7962E3CA4CA3}" dt="2026-03-18T21:46:43.790" v="2431" actId="1076"/>
          <ac:spMkLst>
            <pc:docMk/>
            <pc:sldMk cId="2133037477" sldId="271"/>
            <ac:spMk id="506" creationId="{0C019290-0A8F-82D9-C0A7-6CE2DB1DCB68}"/>
          </ac:spMkLst>
        </pc:spChg>
        <pc:spChg chg="add mod">
          <ac:chgData name="耀泉 马" userId="19e30af8d5659de2" providerId="LiveId" clId="{C3594856-CEDA-5129-B2AF-7962E3CA4CA3}" dt="2026-03-18T21:46:59.815" v="2444" actId="1035"/>
          <ac:spMkLst>
            <pc:docMk/>
            <pc:sldMk cId="2133037477" sldId="271"/>
            <ac:spMk id="507" creationId="{0AED0BAF-E743-FC7C-CD1F-BCA564DFA459}"/>
          </ac:spMkLst>
        </pc:spChg>
        <pc:spChg chg="add mod">
          <ac:chgData name="耀泉 马" userId="19e30af8d5659de2" providerId="LiveId" clId="{C3594856-CEDA-5129-B2AF-7962E3CA4CA3}" dt="2026-03-18T21:47:18.712" v="2470" actId="1035"/>
          <ac:spMkLst>
            <pc:docMk/>
            <pc:sldMk cId="2133037477" sldId="271"/>
            <ac:spMk id="508" creationId="{1BD9C6DF-3146-67CC-BF65-026A88DF594C}"/>
          </ac:spMkLst>
        </pc:spChg>
        <pc:spChg chg="add mod">
          <ac:chgData name="耀泉 马" userId="19e30af8d5659de2" providerId="LiveId" clId="{C3594856-CEDA-5129-B2AF-7962E3CA4CA3}" dt="2026-03-18T22:05:11.163" v="2778" actId="1037"/>
          <ac:spMkLst>
            <pc:docMk/>
            <pc:sldMk cId="2133037477" sldId="271"/>
            <ac:spMk id="520" creationId="{5CEC393F-5065-D4E0-A737-F298544000B8}"/>
          </ac:spMkLst>
        </pc:spChg>
        <pc:spChg chg="add mod">
          <ac:chgData name="耀泉 马" userId="19e30af8d5659de2" providerId="LiveId" clId="{C3594856-CEDA-5129-B2AF-7962E3CA4CA3}" dt="2026-03-18T22:07:40.726" v="2866" actId="14100"/>
          <ac:spMkLst>
            <pc:docMk/>
            <pc:sldMk cId="2133037477" sldId="271"/>
            <ac:spMk id="521" creationId="{450F8727-51CF-DFC7-5676-E2A3E3F37F64}"/>
          </ac:spMkLst>
        </pc:spChg>
        <pc:spChg chg="add mod">
          <ac:chgData name="耀泉 马" userId="19e30af8d5659de2" providerId="LiveId" clId="{C3594856-CEDA-5129-B2AF-7962E3CA4CA3}" dt="2026-03-18T22:05:47.213" v="2817" actId="1076"/>
          <ac:spMkLst>
            <pc:docMk/>
            <pc:sldMk cId="2133037477" sldId="271"/>
            <ac:spMk id="539" creationId="{A833D424-4117-140C-1CFD-D31DB4111D30}"/>
          </ac:spMkLst>
        </pc:spChg>
        <pc:spChg chg="add mod">
          <ac:chgData name="耀泉 马" userId="19e30af8d5659de2" providerId="LiveId" clId="{C3594856-CEDA-5129-B2AF-7962E3CA4CA3}" dt="2026-03-18T22:05:49.130" v="2818" actId="1076"/>
          <ac:spMkLst>
            <pc:docMk/>
            <pc:sldMk cId="2133037477" sldId="271"/>
            <ac:spMk id="541" creationId="{9C221195-4E14-6C2E-E699-955EDAE2E121}"/>
          </ac:spMkLst>
        </pc:spChg>
        <pc:spChg chg="add mod">
          <ac:chgData name="耀泉 马" userId="19e30af8d5659de2" providerId="LiveId" clId="{C3594856-CEDA-5129-B2AF-7962E3CA4CA3}" dt="2026-03-18T22:06:23.310" v="2825" actId="1076"/>
          <ac:spMkLst>
            <pc:docMk/>
            <pc:sldMk cId="2133037477" sldId="271"/>
            <ac:spMk id="546" creationId="{B5BE367B-9F68-9009-485F-BF052854C57F}"/>
          </ac:spMkLst>
        </pc:spChg>
        <pc:spChg chg="add mod">
          <ac:chgData name="耀泉 马" userId="19e30af8d5659de2" providerId="LiveId" clId="{C3594856-CEDA-5129-B2AF-7962E3CA4CA3}" dt="2026-03-18T22:05:14.740" v="2791" actId="1035"/>
          <ac:spMkLst>
            <pc:docMk/>
            <pc:sldMk cId="2133037477" sldId="271"/>
            <ac:spMk id="556" creationId="{AE990C64-5F76-203C-7BC2-DB490D0CA21F}"/>
          </ac:spMkLst>
        </pc:spChg>
        <pc:spChg chg="add mod">
          <ac:chgData name="耀泉 马" userId="19e30af8d5659de2" providerId="LiveId" clId="{C3594856-CEDA-5129-B2AF-7962E3CA4CA3}" dt="2026-03-18T22:05:31.682" v="2815" actId="1036"/>
          <ac:spMkLst>
            <pc:docMk/>
            <pc:sldMk cId="2133037477" sldId="271"/>
            <ac:spMk id="557" creationId="{50145E00-AFE4-74D3-EF0B-4D07301BB57E}"/>
          </ac:spMkLst>
        </pc:spChg>
        <pc:spChg chg="add mod">
          <ac:chgData name="耀泉 马" userId="19e30af8d5659de2" providerId="LiveId" clId="{C3594856-CEDA-5129-B2AF-7962E3CA4CA3}" dt="2026-03-18T22:05:29.879" v="2810" actId="1036"/>
          <ac:spMkLst>
            <pc:docMk/>
            <pc:sldMk cId="2133037477" sldId="271"/>
            <ac:spMk id="558" creationId="{C5BDD97A-02E6-1F57-66E7-82EA81B916AF}"/>
          </ac:spMkLst>
        </pc:spChg>
        <pc:spChg chg="add mod">
          <ac:chgData name="耀泉 马" userId="19e30af8d5659de2" providerId="LiveId" clId="{C3594856-CEDA-5129-B2AF-7962E3CA4CA3}" dt="2026-03-18T22:06:17.525" v="2824" actId="20577"/>
          <ac:spMkLst>
            <pc:docMk/>
            <pc:sldMk cId="2133037477" sldId="271"/>
            <ac:spMk id="564" creationId="{924D6D18-77D5-FA64-B928-D5DCF50771DC}"/>
          </ac:spMkLst>
        </pc:spChg>
        <pc:spChg chg="add mod">
          <ac:chgData name="耀泉 马" userId="19e30af8d5659de2" providerId="LiveId" clId="{C3594856-CEDA-5129-B2AF-7962E3CA4CA3}" dt="2026-03-18T22:06:45.168" v="2863" actId="20577"/>
          <ac:spMkLst>
            <pc:docMk/>
            <pc:sldMk cId="2133037477" sldId="271"/>
            <ac:spMk id="565" creationId="{5F06E0B9-783A-984A-F532-1DCDAA0710C5}"/>
          </ac:spMkLst>
        </pc:spChg>
        <pc:spChg chg="add mod">
          <ac:chgData name="耀泉 马" userId="19e30af8d5659de2" providerId="LiveId" clId="{C3594856-CEDA-5129-B2AF-7962E3CA4CA3}" dt="2026-03-18T22:08:03.575" v="2868" actId="692"/>
          <ac:spMkLst>
            <pc:docMk/>
            <pc:sldMk cId="2133037477" sldId="271"/>
            <ac:spMk id="566" creationId="{C6AC29B0-9C07-2CDF-FA35-0A9DD19A9C1D}"/>
          </ac:spMkLst>
        </pc:spChg>
        <pc:grpChg chg="add del mod">
          <ac:chgData name="耀泉 马" userId="19e30af8d5659de2" providerId="LiveId" clId="{C3594856-CEDA-5129-B2AF-7962E3CA4CA3}" dt="2026-03-18T20:56:09.995" v="1928" actId="165"/>
          <ac:grpSpMkLst>
            <pc:docMk/>
            <pc:sldMk cId="2133037477" sldId="271"/>
            <ac:grpSpMk id="30" creationId="{FA1C6001-8AB7-7692-22CB-A6DD3624980C}"/>
          </ac:grpSpMkLst>
        </pc:grpChg>
        <pc:grpChg chg="add del mod">
          <ac:chgData name="耀泉 马" userId="19e30af8d5659de2" providerId="LiveId" clId="{C3594856-CEDA-5129-B2AF-7962E3CA4CA3}" dt="2026-03-18T21:05:41.019" v="1990" actId="478"/>
          <ac:grpSpMkLst>
            <pc:docMk/>
            <pc:sldMk cId="2133037477" sldId="271"/>
            <ac:grpSpMk id="58" creationId="{FC6B4B6E-3516-2FBC-6E6B-98B0D1E80025}"/>
          </ac:grpSpMkLst>
        </pc:grpChg>
        <pc:grpChg chg="add del mod">
          <ac:chgData name="耀泉 马" userId="19e30af8d5659de2" providerId="LiveId" clId="{C3594856-CEDA-5129-B2AF-7962E3CA4CA3}" dt="2026-03-18T21:05:41.019" v="1990" actId="478"/>
          <ac:grpSpMkLst>
            <pc:docMk/>
            <pc:sldMk cId="2133037477" sldId="271"/>
            <ac:grpSpMk id="59" creationId="{8D987A28-10DF-255C-33B8-1D538B06BA45}"/>
          </ac:grpSpMkLst>
        </pc:grpChg>
        <pc:grpChg chg="add del mod">
          <ac:chgData name="耀泉 马" userId="19e30af8d5659de2" providerId="LiveId" clId="{C3594856-CEDA-5129-B2AF-7962E3CA4CA3}" dt="2026-03-18T21:08:32.582" v="2129" actId="478"/>
          <ac:grpSpMkLst>
            <pc:docMk/>
            <pc:sldMk cId="2133037477" sldId="271"/>
            <ac:grpSpMk id="87" creationId="{475FFEB0-5E99-695A-1D25-ABE65F61C8E6}"/>
          </ac:grpSpMkLst>
        </pc:grpChg>
        <pc:grpChg chg="add del mod">
          <ac:chgData name="耀泉 马" userId="19e30af8d5659de2" providerId="LiveId" clId="{C3594856-CEDA-5129-B2AF-7962E3CA4CA3}" dt="2026-03-18T21:06:34.538" v="2015" actId="478"/>
          <ac:grpSpMkLst>
            <pc:docMk/>
            <pc:sldMk cId="2133037477" sldId="271"/>
            <ac:grpSpMk id="115" creationId="{1CB47332-AC4E-B292-DF04-EE3EE597556D}"/>
          </ac:grpSpMkLst>
        </pc:grpChg>
        <pc:grpChg chg="add del mod">
          <ac:chgData name="耀泉 马" userId="19e30af8d5659de2" providerId="LiveId" clId="{C3594856-CEDA-5129-B2AF-7962E3CA4CA3}" dt="2026-03-18T21:02:03.778" v="1946" actId="165"/>
          <ac:grpSpMkLst>
            <pc:docMk/>
            <pc:sldMk cId="2133037477" sldId="271"/>
            <ac:grpSpMk id="143" creationId="{E555D816-BD8A-6442-97AC-223A615FB774}"/>
          </ac:grpSpMkLst>
        </pc:grpChg>
        <pc:grpChg chg="mod">
          <ac:chgData name="耀泉 马" userId="19e30af8d5659de2" providerId="LiveId" clId="{C3594856-CEDA-5129-B2AF-7962E3CA4CA3}" dt="2026-03-18T21:04:45.824" v="1978" actId="1076"/>
          <ac:grpSpMkLst>
            <pc:docMk/>
            <pc:sldMk cId="2133037477" sldId="271"/>
            <ac:grpSpMk id="183" creationId="{11FD308C-9611-F303-E27E-BF5F27EAA662}"/>
          </ac:grpSpMkLst>
        </pc:grpChg>
        <pc:grpChg chg="mod">
          <ac:chgData name="耀泉 马" userId="19e30af8d5659de2" providerId="LiveId" clId="{C3594856-CEDA-5129-B2AF-7962E3CA4CA3}" dt="2026-03-18T21:04:25.420" v="1976" actId="1038"/>
          <ac:grpSpMkLst>
            <pc:docMk/>
            <pc:sldMk cId="2133037477" sldId="271"/>
            <ac:grpSpMk id="184" creationId="{F52E1A0F-17E4-F771-5E6E-3EE9E23A6E81}"/>
          </ac:grpSpMkLst>
        </pc:grpChg>
        <pc:grpChg chg="mod">
          <ac:chgData name="耀泉 马" userId="19e30af8d5659de2" providerId="LiveId" clId="{C3594856-CEDA-5129-B2AF-7962E3CA4CA3}" dt="2026-03-18T21:05:23.866" v="1984" actId="1076"/>
          <ac:grpSpMkLst>
            <pc:docMk/>
            <pc:sldMk cId="2133037477" sldId="271"/>
            <ac:grpSpMk id="200" creationId="{2815A369-6BBA-598C-D006-A92E2683E38C}"/>
          </ac:grpSpMkLst>
        </pc:grpChg>
        <pc:grpChg chg="del mod">
          <ac:chgData name="耀泉 马" userId="19e30af8d5659de2" providerId="LiveId" clId="{C3594856-CEDA-5129-B2AF-7962E3CA4CA3}" dt="2026-03-18T21:06:34.538" v="2015" actId="478"/>
          <ac:grpSpMkLst>
            <pc:docMk/>
            <pc:sldMk cId="2133037477" sldId="271"/>
            <ac:grpSpMk id="216" creationId="{EC2DFAD6-5B37-BA8D-21B5-C033165FE2FE}"/>
          </ac:grpSpMkLst>
        </pc:grpChg>
        <pc:grpChg chg="mod">
          <ac:chgData name="耀泉 马" userId="19e30af8d5659de2" providerId="LiveId" clId="{C3594856-CEDA-5129-B2AF-7962E3CA4CA3}" dt="2026-03-18T21:05:58.347" v="2008" actId="167"/>
          <ac:grpSpMkLst>
            <pc:docMk/>
            <pc:sldMk cId="2133037477" sldId="271"/>
            <ac:grpSpMk id="236" creationId="{697FCE8D-81CE-2328-E2DB-169379B5EB65}"/>
          </ac:grpSpMkLst>
        </pc:grpChg>
        <pc:grpChg chg="mod">
          <ac:chgData name="耀泉 马" userId="19e30af8d5659de2" providerId="LiveId" clId="{C3594856-CEDA-5129-B2AF-7962E3CA4CA3}" dt="2026-03-18T21:07:54.861" v="2079" actId="1036"/>
          <ac:grpSpMkLst>
            <pc:docMk/>
            <pc:sldMk cId="2133037477" sldId="271"/>
            <ac:grpSpMk id="264" creationId="{A6818306-EA68-4DAC-E5D0-9E03CD29D4CE}"/>
          </ac:grpSpMkLst>
        </pc:grpChg>
        <pc:grpChg chg="del mod">
          <ac:chgData name="耀泉 马" userId="19e30af8d5659de2" providerId="LiveId" clId="{C3594856-CEDA-5129-B2AF-7962E3CA4CA3}" dt="2026-03-18T21:08:32.582" v="2129" actId="478"/>
          <ac:grpSpMkLst>
            <pc:docMk/>
            <pc:sldMk cId="2133037477" sldId="271"/>
            <ac:grpSpMk id="284" creationId="{0E3A7CC2-2CE0-FABB-9D01-2A8093E2337D}"/>
          </ac:grpSpMkLst>
        </pc:grpChg>
        <pc:grpChg chg="mod">
          <ac:chgData name="耀泉 马" userId="19e30af8d5659de2" providerId="LiveId" clId="{C3594856-CEDA-5129-B2AF-7962E3CA4CA3}" dt="2026-03-18T21:06:44.252" v="2018" actId="167"/>
          <ac:grpSpMkLst>
            <pc:docMk/>
            <pc:sldMk cId="2133037477" sldId="271"/>
            <ac:grpSpMk id="312" creationId="{EE7489B1-9346-DAEA-17EB-D07719B66C13}"/>
          </ac:grpSpMkLst>
        </pc:grpChg>
        <pc:grpChg chg="mod">
          <ac:chgData name="耀泉 马" userId="19e30af8d5659de2" providerId="LiveId" clId="{C3594856-CEDA-5129-B2AF-7962E3CA4CA3}" dt="2026-03-18T21:08:57.097" v="2135" actId="167"/>
          <ac:grpSpMkLst>
            <pc:docMk/>
            <pc:sldMk cId="2133037477" sldId="271"/>
            <ac:grpSpMk id="334" creationId="{561FAF07-8B34-F8C7-9AB1-979CCF90176C}"/>
          </ac:grpSpMkLst>
        </pc:grpChg>
        <pc:grpChg chg="mod">
          <ac:chgData name="耀泉 马" userId="19e30af8d5659de2" providerId="LiveId" clId="{C3594856-CEDA-5129-B2AF-7962E3CA4CA3}" dt="2026-03-18T21:08:57.097" v="2135" actId="167"/>
          <ac:grpSpMkLst>
            <pc:docMk/>
            <pc:sldMk cId="2133037477" sldId="271"/>
            <ac:grpSpMk id="362" creationId="{79A331EE-59F2-2473-62CC-1F172A7305DB}"/>
          </ac:grpSpMkLst>
        </pc:grpChg>
        <pc:grpChg chg="mod">
          <ac:chgData name="耀泉 马" userId="19e30af8d5659de2" providerId="LiveId" clId="{C3594856-CEDA-5129-B2AF-7962E3CA4CA3}" dt="2026-03-18T21:09:09.283" v="2140" actId="167"/>
          <ac:grpSpMkLst>
            <pc:docMk/>
            <pc:sldMk cId="2133037477" sldId="271"/>
            <ac:grpSpMk id="384" creationId="{D110780A-DCE0-6AD4-565C-87EB284BBA46}"/>
          </ac:grpSpMkLst>
        </pc:grpChg>
        <pc:grpChg chg="mod">
          <ac:chgData name="耀泉 马" userId="19e30af8d5659de2" providerId="LiveId" clId="{C3594856-CEDA-5129-B2AF-7962E3CA4CA3}" dt="2026-03-18T21:09:09.283" v="2140" actId="167"/>
          <ac:grpSpMkLst>
            <pc:docMk/>
            <pc:sldMk cId="2133037477" sldId="271"/>
            <ac:grpSpMk id="412" creationId="{53DED084-2C99-5A5A-8542-BB90C5EA432D}"/>
          </ac:grpSpMkLst>
        </pc:grpChg>
        <pc:grpChg chg="mod">
          <ac:chgData name="耀泉 马" userId="19e30af8d5659de2" providerId="LiveId" clId="{C3594856-CEDA-5129-B2AF-7962E3CA4CA3}" dt="2026-03-18T21:09:41.797" v="2149" actId="167"/>
          <ac:grpSpMkLst>
            <pc:docMk/>
            <pc:sldMk cId="2133037477" sldId="271"/>
            <ac:grpSpMk id="434" creationId="{EC62E5A0-DD40-A71B-0AA0-1DF8A065C42E}"/>
          </ac:grpSpMkLst>
        </pc:grpChg>
        <pc:grpChg chg="mod">
          <ac:chgData name="耀泉 马" userId="19e30af8d5659de2" providerId="LiveId" clId="{C3594856-CEDA-5129-B2AF-7962E3CA4CA3}" dt="2026-03-18T21:09:41.797" v="2149" actId="167"/>
          <ac:grpSpMkLst>
            <pc:docMk/>
            <pc:sldMk cId="2133037477" sldId="271"/>
            <ac:grpSpMk id="462" creationId="{04F0EBDA-2A83-DFBD-DAA0-FA9B212B2F2E}"/>
          </ac:grpSpMkLst>
        </pc:grpChg>
        <pc:grpChg chg="add mod">
          <ac:chgData name="耀泉 马" userId="19e30af8d5659de2" providerId="LiveId" clId="{C3594856-CEDA-5129-B2AF-7962E3CA4CA3}" dt="2026-03-18T22:00:14.479" v="2649" actId="164"/>
          <ac:grpSpMkLst>
            <pc:docMk/>
            <pc:sldMk cId="2133037477" sldId="271"/>
            <ac:grpSpMk id="551" creationId="{CB678EB2-C624-9AC7-B3DF-E0311FB6D19C}"/>
          </ac:grpSpMkLst>
        </pc:grpChg>
        <pc:grpChg chg="add mod">
          <ac:chgData name="耀泉 马" userId="19e30af8d5659de2" providerId="LiveId" clId="{C3594856-CEDA-5129-B2AF-7962E3CA4CA3}" dt="2026-03-18T22:01:26.418" v="2654" actId="1076"/>
          <ac:grpSpMkLst>
            <pc:docMk/>
            <pc:sldMk cId="2133037477" sldId="271"/>
            <ac:grpSpMk id="552" creationId="{F1AAA73F-FFD0-80B1-7760-FB9444EC5655}"/>
          </ac:grpSpMkLst>
        </pc:grpChg>
        <pc:grpChg chg="add mod">
          <ac:chgData name="耀泉 马" userId="19e30af8d5659de2" providerId="LiveId" clId="{C3594856-CEDA-5129-B2AF-7962E3CA4CA3}" dt="2026-03-18T22:01:22.571" v="2652" actId="164"/>
          <ac:grpSpMkLst>
            <pc:docMk/>
            <pc:sldMk cId="2133037477" sldId="271"/>
            <ac:grpSpMk id="553" creationId="{594AF955-C2CB-B7CE-50FA-8370B1E24B96}"/>
          </ac:grpSpMkLst>
        </pc:grpChg>
        <pc:grpChg chg="add mod">
          <ac:chgData name="耀泉 马" userId="19e30af8d5659de2" providerId="LiveId" clId="{C3594856-CEDA-5129-B2AF-7962E3CA4CA3}" dt="2026-03-18T22:01:22.571" v="2652" actId="164"/>
          <ac:grpSpMkLst>
            <pc:docMk/>
            <pc:sldMk cId="2133037477" sldId="271"/>
            <ac:grpSpMk id="554" creationId="{D2087604-FE28-2FA5-AC91-9D1B5F496399}"/>
          </ac:grpSpMkLst>
        </pc:grpChg>
        <pc:grpChg chg="add mod">
          <ac:chgData name="耀泉 马" userId="19e30af8d5659de2" providerId="LiveId" clId="{C3594856-CEDA-5129-B2AF-7962E3CA4CA3}" dt="2026-03-18T22:01:28.834" v="2655" actId="1076"/>
          <ac:grpSpMkLst>
            <pc:docMk/>
            <pc:sldMk cId="2133037477" sldId="271"/>
            <ac:grpSpMk id="555" creationId="{7D9A83F2-55D2-C718-E229-B788BD6DB0BD}"/>
          </ac:grpSpMkLst>
        </pc:grp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4" creationId="{5D6E6DF8-208F-032C-2541-7691EE2B77FD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7" creationId="{32BBFCA8-086F-42E0-76F8-FDC8918CDE50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8" creationId="{1C1450F0-5C58-F90C-A02F-91C7278617A1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9" creationId="{5AEF9EC2-D9D9-CB93-7BCC-7436D0B63ED3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10" creationId="{13322392-C4DA-C15F-CD9A-AAE79AB5917B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11" creationId="{5411C6B4-3102-9470-DA97-19B206ED628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5" creationId="{58FC0645-603A-3608-C520-28175AF3A333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6" creationId="{8E2080F0-456D-7151-89EA-F3EF9319172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7" creationId="{C9661C5E-7020-F1EF-9A06-A549D42563AD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19" creationId="{D7AE2EFD-8689-A838-797C-55C4C96300D1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20" creationId="{5D9C9A29-94ED-137D-2E0A-93DC5CDB6F69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21" creationId="{695C0822-307E-ECE4-5EAB-0D579E28F4BA}"/>
          </ac:picMkLst>
        </pc:picChg>
        <pc:picChg chg="add mod">
          <ac:chgData name="耀泉 马" userId="19e30af8d5659de2" providerId="LiveId" clId="{C3594856-CEDA-5129-B2AF-7962E3CA4CA3}" dt="2026-03-18T20:46:06.476" v="1808" actId="1076"/>
          <ac:picMkLst>
            <pc:docMk/>
            <pc:sldMk cId="2133037477" sldId="271"/>
            <ac:picMk id="29" creationId="{7700C1EE-419F-AD1A-A005-15D5C85A5949}"/>
          </ac:picMkLst>
        </pc:picChg>
        <pc:picChg chg="mod">
          <ac:chgData name="耀泉 马" userId="19e30af8d5659de2" providerId="LiveId" clId="{C3594856-CEDA-5129-B2AF-7962E3CA4CA3}" dt="2026-03-18T21:05:58.347" v="2008" actId="167"/>
          <ac:picMkLst>
            <pc:docMk/>
            <pc:sldMk cId="2133037477" sldId="271"/>
            <ac:picMk id="233" creationId="{2FA09888-AC3E-3B7C-F934-3E82CD51E038}"/>
          </ac:picMkLst>
        </pc:picChg>
        <pc:picChg chg="del mod">
          <ac:chgData name="耀泉 马" userId="19e30af8d5659de2" providerId="LiveId" clId="{C3594856-CEDA-5129-B2AF-7962E3CA4CA3}" dt="2026-03-18T22:08:23.450" v="2869" actId="478"/>
          <ac:picMkLst>
            <pc:docMk/>
            <pc:sldMk cId="2133037477" sldId="271"/>
            <ac:picMk id="234" creationId="{72FAF756-57F4-6369-1C09-CB46F4E9C3A3}"/>
          </ac:picMkLst>
        </pc:picChg>
        <pc:picChg chg="mod">
          <ac:chgData name="耀泉 马" userId="19e30af8d5659de2" providerId="LiveId" clId="{C3594856-CEDA-5129-B2AF-7962E3CA4CA3}" dt="2026-03-18T21:05:58.347" v="2008" actId="167"/>
          <ac:picMkLst>
            <pc:docMk/>
            <pc:sldMk cId="2133037477" sldId="271"/>
            <ac:picMk id="235" creationId="{4DF830D0-6E9C-A16E-0FB4-17D1D36CD71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1" creationId="{9B59A056-6781-7565-1959-0B0AD9713C23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2" creationId="{08ACF86F-6C4E-D9F7-50A9-B4C9074020A9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3" creationId="{60689186-9C7F-872F-039C-0DA698AD73D7}"/>
          </ac:picMkLst>
        </pc:picChg>
        <pc:picChg chg="mod">
          <ac:chgData name="耀泉 马" userId="19e30af8d5659de2" providerId="LiveId" clId="{C3594856-CEDA-5129-B2AF-7962E3CA4CA3}" dt="2026-03-18T21:08:57.097" v="2135" actId="167"/>
          <ac:picMkLst>
            <pc:docMk/>
            <pc:sldMk cId="2133037477" sldId="271"/>
            <ac:picMk id="331" creationId="{CDC0019F-6184-BD59-074C-F343B788D1D8}"/>
          </ac:picMkLst>
        </pc:picChg>
        <pc:picChg chg="del mod">
          <ac:chgData name="耀泉 马" userId="19e30af8d5659de2" providerId="LiveId" clId="{C3594856-CEDA-5129-B2AF-7962E3CA4CA3}" dt="2026-03-18T22:08:35.261" v="2877" actId="478"/>
          <ac:picMkLst>
            <pc:docMk/>
            <pc:sldMk cId="2133037477" sldId="271"/>
            <ac:picMk id="332" creationId="{6E4E4AD5-35A1-A1CE-F7AC-9D7DEAB02B53}"/>
          </ac:picMkLst>
        </pc:picChg>
        <pc:picChg chg="mod">
          <ac:chgData name="耀泉 马" userId="19e30af8d5659de2" providerId="LiveId" clId="{C3594856-CEDA-5129-B2AF-7962E3CA4CA3}" dt="2026-03-18T21:08:57.097" v="2135" actId="167"/>
          <ac:picMkLst>
            <pc:docMk/>
            <pc:sldMk cId="2133037477" sldId="271"/>
            <ac:picMk id="333" creationId="{CD4D500B-EE7C-9C47-C3BD-0C4362142313}"/>
          </ac:picMkLst>
        </pc:picChg>
        <pc:picChg chg="mod">
          <ac:chgData name="耀泉 马" userId="19e30af8d5659de2" providerId="LiveId" clId="{C3594856-CEDA-5129-B2AF-7962E3CA4CA3}" dt="2026-03-18T21:09:09.283" v="2140" actId="167"/>
          <ac:picMkLst>
            <pc:docMk/>
            <pc:sldMk cId="2133037477" sldId="271"/>
            <ac:picMk id="381" creationId="{B6EF110F-A988-61CB-E366-FC87738F0738}"/>
          </ac:picMkLst>
        </pc:picChg>
        <pc:picChg chg="del mod">
          <ac:chgData name="耀泉 马" userId="19e30af8d5659de2" providerId="LiveId" clId="{C3594856-CEDA-5129-B2AF-7962E3CA4CA3}" dt="2026-03-18T22:08:43.987" v="2882" actId="478"/>
          <ac:picMkLst>
            <pc:docMk/>
            <pc:sldMk cId="2133037477" sldId="271"/>
            <ac:picMk id="382" creationId="{D3C3FCFD-95C6-95DE-5F0A-A6C4F4889664}"/>
          </ac:picMkLst>
        </pc:picChg>
        <pc:picChg chg="mod">
          <ac:chgData name="耀泉 马" userId="19e30af8d5659de2" providerId="LiveId" clId="{C3594856-CEDA-5129-B2AF-7962E3CA4CA3}" dt="2026-03-18T21:09:09.283" v="2140" actId="167"/>
          <ac:picMkLst>
            <pc:docMk/>
            <pc:sldMk cId="2133037477" sldId="271"/>
            <ac:picMk id="383" creationId="{6660FD71-D699-2881-B064-6930CBD78524}"/>
          </ac:picMkLst>
        </pc:picChg>
        <pc:picChg chg="mod">
          <ac:chgData name="耀泉 马" userId="19e30af8d5659de2" providerId="LiveId" clId="{C3594856-CEDA-5129-B2AF-7962E3CA4CA3}" dt="2026-03-18T21:09:41.797" v="2149" actId="167"/>
          <ac:picMkLst>
            <pc:docMk/>
            <pc:sldMk cId="2133037477" sldId="271"/>
            <ac:picMk id="431" creationId="{00253C87-CF44-20E8-8EF7-A388A61A9A5B}"/>
          </ac:picMkLst>
        </pc:picChg>
        <pc:picChg chg="del mod">
          <ac:chgData name="耀泉 马" userId="19e30af8d5659de2" providerId="LiveId" clId="{C3594856-CEDA-5129-B2AF-7962E3CA4CA3}" dt="2026-03-18T22:08:55.116" v="2886" actId="478"/>
          <ac:picMkLst>
            <pc:docMk/>
            <pc:sldMk cId="2133037477" sldId="271"/>
            <ac:picMk id="432" creationId="{45B3CE1A-9FAF-49C6-1375-AA6C60FD28FE}"/>
          </ac:picMkLst>
        </pc:picChg>
        <pc:picChg chg="mod">
          <ac:chgData name="耀泉 马" userId="19e30af8d5659de2" providerId="LiveId" clId="{C3594856-CEDA-5129-B2AF-7962E3CA4CA3}" dt="2026-03-18T21:09:41.797" v="2149" actId="167"/>
          <ac:picMkLst>
            <pc:docMk/>
            <pc:sldMk cId="2133037477" sldId="271"/>
            <ac:picMk id="433" creationId="{13AB4931-BF98-02A2-2348-1997C88267B0}"/>
          </ac:picMkLst>
        </pc:picChg>
        <pc:picChg chg="add del mod">
          <ac:chgData name="耀泉 马" userId="19e30af8d5659de2" providerId="LiveId" clId="{C3594856-CEDA-5129-B2AF-7962E3CA4CA3}" dt="2026-03-18T21:19:38.981" v="2172" actId="478"/>
          <ac:picMkLst>
            <pc:docMk/>
            <pc:sldMk cId="2133037477" sldId="271"/>
            <ac:picMk id="481" creationId="{41A954BC-BF1A-5C8D-D8A4-7740E2D838BD}"/>
          </ac:picMkLst>
        </pc:picChg>
        <pc:picChg chg="add del mod">
          <ac:chgData name="耀泉 马" userId="19e30af8d5659de2" providerId="LiveId" clId="{C3594856-CEDA-5129-B2AF-7962E3CA4CA3}" dt="2026-03-18T21:20:12.841" v="2178" actId="478"/>
          <ac:picMkLst>
            <pc:docMk/>
            <pc:sldMk cId="2133037477" sldId="271"/>
            <ac:picMk id="482" creationId="{2A2206D2-6126-5282-545C-5AFC8EF1A7E0}"/>
          </ac:picMkLst>
        </pc:picChg>
        <pc:picChg chg="add del mod">
          <ac:chgData name="耀泉 马" userId="19e30af8d5659de2" providerId="LiveId" clId="{C3594856-CEDA-5129-B2AF-7962E3CA4CA3}" dt="2026-03-18T21:26:09.660" v="2273" actId="478"/>
          <ac:picMkLst>
            <pc:docMk/>
            <pc:sldMk cId="2133037477" sldId="271"/>
            <ac:picMk id="483" creationId="{992204A2-683C-7D1B-D70A-BC38D7D579F6}"/>
          </ac:picMkLst>
        </pc:picChg>
        <pc:picChg chg="add mod">
          <ac:chgData name="耀泉 马" userId="19e30af8d5659de2" providerId="LiveId" clId="{C3594856-CEDA-5129-B2AF-7962E3CA4CA3}" dt="2026-03-18T22:00:06.955" v="2648" actId="164"/>
          <ac:picMkLst>
            <pc:docMk/>
            <pc:sldMk cId="2133037477" sldId="271"/>
            <ac:picMk id="484" creationId="{3F725597-31B7-6C90-80D7-32124B419566}"/>
          </ac:picMkLst>
        </pc:picChg>
        <pc:picChg chg="add mod">
          <ac:chgData name="耀泉 马" userId="19e30af8d5659de2" providerId="LiveId" clId="{C3594856-CEDA-5129-B2AF-7962E3CA4CA3}" dt="2026-03-18T22:00:06.955" v="2648" actId="164"/>
          <ac:picMkLst>
            <pc:docMk/>
            <pc:sldMk cId="2133037477" sldId="271"/>
            <ac:picMk id="485" creationId="{E00D58FF-AF04-E7F1-F633-8F2224F4C60E}"/>
          </ac:picMkLst>
        </pc:picChg>
        <pc:picChg chg="add mod">
          <ac:chgData name="耀泉 马" userId="19e30af8d5659de2" providerId="LiveId" clId="{C3594856-CEDA-5129-B2AF-7962E3CA4CA3}" dt="2026-03-18T22:05:47.213" v="2817" actId="1076"/>
          <ac:picMkLst>
            <pc:docMk/>
            <pc:sldMk cId="2133037477" sldId="271"/>
            <ac:picMk id="489" creationId="{1DA41B00-837D-A957-2F3B-1D6677AAEECD}"/>
          </ac:picMkLst>
        </pc:picChg>
        <pc:picChg chg="add mod">
          <ac:chgData name="耀泉 马" userId="19e30af8d5659de2" providerId="LiveId" clId="{C3594856-CEDA-5129-B2AF-7962E3CA4CA3}" dt="2026-03-18T21:42:48.140" v="2394" actId="1076"/>
          <ac:picMkLst>
            <pc:docMk/>
            <pc:sldMk cId="2133037477" sldId="271"/>
            <ac:picMk id="490" creationId="{E3E2CB8C-65BF-A5AF-3AE3-7483F600A942}"/>
          </ac:picMkLst>
        </pc:picChg>
        <pc:picChg chg="add mod">
          <ac:chgData name="耀泉 马" userId="19e30af8d5659de2" providerId="LiveId" clId="{C3594856-CEDA-5129-B2AF-7962E3CA4CA3}" dt="2026-03-18T21:38:42.149" v="2343" actId="1076"/>
          <ac:picMkLst>
            <pc:docMk/>
            <pc:sldMk cId="2133037477" sldId="271"/>
            <ac:picMk id="491" creationId="{F9B18140-8245-DCD7-384E-DB6DB50ADDB3}"/>
          </ac:picMkLst>
        </pc:picChg>
        <pc:picChg chg="add del mod">
          <ac:chgData name="耀泉 马" userId="19e30af8d5659de2" providerId="LiveId" clId="{C3594856-CEDA-5129-B2AF-7962E3CA4CA3}" dt="2026-03-18T21:29:00.224" v="2282" actId="478"/>
          <ac:picMkLst>
            <pc:docMk/>
            <pc:sldMk cId="2133037477" sldId="271"/>
            <ac:picMk id="492" creationId="{B960D875-2859-B488-FCE6-BABF6016FC54}"/>
          </ac:picMkLst>
        </pc:picChg>
        <pc:picChg chg="add del">
          <ac:chgData name="耀泉 马" userId="19e30af8d5659de2" providerId="LiveId" clId="{C3594856-CEDA-5129-B2AF-7962E3CA4CA3}" dt="2026-03-18T21:29:06.918" v="2284" actId="478"/>
          <ac:picMkLst>
            <pc:docMk/>
            <pc:sldMk cId="2133037477" sldId="271"/>
            <ac:picMk id="493" creationId="{400E07A7-5463-3311-9815-D8C2A5D5389A}"/>
          </ac:picMkLst>
        </pc:picChg>
        <pc:picChg chg="add del mod">
          <ac:chgData name="耀泉 马" userId="19e30af8d5659de2" providerId="LiveId" clId="{C3594856-CEDA-5129-B2AF-7962E3CA4CA3}" dt="2026-03-18T21:30:58.772" v="2292" actId="478"/>
          <ac:picMkLst>
            <pc:docMk/>
            <pc:sldMk cId="2133037477" sldId="271"/>
            <ac:picMk id="494" creationId="{1FA18706-4CAF-A8FD-F177-E0A183B84AC1}"/>
          </ac:picMkLst>
        </pc:picChg>
        <pc:picChg chg="add del">
          <ac:chgData name="耀泉 马" userId="19e30af8d5659de2" providerId="LiveId" clId="{C3594856-CEDA-5129-B2AF-7962E3CA4CA3}" dt="2026-03-18T21:33:15.486" v="2308" actId="478"/>
          <ac:picMkLst>
            <pc:docMk/>
            <pc:sldMk cId="2133037477" sldId="271"/>
            <ac:picMk id="496" creationId="{A3D41B14-E887-D7B4-394D-AAB736417D06}"/>
          </ac:picMkLst>
        </pc:picChg>
        <pc:picChg chg="add mod">
          <ac:chgData name="耀泉 马" userId="19e30af8d5659de2" providerId="LiveId" clId="{C3594856-CEDA-5129-B2AF-7962E3CA4CA3}" dt="2026-03-18T22:04:52.093" v="2748" actId="1076"/>
          <ac:picMkLst>
            <pc:docMk/>
            <pc:sldMk cId="2133037477" sldId="271"/>
            <ac:picMk id="497" creationId="{CA2D5E9C-340F-99A8-B8ED-43EBE0A1C58B}"/>
          </ac:picMkLst>
        </pc:picChg>
        <pc:picChg chg="add mod">
          <ac:chgData name="耀泉 马" userId="19e30af8d5659de2" providerId="LiveId" clId="{C3594856-CEDA-5129-B2AF-7962E3CA4CA3}" dt="2026-03-18T22:00:47.994" v="2650" actId="164"/>
          <ac:picMkLst>
            <pc:docMk/>
            <pc:sldMk cId="2133037477" sldId="271"/>
            <ac:picMk id="498" creationId="{004FA189-652D-4B6E-E4CF-70EA48FE712C}"/>
          </ac:picMkLst>
        </pc:picChg>
        <pc:picChg chg="add mod">
          <ac:chgData name="耀泉 马" userId="19e30af8d5659de2" providerId="LiveId" clId="{C3594856-CEDA-5129-B2AF-7962E3CA4CA3}" dt="2026-03-18T22:00:47.994" v="2650" actId="164"/>
          <ac:picMkLst>
            <pc:docMk/>
            <pc:sldMk cId="2133037477" sldId="271"/>
            <ac:picMk id="499" creationId="{AED2AA6F-8413-6F77-F0DA-9FF1B127549E}"/>
          </ac:picMkLst>
        </pc:picChg>
        <pc:picChg chg="add del mod">
          <ac:chgData name="耀泉 马" userId="19e30af8d5659de2" providerId="LiveId" clId="{C3594856-CEDA-5129-B2AF-7962E3CA4CA3}" dt="2026-03-18T21:37:47.717" v="2335" actId="478"/>
          <ac:picMkLst>
            <pc:docMk/>
            <pc:sldMk cId="2133037477" sldId="271"/>
            <ac:picMk id="500" creationId="{E558A0F9-48FA-6F7F-2144-ED403DDD460C}"/>
          </ac:picMkLst>
        </pc:picChg>
        <pc:picChg chg="add mod">
          <ac:chgData name="耀泉 马" userId="19e30af8d5659de2" providerId="LiveId" clId="{C3594856-CEDA-5129-B2AF-7962E3CA4CA3}" dt="2026-03-18T21:38:42.149" v="2343" actId="1076"/>
          <ac:picMkLst>
            <pc:docMk/>
            <pc:sldMk cId="2133037477" sldId="271"/>
            <ac:picMk id="501" creationId="{A34BA1A9-A0FE-B524-466C-81C61FF62204}"/>
          </ac:picMkLst>
        </pc:picChg>
        <pc:picChg chg="add mod">
          <ac:chgData name="耀泉 马" userId="19e30af8d5659de2" providerId="LiveId" clId="{C3594856-CEDA-5129-B2AF-7962E3CA4CA3}" dt="2026-03-18T21:42:49.007" v="2395" actId="1076"/>
          <ac:picMkLst>
            <pc:docMk/>
            <pc:sldMk cId="2133037477" sldId="271"/>
            <ac:picMk id="504" creationId="{9B7EC64C-BEA6-235A-328E-85205C077313}"/>
          </ac:picMkLst>
        </pc:picChg>
        <pc:picChg chg="add mod">
          <ac:chgData name="耀泉 马" userId="19e30af8d5659de2" providerId="LiveId" clId="{C3594856-CEDA-5129-B2AF-7962E3CA4CA3}" dt="2026-03-18T21:46:02.330" v="2401" actId="1076"/>
          <ac:picMkLst>
            <pc:docMk/>
            <pc:sldMk cId="2133037477" sldId="271"/>
            <ac:picMk id="505" creationId="{5BB980D7-B2D4-3DF9-C615-F9D33C7B45B2}"/>
          </ac:picMkLst>
        </pc:picChg>
        <pc:picChg chg="add del mod">
          <ac:chgData name="耀泉 马" userId="19e30af8d5659de2" providerId="LiveId" clId="{C3594856-CEDA-5129-B2AF-7962E3CA4CA3}" dt="2026-03-18T21:56:32.600" v="2625" actId="21"/>
          <ac:picMkLst>
            <pc:docMk/>
            <pc:sldMk cId="2133037477" sldId="271"/>
            <ac:picMk id="542" creationId="{86AD839F-1684-CFBE-4EB7-D614675474A6}"/>
          </ac:picMkLst>
        </pc:picChg>
        <pc:picChg chg="add del mod">
          <ac:chgData name="耀泉 马" userId="19e30af8d5659de2" providerId="LiveId" clId="{C3594856-CEDA-5129-B2AF-7962E3CA4CA3}" dt="2026-03-18T21:57:37.272" v="2628" actId="478"/>
          <ac:picMkLst>
            <pc:docMk/>
            <pc:sldMk cId="2133037477" sldId="271"/>
            <ac:picMk id="543" creationId="{DE7E0077-4957-F0FB-8046-0DBCDAF4C4EC}"/>
          </ac:picMkLst>
        </pc:picChg>
        <pc:picChg chg="add del mod">
          <ac:chgData name="耀泉 马" userId="19e30af8d5659de2" providerId="LiveId" clId="{C3594856-CEDA-5129-B2AF-7962E3CA4CA3}" dt="2026-03-18T21:58:31.696" v="2631" actId="478"/>
          <ac:picMkLst>
            <pc:docMk/>
            <pc:sldMk cId="2133037477" sldId="271"/>
            <ac:picMk id="544" creationId="{594733CF-9D7B-1055-81D8-F92121AA52B3}"/>
          </ac:picMkLst>
        </pc:picChg>
        <pc:picChg chg="add mod">
          <ac:chgData name="耀泉 马" userId="19e30af8d5659de2" providerId="LiveId" clId="{C3594856-CEDA-5129-B2AF-7962E3CA4CA3}" dt="2026-03-18T22:06:23.310" v="2825" actId="1076"/>
          <ac:picMkLst>
            <pc:docMk/>
            <pc:sldMk cId="2133037477" sldId="271"/>
            <ac:picMk id="545" creationId="{C690DFA2-CFEA-3D3C-414A-9EF73C055B2A}"/>
          </ac:picMkLst>
        </pc:picChg>
        <pc:picChg chg="add mod">
          <ac:chgData name="耀泉 马" userId="19e30af8d5659de2" providerId="LiveId" clId="{C3594856-CEDA-5129-B2AF-7962E3CA4CA3}" dt="2026-03-18T22:08:33.571" v="2876" actId="1038"/>
          <ac:picMkLst>
            <pc:docMk/>
            <pc:sldMk cId="2133037477" sldId="271"/>
            <ac:picMk id="567" creationId="{EF1830C7-89C7-C849-A04A-C3E794550CE9}"/>
          </ac:picMkLst>
        </pc:picChg>
        <pc:picChg chg="add del">
          <ac:chgData name="耀泉 马" userId="19e30af8d5659de2" providerId="LiveId" clId="{C3594856-CEDA-5129-B2AF-7962E3CA4CA3}" dt="2026-03-18T22:08:37.081" v="2879" actId="478"/>
          <ac:picMkLst>
            <pc:docMk/>
            <pc:sldMk cId="2133037477" sldId="271"/>
            <ac:picMk id="568" creationId="{7A2B32EB-0FD3-F66A-BEA8-D625CB8FC46E}"/>
          </ac:picMkLst>
        </pc:picChg>
        <pc:picChg chg="add mod">
          <ac:chgData name="耀泉 马" userId="19e30af8d5659de2" providerId="LiveId" clId="{C3594856-CEDA-5129-B2AF-7962E3CA4CA3}" dt="2026-03-18T22:08:42.218" v="2881" actId="1076"/>
          <ac:picMkLst>
            <pc:docMk/>
            <pc:sldMk cId="2133037477" sldId="271"/>
            <ac:picMk id="569" creationId="{07082627-779C-5766-F416-42204AC6C8DD}"/>
          </ac:picMkLst>
        </pc:picChg>
        <pc:picChg chg="add mod">
          <ac:chgData name="耀泉 马" userId="19e30af8d5659de2" providerId="LiveId" clId="{C3594856-CEDA-5129-B2AF-7962E3CA4CA3}" dt="2026-03-18T22:08:48.710" v="2884" actId="1076"/>
          <ac:picMkLst>
            <pc:docMk/>
            <pc:sldMk cId="2133037477" sldId="271"/>
            <ac:picMk id="570" creationId="{D762E1E1-36B3-74A5-D689-DC0F30DA4EAB}"/>
          </ac:picMkLst>
        </pc:picChg>
        <pc:picChg chg="add mod">
          <ac:chgData name="耀泉 马" userId="19e30af8d5659de2" providerId="LiveId" clId="{C3594856-CEDA-5129-B2AF-7962E3CA4CA3}" dt="2026-03-18T22:09:00.643" v="2888" actId="1076"/>
          <ac:picMkLst>
            <pc:docMk/>
            <pc:sldMk cId="2133037477" sldId="271"/>
            <ac:picMk id="571" creationId="{7D461BD1-BEE4-31AC-A99D-54070E13DA17}"/>
          </ac:picMkLst>
        </pc:pic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29" creationId="{06BAE1F3-2689-8035-EF78-18992F05725C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35" creationId="{64B84686-6CDC-C6A2-7A9B-4527ED94DEA7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36" creationId="{901CC0D4-B654-83CE-0D5A-B9A87690A9BB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40" creationId="{EAE1B8E9-D7E1-C95B-A03D-3F09192B915A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5" creationId="{AEE00D2C-C35A-0D6F-A9A2-3F11FE62D02B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6" creationId="{26373078-96FE-2A9E-9C43-4561FA1616B6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9" creationId="{701BABBD-AC88-DB76-FF64-E803F85D6B14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62" creationId="{C45F1F00-9016-7B6E-39E7-E176CBC9B5E8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67" creationId="{5E382425-A8BD-4942-C425-974DB65A15B6}"/>
          </ac:cxnSpMkLst>
        </pc:cxnChg>
        <pc:cxnChg chg="add mod">
          <ac:chgData name="耀泉 马" userId="19e30af8d5659de2" providerId="LiveId" clId="{C3594856-CEDA-5129-B2AF-7962E3CA4CA3}" dt="2026-03-18T22:04:10.327" v="2737" actId="14100"/>
          <ac:cxnSpMkLst>
            <pc:docMk/>
            <pc:sldMk cId="2133037477" sldId="271"/>
            <ac:cxnSpMk id="510" creationId="{C8B9A858-4199-4A47-074C-0B318B6FC636}"/>
          </ac:cxnSpMkLst>
        </pc:cxnChg>
        <pc:cxnChg chg="add mod">
          <ac:chgData name="耀泉 马" userId="19e30af8d5659de2" providerId="LiveId" clId="{C3594856-CEDA-5129-B2AF-7962E3CA4CA3}" dt="2026-03-18T22:01:57.695" v="2657" actId="692"/>
          <ac:cxnSpMkLst>
            <pc:docMk/>
            <pc:sldMk cId="2133037477" sldId="271"/>
            <ac:cxnSpMk id="512" creationId="{6AD0DD49-74C4-5B75-A16D-A0D3322CB3EF}"/>
          </ac:cxnSpMkLst>
        </pc:cxnChg>
        <pc:cxnChg chg="add mod">
          <ac:chgData name="耀泉 马" userId="19e30af8d5659de2" providerId="LiveId" clId="{C3594856-CEDA-5129-B2AF-7962E3CA4CA3}" dt="2026-03-18T22:02:01.619" v="2658" actId="692"/>
          <ac:cxnSpMkLst>
            <pc:docMk/>
            <pc:sldMk cId="2133037477" sldId="271"/>
            <ac:cxnSpMk id="514" creationId="{B52B9C4C-D0B1-7676-D4F4-73B5B01588B8}"/>
          </ac:cxnSpMkLst>
        </pc:cxnChg>
        <pc:cxnChg chg="add mod">
          <ac:chgData name="耀泉 马" userId="19e30af8d5659de2" providerId="LiveId" clId="{C3594856-CEDA-5129-B2AF-7962E3CA4CA3}" dt="2026-03-18T22:02:05.717" v="2659" actId="692"/>
          <ac:cxnSpMkLst>
            <pc:docMk/>
            <pc:sldMk cId="2133037477" sldId="271"/>
            <ac:cxnSpMk id="515" creationId="{56CCAAB1-EF3C-2AE6-4C20-DB17489230FC}"/>
          </ac:cxnSpMkLst>
        </pc:cxnChg>
        <pc:cxnChg chg="add mod">
          <ac:chgData name="耀泉 马" userId="19e30af8d5659de2" providerId="LiveId" clId="{C3594856-CEDA-5129-B2AF-7962E3CA4CA3}" dt="2026-03-18T22:04:15.152" v="2739" actId="14100"/>
          <ac:cxnSpMkLst>
            <pc:docMk/>
            <pc:sldMk cId="2133037477" sldId="271"/>
            <ac:cxnSpMk id="522" creationId="{0B1E9F79-70AD-FD3B-BF6F-5EC7BFF10F8E}"/>
          </ac:cxnSpMkLst>
        </pc:cxnChg>
        <pc:cxnChg chg="add mod">
          <ac:chgData name="耀泉 马" userId="19e30af8d5659de2" providerId="LiveId" clId="{C3594856-CEDA-5129-B2AF-7962E3CA4CA3}" dt="2026-03-18T21:51:48.494" v="2598" actId="692"/>
          <ac:cxnSpMkLst>
            <pc:docMk/>
            <pc:sldMk cId="2133037477" sldId="271"/>
            <ac:cxnSpMk id="525" creationId="{3C8BEF32-DEB8-FFD2-4D07-32B88B819F8A}"/>
          </ac:cxnSpMkLst>
        </pc:cxnChg>
        <pc:cxnChg chg="add mod">
          <ac:chgData name="耀泉 马" userId="19e30af8d5659de2" providerId="LiveId" clId="{C3594856-CEDA-5129-B2AF-7962E3CA4CA3}" dt="2026-03-18T22:04:23.372" v="2741" actId="14100"/>
          <ac:cxnSpMkLst>
            <pc:docMk/>
            <pc:sldMk cId="2133037477" sldId="271"/>
            <ac:cxnSpMk id="529" creationId="{3480E212-627F-E856-AE36-1A318034451C}"/>
          </ac:cxnSpMkLst>
        </pc:cxnChg>
        <pc:cxnChg chg="add mod">
          <ac:chgData name="耀泉 马" userId="19e30af8d5659de2" providerId="LiveId" clId="{C3594856-CEDA-5129-B2AF-7962E3CA4CA3}" dt="2026-03-18T22:04:19.004" v="2740" actId="14100"/>
          <ac:cxnSpMkLst>
            <pc:docMk/>
            <pc:sldMk cId="2133037477" sldId="271"/>
            <ac:cxnSpMk id="532" creationId="{2CC5E84D-832D-95D9-FEF4-FB0F2ABCC6F4}"/>
          </ac:cxnSpMkLst>
        </pc:cxnChg>
        <pc:cxnChg chg="add del mod">
          <ac:chgData name="耀泉 马" userId="19e30af8d5659de2" providerId="LiveId" clId="{C3594856-CEDA-5129-B2AF-7962E3CA4CA3}" dt="2026-03-18T21:59:54.589" v="2645" actId="478"/>
          <ac:cxnSpMkLst>
            <pc:docMk/>
            <pc:sldMk cId="2133037477" sldId="271"/>
            <ac:cxnSpMk id="548" creationId="{BE695A2C-1834-A24A-5E8E-2C4A096E99E7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5AEBB4-D16F-4249-AC33-0A3E518B8777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FA6E6-80EC-4760-AD87-61E44CE23EBD}">
      <dgm:prSet/>
      <dgm:spPr/>
      <dgm:t>
        <a:bodyPr/>
        <a:lstStyle/>
        <a:p>
          <a:r>
            <a:rPr lang="en-US" dirty="0"/>
            <a:t>IoMT systems generate sensitive medical data</a:t>
          </a:r>
        </a:p>
      </dgm:t>
    </dgm:pt>
    <dgm:pt modelId="{997CA735-10F7-4F50-A428-ED8D65691DA1}" type="parTrans" cxnId="{6797F67C-522F-48A0-94CF-2E6A04898B64}">
      <dgm:prSet/>
      <dgm:spPr/>
      <dgm:t>
        <a:bodyPr/>
        <a:lstStyle/>
        <a:p>
          <a:endParaRPr lang="en-US"/>
        </a:p>
      </dgm:t>
    </dgm:pt>
    <dgm:pt modelId="{736D7E8B-FCFF-4626-85C0-74BF889A921C}" type="sibTrans" cxnId="{6797F67C-522F-48A0-94CF-2E6A04898B64}">
      <dgm:prSet/>
      <dgm:spPr/>
      <dgm:t>
        <a:bodyPr/>
        <a:lstStyle/>
        <a:p>
          <a:endParaRPr lang="en-US"/>
        </a:p>
      </dgm:t>
    </dgm:pt>
    <dgm:pt modelId="{D4BDB65D-FBD7-43E3-9D4F-A012D765BA31}">
      <dgm:prSet/>
      <dgm:spPr/>
      <dgm:t>
        <a:bodyPr/>
        <a:lstStyle/>
        <a:p>
          <a:r>
            <a:rPr lang="en-US" dirty="0"/>
            <a:t>Edge gateways act as critical nodes</a:t>
          </a:r>
        </a:p>
      </dgm:t>
    </dgm:pt>
    <dgm:pt modelId="{40845A10-B951-4816-9456-E397B0D1DE81}" type="parTrans" cxnId="{081D8FDE-8400-41CB-B4ED-E6CED464FC83}">
      <dgm:prSet/>
      <dgm:spPr/>
      <dgm:t>
        <a:bodyPr/>
        <a:lstStyle/>
        <a:p>
          <a:endParaRPr lang="en-US"/>
        </a:p>
      </dgm:t>
    </dgm:pt>
    <dgm:pt modelId="{EE1CB50C-C220-4C1B-A32F-AB1307CD9218}" type="sibTrans" cxnId="{081D8FDE-8400-41CB-B4ED-E6CED464FC83}">
      <dgm:prSet/>
      <dgm:spPr/>
      <dgm:t>
        <a:bodyPr/>
        <a:lstStyle/>
        <a:p>
          <a:endParaRPr lang="en-US"/>
        </a:p>
      </dgm:t>
    </dgm:pt>
    <dgm:pt modelId="{675B3BD2-0252-419A-8D09-6D89866F8260}">
      <dgm:prSet/>
      <dgm:spPr/>
      <dgm:t>
        <a:bodyPr/>
        <a:lstStyle/>
        <a:p>
          <a:r>
            <a:rPr lang="en-US" dirty="0"/>
            <a:t>Gateways are vulnerable to cyber attacks</a:t>
          </a:r>
        </a:p>
      </dgm:t>
    </dgm:pt>
    <dgm:pt modelId="{731F905F-A62C-4B57-9DE3-2C5A2FFFAA97}" type="parTrans" cxnId="{55523400-CC8E-4A55-8350-AE99AE94E832}">
      <dgm:prSet/>
      <dgm:spPr/>
      <dgm:t>
        <a:bodyPr/>
        <a:lstStyle/>
        <a:p>
          <a:endParaRPr lang="en-US"/>
        </a:p>
      </dgm:t>
    </dgm:pt>
    <dgm:pt modelId="{A42E4D80-7DE3-4903-87B9-88B13CF87721}" type="sibTrans" cxnId="{55523400-CC8E-4A55-8350-AE99AE94E832}">
      <dgm:prSet/>
      <dgm:spPr/>
      <dgm:t>
        <a:bodyPr/>
        <a:lstStyle/>
        <a:p>
          <a:endParaRPr lang="en-US"/>
        </a:p>
      </dgm:t>
    </dgm:pt>
    <dgm:pt modelId="{89C065A7-E6DB-44F0-8A0F-9D9E2EB20393}">
      <dgm:prSet/>
      <dgm:spPr/>
      <dgm:t>
        <a:bodyPr/>
        <a:lstStyle/>
        <a:p>
          <a:r>
            <a:rPr lang="en-US" dirty="0"/>
            <a:t>Intrusion Detection Systems (IDS) are required</a:t>
          </a:r>
        </a:p>
      </dgm:t>
    </dgm:pt>
    <dgm:pt modelId="{5A3DA665-2E56-4EAA-87BC-A47C7CF634C1}" type="parTrans" cxnId="{1B07EDC5-6821-4861-8127-E4A1B7B14021}">
      <dgm:prSet/>
      <dgm:spPr/>
      <dgm:t>
        <a:bodyPr/>
        <a:lstStyle/>
        <a:p>
          <a:endParaRPr lang="en-US"/>
        </a:p>
      </dgm:t>
    </dgm:pt>
    <dgm:pt modelId="{25C5CF33-68F6-43BC-82A3-B38A573FB778}" type="sibTrans" cxnId="{1B07EDC5-6821-4861-8127-E4A1B7B14021}">
      <dgm:prSet/>
      <dgm:spPr/>
      <dgm:t>
        <a:bodyPr/>
        <a:lstStyle/>
        <a:p>
          <a:endParaRPr lang="en-US"/>
        </a:p>
      </dgm:t>
    </dgm:pt>
    <dgm:pt modelId="{09244D15-24EE-437D-B11A-A54D4E63CB95}">
      <dgm:prSet/>
      <dgm:spPr/>
      <dgm:t>
        <a:bodyPr/>
        <a:lstStyle/>
        <a:p>
          <a:r>
            <a:rPr lang="en-US" dirty="0"/>
            <a:t>Edge devices have limited computational resources</a:t>
          </a:r>
        </a:p>
      </dgm:t>
    </dgm:pt>
    <dgm:pt modelId="{85E93D28-3230-4C09-983F-E9AF546F1334}" type="parTrans" cxnId="{B2281FFD-925E-4C23-A479-2A6847AC2A9E}">
      <dgm:prSet/>
      <dgm:spPr/>
      <dgm:t>
        <a:bodyPr/>
        <a:lstStyle/>
        <a:p>
          <a:endParaRPr lang="en-US"/>
        </a:p>
      </dgm:t>
    </dgm:pt>
    <dgm:pt modelId="{99E3DCB7-94C1-4634-A66A-C07EFEBC427B}" type="sibTrans" cxnId="{B2281FFD-925E-4C23-A479-2A6847AC2A9E}">
      <dgm:prSet/>
      <dgm:spPr/>
      <dgm:t>
        <a:bodyPr/>
        <a:lstStyle/>
        <a:p>
          <a:endParaRPr lang="en-US"/>
        </a:p>
      </dgm:t>
    </dgm:pt>
    <dgm:pt modelId="{E09B1DD6-1D24-F74B-840E-32327CC3029B}" type="pres">
      <dgm:prSet presAssocID="{AD5AEBB4-D16F-4249-AC33-0A3E518B8777}" presName="Name0" presStyleCnt="0">
        <dgm:presLayoutVars>
          <dgm:dir/>
          <dgm:resizeHandles val="exact"/>
        </dgm:presLayoutVars>
      </dgm:prSet>
      <dgm:spPr/>
    </dgm:pt>
    <dgm:pt modelId="{27EB800B-41F3-A24E-8ABE-EBBA28E2403D}" type="pres">
      <dgm:prSet presAssocID="{753FA6E6-80EC-4760-AD87-61E44CE23EBD}" presName="node" presStyleLbl="node1" presStyleIdx="0" presStyleCnt="5">
        <dgm:presLayoutVars>
          <dgm:bulletEnabled val="1"/>
        </dgm:presLayoutVars>
      </dgm:prSet>
      <dgm:spPr/>
    </dgm:pt>
    <dgm:pt modelId="{F4C5F44E-41A5-DB47-A643-FF0B25E9DDC1}" type="pres">
      <dgm:prSet presAssocID="{736D7E8B-FCFF-4626-85C0-74BF889A921C}" presName="sibTrans" presStyleLbl="sibTrans1D1" presStyleIdx="0" presStyleCnt="4"/>
      <dgm:spPr/>
    </dgm:pt>
    <dgm:pt modelId="{B3287593-D7A7-E447-AE0F-72AF22A86652}" type="pres">
      <dgm:prSet presAssocID="{736D7E8B-FCFF-4626-85C0-74BF889A921C}" presName="connectorText" presStyleLbl="sibTrans1D1" presStyleIdx="0" presStyleCnt="4"/>
      <dgm:spPr/>
    </dgm:pt>
    <dgm:pt modelId="{03EB92BC-C108-2B4E-9EE0-1A7476A49F5E}" type="pres">
      <dgm:prSet presAssocID="{D4BDB65D-FBD7-43E3-9D4F-A012D765BA31}" presName="node" presStyleLbl="node1" presStyleIdx="1" presStyleCnt="5">
        <dgm:presLayoutVars>
          <dgm:bulletEnabled val="1"/>
        </dgm:presLayoutVars>
      </dgm:prSet>
      <dgm:spPr/>
    </dgm:pt>
    <dgm:pt modelId="{2A5139F1-CEE7-5A47-9649-5280CB884AF9}" type="pres">
      <dgm:prSet presAssocID="{EE1CB50C-C220-4C1B-A32F-AB1307CD9218}" presName="sibTrans" presStyleLbl="sibTrans1D1" presStyleIdx="1" presStyleCnt="4"/>
      <dgm:spPr/>
    </dgm:pt>
    <dgm:pt modelId="{574FCD7F-4B3B-9944-9DD1-14D59B03ECAB}" type="pres">
      <dgm:prSet presAssocID="{EE1CB50C-C220-4C1B-A32F-AB1307CD9218}" presName="connectorText" presStyleLbl="sibTrans1D1" presStyleIdx="1" presStyleCnt="4"/>
      <dgm:spPr/>
    </dgm:pt>
    <dgm:pt modelId="{1F7D9E6C-0E1B-4A44-8598-23E9F1DA7E5B}" type="pres">
      <dgm:prSet presAssocID="{675B3BD2-0252-419A-8D09-6D89866F8260}" presName="node" presStyleLbl="node1" presStyleIdx="2" presStyleCnt="5">
        <dgm:presLayoutVars>
          <dgm:bulletEnabled val="1"/>
        </dgm:presLayoutVars>
      </dgm:prSet>
      <dgm:spPr/>
    </dgm:pt>
    <dgm:pt modelId="{6C5321FC-C364-1D4E-9226-70F8D1C8B9F5}" type="pres">
      <dgm:prSet presAssocID="{A42E4D80-7DE3-4903-87B9-88B13CF87721}" presName="sibTrans" presStyleLbl="sibTrans1D1" presStyleIdx="2" presStyleCnt="4"/>
      <dgm:spPr/>
    </dgm:pt>
    <dgm:pt modelId="{5D9EA630-ABA0-5A4C-B482-AA54E7F73857}" type="pres">
      <dgm:prSet presAssocID="{A42E4D80-7DE3-4903-87B9-88B13CF87721}" presName="connectorText" presStyleLbl="sibTrans1D1" presStyleIdx="2" presStyleCnt="4"/>
      <dgm:spPr/>
    </dgm:pt>
    <dgm:pt modelId="{7825CAE3-D771-804C-8107-D190DF9CA6C9}" type="pres">
      <dgm:prSet presAssocID="{89C065A7-E6DB-44F0-8A0F-9D9E2EB20393}" presName="node" presStyleLbl="node1" presStyleIdx="3" presStyleCnt="5">
        <dgm:presLayoutVars>
          <dgm:bulletEnabled val="1"/>
        </dgm:presLayoutVars>
      </dgm:prSet>
      <dgm:spPr/>
    </dgm:pt>
    <dgm:pt modelId="{8A2723CF-7BCA-1142-A850-A54459D582E1}" type="pres">
      <dgm:prSet presAssocID="{25C5CF33-68F6-43BC-82A3-B38A573FB778}" presName="sibTrans" presStyleLbl="sibTrans1D1" presStyleIdx="3" presStyleCnt="4"/>
      <dgm:spPr/>
    </dgm:pt>
    <dgm:pt modelId="{61EFFB76-01F9-3541-BAC4-ADD0EAFB22FC}" type="pres">
      <dgm:prSet presAssocID="{25C5CF33-68F6-43BC-82A3-B38A573FB778}" presName="connectorText" presStyleLbl="sibTrans1D1" presStyleIdx="3" presStyleCnt="4"/>
      <dgm:spPr/>
    </dgm:pt>
    <dgm:pt modelId="{84390915-F3DE-2D4C-9F1E-47726BDD4778}" type="pres">
      <dgm:prSet presAssocID="{09244D15-24EE-437D-B11A-A54D4E63CB95}" presName="node" presStyleLbl="node1" presStyleIdx="4" presStyleCnt="5">
        <dgm:presLayoutVars>
          <dgm:bulletEnabled val="1"/>
        </dgm:presLayoutVars>
      </dgm:prSet>
      <dgm:spPr/>
    </dgm:pt>
  </dgm:ptLst>
  <dgm:cxnLst>
    <dgm:cxn modelId="{55523400-CC8E-4A55-8350-AE99AE94E832}" srcId="{AD5AEBB4-D16F-4249-AC33-0A3E518B8777}" destId="{675B3BD2-0252-419A-8D09-6D89866F8260}" srcOrd="2" destOrd="0" parTransId="{731F905F-A62C-4B57-9DE3-2C5A2FFFAA97}" sibTransId="{A42E4D80-7DE3-4903-87B9-88B13CF87721}"/>
    <dgm:cxn modelId="{4F9C3303-CD18-BC45-8D62-04215237AE06}" type="presOf" srcId="{AD5AEBB4-D16F-4249-AC33-0A3E518B8777}" destId="{E09B1DD6-1D24-F74B-840E-32327CC3029B}" srcOrd="0" destOrd="0" presId="urn:microsoft.com/office/officeart/2016/7/layout/RepeatingBendingProcessNew"/>
    <dgm:cxn modelId="{10FB3014-EDE3-3642-BF28-5865005E566D}" type="presOf" srcId="{675B3BD2-0252-419A-8D09-6D89866F8260}" destId="{1F7D9E6C-0E1B-4A44-8598-23E9F1DA7E5B}" srcOrd="0" destOrd="0" presId="urn:microsoft.com/office/officeart/2016/7/layout/RepeatingBendingProcessNew"/>
    <dgm:cxn modelId="{BCE26339-DC04-2A41-81A5-6941488D94A9}" type="presOf" srcId="{736D7E8B-FCFF-4626-85C0-74BF889A921C}" destId="{F4C5F44E-41A5-DB47-A643-FF0B25E9DDC1}" srcOrd="0" destOrd="0" presId="urn:microsoft.com/office/officeart/2016/7/layout/RepeatingBendingProcessNew"/>
    <dgm:cxn modelId="{2FFE9655-AF2C-E946-BB76-AC70C2F0B469}" type="presOf" srcId="{736D7E8B-FCFF-4626-85C0-74BF889A921C}" destId="{B3287593-D7A7-E447-AE0F-72AF22A86652}" srcOrd="1" destOrd="0" presId="urn:microsoft.com/office/officeart/2016/7/layout/RepeatingBendingProcessNew"/>
    <dgm:cxn modelId="{6797F67C-522F-48A0-94CF-2E6A04898B64}" srcId="{AD5AEBB4-D16F-4249-AC33-0A3E518B8777}" destId="{753FA6E6-80EC-4760-AD87-61E44CE23EBD}" srcOrd="0" destOrd="0" parTransId="{997CA735-10F7-4F50-A428-ED8D65691DA1}" sibTransId="{736D7E8B-FCFF-4626-85C0-74BF889A921C}"/>
    <dgm:cxn modelId="{DC96DB88-072D-6848-894F-D4AA80FDA858}" type="presOf" srcId="{A42E4D80-7DE3-4903-87B9-88B13CF87721}" destId="{6C5321FC-C364-1D4E-9226-70F8D1C8B9F5}" srcOrd="0" destOrd="0" presId="urn:microsoft.com/office/officeart/2016/7/layout/RepeatingBendingProcessNew"/>
    <dgm:cxn modelId="{F23D529A-2A62-3645-8E2F-FB90B12834D6}" type="presOf" srcId="{09244D15-24EE-437D-B11A-A54D4E63CB95}" destId="{84390915-F3DE-2D4C-9F1E-47726BDD4778}" srcOrd="0" destOrd="0" presId="urn:microsoft.com/office/officeart/2016/7/layout/RepeatingBendingProcessNew"/>
    <dgm:cxn modelId="{70BB719E-0ED2-2840-AF04-48B7C95F5A00}" type="presOf" srcId="{25C5CF33-68F6-43BC-82A3-B38A573FB778}" destId="{61EFFB76-01F9-3541-BAC4-ADD0EAFB22FC}" srcOrd="1" destOrd="0" presId="urn:microsoft.com/office/officeart/2016/7/layout/RepeatingBendingProcessNew"/>
    <dgm:cxn modelId="{884A67A4-7EFF-7844-B5A7-5E195C1B3B95}" type="presOf" srcId="{D4BDB65D-FBD7-43E3-9D4F-A012D765BA31}" destId="{03EB92BC-C108-2B4E-9EE0-1A7476A49F5E}" srcOrd="0" destOrd="0" presId="urn:microsoft.com/office/officeart/2016/7/layout/RepeatingBendingProcessNew"/>
    <dgm:cxn modelId="{4F4017A5-038F-4243-9896-8D4D879F101A}" type="presOf" srcId="{25C5CF33-68F6-43BC-82A3-B38A573FB778}" destId="{8A2723CF-7BCA-1142-A850-A54459D582E1}" srcOrd="0" destOrd="0" presId="urn:microsoft.com/office/officeart/2016/7/layout/RepeatingBendingProcessNew"/>
    <dgm:cxn modelId="{04F44EB1-34E0-6F48-A100-86C7A9FFFDDD}" type="presOf" srcId="{EE1CB50C-C220-4C1B-A32F-AB1307CD9218}" destId="{2A5139F1-CEE7-5A47-9649-5280CB884AF9}" srcOrd="0" destOrd="0" presId="urn:microsoft.com/office/officeart/2016/7/layout/RepeatingBendingProcessNew"/>
    <dgm:cxn modelId="{4127F2B9-8666-B34B-BEEB-E5C3DB232497}" type="presOf" srcId="{753FA6E6-80EC-4760-AD87-61E44CE23EBD}" destId="{27EB800B-41F3-A24E-8ABE-EBBA28E2403D}" srcOrd="0" destOrd="0" presId="urn:microsoft.com/office/officeart/2016/7/layout/RepeatingBendingProcessNew"/>
    <dgm:cxn modelId="{1B07EDC5-6821-4861-8127-E4A1B7B14021}" srcId="{AD5AEBB4-D16F-4249-AC33-0A3E518B8777}" destId="{89C065A7-E6DB-44F0-8A0F-9D9E2EB20393}" srcOrd="3" destOrd="0" parTransId="{5A3DA665-2E56-4EAA-87BC-A47C7CF634C1}" sibTransId="{25C5CF33-68F6-43BC-82A3-B38A573FB778}"/>
    <dgm:cxn modelId="{A4C2CAD6-8581-5948-9CC6-6E9C517A8C20}" type="presOf" srcId="{A42E4D80-7DE3-4903-87B9-88B13CF87721}" destId="{5D9EA630-ABA0-5A4C-B482-AA54E7F73857}" srcOrd="1" destOrd="0" presId="urn:microsoft.com/office/officeart/2016/7/layout/RepeatingBendingProcessNew"/>
    <dgm:cxn modelId="{081D8FDE-8400-41CB-B4ED-E6CED464FC83}" srcId="{AD5AEBB4-D16F-4249-AC33-0A3E518B8777}" destId="{D4BDB65D-FBD7-43E3-9D4F-A012D765BA31}" srcOrd="1" destOrd="0" parTransId="{40845A10-B951-4816-9456-E397B0D1DE81}" sibTransId="{EE1CB50C-C220-4C1B-A32F-AB1307CD9218}"/>
    <dgm:cxn modelId="{94A34DE4-5D7F-0648-BDEE-77577172FD58}" type="presOf" srcId="{EE1CB50C-C220-4C1B-A32F-AB1307CD9218}" destId="{574FCD7F-4B3B-9944-9DD1-14D59B03ECAB}" srcOrd="1" destOrd="0" presId="urn:microsoft.com/office/officeart/2016/7/layout/RepeatingBendingProcessNew"/>
    <dgm:cxn modelId="{9991F4E7-12D5-7C4C-84C6-57AC3B42D873}" type="presOf" srcId="{89C065A7-E6DB-44F0-8A0F-9D9E2EB20393}" destId="{7825CAE3-D771-804C-8107-D190DF9CA6C9}" srcOrd="0" destOrd="0" presId="urn:microsoft.com/office/officeart/2016/7/layout/RepeatingBendingProcessNew"/>
    <dgm:cxn modelId="{B2281FFD-925E-4C23-A479-2A6847AC2A9E}" srcId="{AD5AEBB4-D16F-4249-AC33-0A3E518B8777}" destId="{09244D15-24EE-437D-B11A-A54D4E63CB95}" srcOrd="4" destOrd="0" parTransId="{85E93D28-3230-4C09-983F-E9AF546F1334}" sibTransId="{99E3DCB7-94C1-4634-A66A-C07EFEBC427B}"/>
    <dgm:cxn modelId="{353B60A1-A596-5F4A-AF60-3BE3E24E578F}" type="presParOf" srcId="{E09B1DD6-1D24-F74B-840E-32327CC3029B}" destId="{27EB800B-41F3-A24E-8ABE-EBBA28E2403D}" srcOrd="0" destOrd="0" presId="urn:microsoft.com/office/officeart/2016/7/layout/RepeatingBendingProcessNew"/>
    <dgm:cxn modelId="{3491A9F7-F00F-244B-A59D-1FFDD12963BE}" type="presParOf" srcId="{E09B1DD6-1D24-F74B-840E-32327CC3029B}" destId="{F4C5F44E-41A5-DB47-A643-FF0B25E9DDC1}" srcOrd="1" destOrd="0" presId="urn:microsoft.com/office/officeart/2016/7/layout/RepeatingBendingProcessNew"/>
    <dgm:cxn modelId="{0CAB8249-AD68-9E46-9554-A89D2129D7FD}" type="presParOf" srcId="{F4C5F44E-41A5-DB47-A643-FF0B25E9DDC1}" destId="{B3287593-D7A7-E447-AE0F-72AF22A86652}" srcOrd="0" destOrd="0" presId="urn:microsoft.com/office/officeart/2016/7/layout/RepeatingBendingProcessNew"/>
    <dgm:cxn modelId="{C9F59AB1-3400-3345-9E89-9A87D5A296EA}" type="presParOf" srcId="{E09B1DD6-1D24-F74B-840E-32327CC3029B}" destId="{03EB92BC-C108-2B4E-9EE0-1A7476A49F5E}" srcOrd="2" destOrd="0" presId="urn:microsoft.com/office/officeart/2016/7/layout/RepeatingBendingProcessNew"/>
    <dgm:cxn modelId="{8CE60507-1716-A941-A79E-C86111D73B4A}" type="presParOf" srcId="{E09B1DD6-1D24-F74B-840E-32327CC3029B}" destId="{2A5139F1-CEE7-5A47-9649-5280CB884AF9}" srcOrd="3" destOrd="0" presId="urn:microsoft.com/office/officeart/2016/7/layout/RepeatingBendingProcessNew"/>
    <dgm:cxn modelId="{B6D9523E-A517-C842-A46C-5ECB145D073F}" type="presParOf" srcId="{2A5139F1-CEE7-5A47-9649-5280CB884AF9}" destId="{574FCD7F-4B3B-9944-9DD1-14D59B03ECAB}" srcOrd="0" destOrd="0" presId="urn:microsoft.com/office/officeart/2016/7/layout/RepeatingBendingProcessNew"/>
    <dgm:cxn modelId="{4830035F-45DB-3C4C-8689-7810336D4A9D}" type="presParOf" srcId="{E09B1DD6-1D24-F74B-840E-32327CC3029B}" destId="{1F7D9E6C-0E1B-4A44-8598-23E9F1DA7E5B}" srcOrd="4" destOrd="0" presId="urn:microsoft.com/office/officeart/2016/7/layout/RepeatingBendingProcessNew"/>
    <dgm:cxn modelId="{C8FBC471-3C64-264A-A04F-5559C46AAF23}" type="presParOf" srcId="{E09B1DD6-1D24-F74B-840E-32327CC3029B}" destId="{6C5321FC-C364-1D4E-9226-70F8D1C8B9F5}" srcOrd="5" destOrd="0" presId="urn:microsoft.com/office/officeart/2016/7/layout/RepeatingBendingProcessNew"/>
    <dgm:cxn modelId="{87280C29-3387-4F4F-908D-C6F3C0FF3000}" type="presParOf" srcId="{6C5321FC-C364-1D4E-9226-70F8D1C8B9F5}" destId="{5D9EA630-ABA0-5A4C-B482-AA54E7F73857}" srcOrd="0" destOrd="0" presId="urn:microsoft.com/office/officeart/2016/7/layout/RepeatingBendingProcessNew"/>
    <dgm:cxn modelId="{9C78D707-0096-A743-9D44-72AD2F65081C}" type="presParOf" srcId="{E09B1DD6-1D24-F74B-840E-32327CC3029B}" destId="{7825CAE3-D771-804C-8107-D190DF9CA6C9}" srcOrd="6" destOrd="0" presId="urn:microsoft.com/office/officeart/2016/7/layout/RepeatingBendingProcessNew"/>
    <dgm:cxn modelId="{C9A10DDB-83CA-284D-B954-6D2AE3A33009}" type="presParOf" srcId="{E09B1DD6-1D24-F74B-840E-32327CC3029B}" destId="{8A2723CF-7BCA-1142-A850-A54459D582E1}" srcOrd="7" destOrd="0" presId="urn:microsoft.com/office/officeart/2016/7/layout/RepeatingBendingProcessNew"/>
    <dgm:cxn modelId="{7520ED5B-08A5-5E4C-9308-292CBD3FF3C9}" type="presParOf" srcId="{8A2723CF-7BCA-1142-A850-A54459D582E1}" destId="{61EFFB76-01F9-3541-BAC4-ADD0EAFB22FC}" srcOrd="0" destOrd="0" presId="urn:microsoft.com/office/officeart/2016/7/layout/RepeatingBendingProcessNew"/>
    <dgm:cxn modelId="{FAC42F7B-8875-C840-9AA5-5C5A16BDB818}" type="presParOf" srcId="{E09B1DD6-1D24-F74B-840E-32327CC3029B}" destId="{84390915-F3DE-2D4C-9F1E-47726BDD4778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A4916D-7DCD-40D5-8BD3-DCE5674F79AF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C77D05D-7ECD-470C-994F-3ED80D38F416}">
      <dgm:prSet/>
      <dgm:spPr/>
      <dgm:t>
        <a:bodyPr/>
        <a:lstStyle/>
        <a:p>
          <a:r>
            <a:rPr lang="en-US"/>
            <a:t>IDS types: Signature-based, ML/DL-based</a:t>
          </a:r>
        </a:p>
      </dgm:t>
    </dgm:pt>
    <dgm:pt modelId="{1D511BD1-AE99-46DA-A972-AD1B00D5AD63}" type="parTrans" cxnId="{5DF21E04-D6EC-4BA1-A527-13AD3B783025}">
      <dgm:prSet/>
      <dgm:spPr/>
      <dgm:t>
        <a:bodyPr/>
        <a:lstStyle/>
        <a:p>
          <a:endParaRPr lang="en-US"/>
        </a:p>
      </dgm:t>
    </dgm:pt>
    <dgm:pt modelId="{CEB900CF-EE72-49CC-86B7-8282564177D4}" type="sibTrans" cxnId="{5DF21E04-D6EC-4BA1-A527-13AD3B783025}">
      <dgm:prSet/>
      <dgm:spPr/>
      <dgm:t>
        <a:bodyPr/>
        <a:lstStyle/>
        <a:p>
          <a:endParaRPr lang="en-US"/>
        </a:p>
      </dgm:t>
    </dgm:pt>
    <dgm:pt modelId="{16F21481-9EAA-462F-B9CF-790B62A6F651}">
      <dgm:prSet/>
      <dgm:spPr/>
      <dgm:t>
        <a:bodyPr/>
        <a:lstStyle/>
        <a:p>
          <a:r>
            <a:rPr lang="en-US"/>
            <a:t>Deployment: Edge-based, Cloud-based, Hybrid</a:t>
          </a:r>
        </a:p>
      </dgm:t>
    </dgm:pt>
    <dgm:pt modelId="{B94C2162-5478-4F77-8C0C-68DCE28EA1E8}" type="parTrans" cxnId="{8FCEB910-0915-469E-8FC4-CBCD2417ECC4}">
      <dgm:prSet/>
      <dgm:spPr/>
      <dgm:t>
        <a:bodyPr/>
        <a:lstStyle/>
        <a:p>
          <a:endParaRPr lang="en-US"/>
        </a:p>
      </dgm:t>
    </dgm:pt>
    <dgm:pt modelId="{D31F04B6-C194-40CE-8CEC-1698A4E486D2}" type="sibTrans" cxnId="{8FCEB910-0915-469E-8FC4-CBCD2417ECC4}">
      <dgm:prSet/>
      <dgm:spPr/>
      <dgm:t>
        <a:bodyPr/>
        <a:lstStyle/>
        <a:p>
          <a:endParaRPr lang="en-US"/>
        </a:p>
      </dgm:t>
    </dgm:pt>
    <dgm:pt modelId="{0D087EA8-8FB3-4A03-B511-CF76474334D0}">
      <dgm:prSet/>
      <dgm:spPr/>
      <dgm:t>
        <a:bodyPr/>
        <a:lstStyle/>
        <a:p>
          <a:r>
            <a:rPr lang="en-US"/>
            <a:t>Existing methods: Lightweight ML, Federated Learning, Split Learning</a:t>
          </a:r>
        </a:p>
      </dgm:t>
    </dgm:pt>
    <dgm:pt modelId="{EE07AD03-F736-4523-85B0-8A3D2F82E902}" type="parTrans" cxnId="{233499AE-60E5-4396-BAE8-8F6454AE668D}">
      <dgm:prSet/>
      <dgm:spPr/>
      <dgm:t>
        <a:bodyPr/>
        <a:lstStyle/>
        <a:p>
          <a:endParaRPr lang="en-US"/>
        </a:p>
      </dgm:t>
    </dgm:pt>
    <dgm:pt modelId="{AB70CCD3-3CF4-4F8E-B203-CB78DC227FC4}" type="sibTrans" cxnId="{233499AE-60E5-4396-BAE8-8F6454AE668D}">
      <dgm:prSet/>
      <dgm:spPr/>
      <dgm:t>
        <a:bodyPr/>
        <a:lstStyle/>
        <a:p>
          <a:endParaRPr lang="en-US"/>
        </a:p>
      </dgm:t>
    </dgm:pt>
    <dgm:pt modelId="{3B3B8EFB-359E-46EC-BB04-F6BD1D2255FF}">
      <dgm:prSet/>
      <dgm:spPr/>
      <dgm:t>
        <a:bodyPr/>
        <a:lstStyle/>
        <a:p>
          <a:r>
            <a:rPr lang="en-US"/>
            <a:t>Limitations: Accuracy vs Deployability trade-off</a:t>
          </a:r>
        </a:p>
      </dgm:t>
    </dgm:pt>
    <dgm:pt modelId="{865651CE-1ED2-44E7-80C0-F96EDE769044}" type="parTrans" cxnId="{58CAAC71-94CA-46B4-BD3F-6CE3127F8927}">
      <dgm:prSet/>
      <dgm:spPr/>
      <dgm:t>
        <a:bodyPr/>
        <a:lstStyle/>
        <a:p>
          <a:endParaRPr lang="en-US"/>
        </a:p>
      </dgm:t>
    </dgm:pt>
    <dgm:pt modelId="{1DBAE32E-5BCA-4AA1-B6B3-FFBB03D410A5}" type="sibTrans" cxnId="{58CAAC71-94CA-46B4-BD3F-6CE3127F8927}">
      <dgm:prSet/>
      <dgm:spPr/>
      <dgm:t>
        <a:bodyPr/>
        <a:lstStyle/>
        <a:p>
          <a:endParaRPr lang="en-US"/>
        </a:p>
      </dgm:t>
    </dgm:pt>
    <dgm:pt modelId="{53E6F531-77D6-7141-9EFB-4571A43779F6}" type="pres">
      <dgm:prSet presAssocID="{A7A4916D-7DCD-40D5-8BD3-DCE5674F79AF}" presName="linear" presStyleCnt="0">
        <dgm:presLayoutVars>
          <dgm:animLvl val="lvl"/>
          <dgm:resizeHandles val="exact"/>
        </dgm:presLayoutVars>
      </dgm:prSet>
      <dgm:spPr/>
    </dgm:pt>
    <dgm:pt modelId="{C7F9EE4A-24A5-9345-A119-B8C816C07A13}" type="pres">
      <dgm:prSet presAssocID="{7C77D05D-7ECD-470C-994F-3ED80D38F41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0AD4C45-23FA-9147-9F2A-A84DF7AA8A69}" type="pres">
      <dgm:prSet presAssocID="{CEB900CF-EE72-49CC-86B7-8282564177D4}" presName="spacer" presStyleCnt="0"/>
      <dgm:spPr/>
    </dgm:pt>
    <dgm:pt modelId="{1F0EC540-2480-1E43-BCE3-AF33D505527A}" type="pres">
      <dgm:prSet presAssocID="{16F21481-9EAA-462F-B9CF-790B62A6F65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B6CF020-D6CA-F74A-9270-4F167FD77186}" type="pres">
      <dgm:prSet presAssocID="{D31F04B6-C194-40CE-8CEC-1698A4E486D2}" presName="spacer" presStyleCnt="0"/>
      <dgm:spPr/>
    </dgm:pt>
    <dgm:pt modelId="{98EE8CE7-EF04-D046-B422-7EA045CA0264}" type="pres">
      <dgm:prSet presAssocID="{0D087EA8-8FB3-4A03-B511-CF76474334D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58AB61F-3233-4744-824D-6B6562003F44}" type="pres">
      <dgm:prSet presAssocID="{AB70CCD3-3CF4-4F8E-B203-CB78DC227FC4}" presName="spacer" presStyleCnt="0"/>
      <dgm:spPr/>
    </dgm:pt>
    <dgm:pt modelId="{8FB4E67D-BF61-244E-8F96-A5B784349BED}" type="pres">
      <dgm:prSet presAssocID="{3B3B8EFB-359E-46EC-BB04-F6BD1D2255F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DF21E04-D6EC-4BA1-A527-13AD3B783025}" srcId="{A7A4916D-7DCD-40D5-8BD3-DCE5674F79AF}" destId="{7C77D05D-7ECD-470C-994F-3ED80D38F416}" srcOrd="0" destOrd="0" parTransId="{1D511BD1-AE99-46DA-A972-AD1B00D5AD63}" sibTransId="{CEB900CF-EE72-49CC-86B7-8282564177D4}"/>
    <dgm:cxn modelId="{8FCEB910-0915-469E-8FC4-CBCD2417ECC4}" srcId="{A7A4916D-7DCD-40D5-8BD3-DCE5674F79AF}" destId="{16F21481-9EAA-462F-B9CF-790B62A6F651}" srcOrd="1" destOrd="0" parTransId="{B94C2162-5478-4F77-8C0C-68DCE28EA1E8}" sibTransId="{D31F04B6-C194-40CE-8CEC-1698A4E486D2}"/>
    <dgm:cxn modelId="{6744D513-2712-F544-8F2D-61BD4A1AE18A}" type="presOf" srcId="{A7A4916D-7DCD-40D5-8BD3-DCE5674F79AF}" destId="{53E6F531-77D6-7141-9EFB-4571A43779F6}" srcOrd="0" destOrd="0" presId="urn:microsoft.com/office/officeart/2005/8/layout/vList2"/>
    <dgm:cxn modelId="{58CAAC71-94CA-46B4-BD3F-6CE3127F8927}" srcId="{A7A4916D-7DCD-40D5-8BD3-DCE5674F79AF}" destId="{3B3B8EFB-359E-46EC-BB04-F6BD1D2255FF}" srcOrd="3" destOrd="0" parTransId="{865651CE-1ED2-44E7-80C0-F96EDE769044}" sibTransId="{1DBAE32E-5BCA-4AA1-B6B3-FFBB03D410A5}"/>
    <dgm:cxn modelId="{233499AE-60E5-4396-BAE8-8F6454AE668D}" srcId="{A7A4916D-7DCD-40D5-8BD3-DCE5674F79AF}" destId="{0D087EA8-8FB3-4A03-B511-CF76474334D0}" srcOrd="2" destOrd="0" parTransId="{EE07AD03-F736-4523-85B0-8A3D2F82E902}" sibTransId="{AB70CCD3-3CF4-4F8E-B203-CB78DC227FC4}"/>
    <dgm:cxn modelId="{404B3BCA-BFEF-BC49-8E1D-B8F7EC425330}" type="presOf" srcId="{16F21481-9EAA-462F-B9CF-790B62A6F651}" destId="{1F0EC540-2480-1E43-BCE3-AF33D505527A}" srcOrd="0" destOrd="0" presId="urn:microsoft.com/office/officeart/2005/8/layout/vList2"/>
    <dgm:cxn modelId="{C75EE7D5-A989-A747-9E71-4FF1D0042A80}" type="presOf" srcId="{7C77D05D-7ECD-470C-994F-3ED80D38F416}" destId="{C7F9EE4A-24A5-9345-A119-B8C816C07A13}" srcOrd="0" destOrd="0" presId="urn:microsoft.com/office/officeart/2005/8/layout/vList2"/>
    <dgm:cxn modelId="{D4B31EDB-8B6A-2143-A9D6-69BE69CC2148}" type="presOf" srcId="{3B3B8EFB-359E-46EC-BB04-F6BD1D2255FF}" destId="{8FB4E67D-BF61-244E-8F96-A5B784349BED}" srcOrd="0" destOrd="0" presId="urn:microsoft.com/office/officeart/2005/8/layout/vList2"/>
    <dgm:cxn modelId="{7B100FDC-5EFB-E146-969E-03824F018314}" type="presOf" srcId="{0D087EA8-8FB3-4A03-B511-CF76474334D0}" destId="{98EE8CE7-EF04-D046-B422-7EA045CA0264}" srcOrd="0" destOrd="0" presId="urn:microsoft.com/office/officeart/2005/8/layout/vList2"/>
    <dgm:cxn modelId="{63549D73-DC43-0F43-88B0-03388302885F}" type="presParOf" srcId="{53E6F531-77D6-7141-9EFB-4571A43779F6}" destId="{C7F9EE4A-24A5-9345-A119-B8C816C07A13}" srcOrd="0" destOrd="0" presId="urn:microsoft.com/office/officeart/2005/8/layout/vList2"/>
    <dgm:cxn modelId="{DA1FC843-4743-2B4D-B77C-BCB41BE314DA}" type="presParOf" srcId="{53E6F531-77D6-7141-9EFB-4571A43779F6}" destId="{C0AD4C45-23FA-9147-9F2A-A84DF7AA8A69}" srcOrd="1" destOrd="0" presId="urn:microsoft.com/office/officeart/2005/8/layout/vList2"/>
    <dgm:cxn modelId="{AF660E4B-378C-314E-A467-5B0C2D7D829D}" type="presParOf" srcId="{53E6F531-77D6-7141-9EFB-4571A43779F6}" destId="{1F0EC540-2480-1E43-BCE3-AF33D505527A}" srcOrd="2" destOrd="0" presId="urn:microsoft.com/office/officeart/2005/8/layout/vList2"/>
    <dgm:cxn modelId="{625E0BE3-A57A-7540-90A6-42FBC2751C6B}" type="presParOf" srcId="{53E6F531-77D6-7141-9EFB-4571A43779F6}" destId="{9B6CF020-D6CA-F74A-9270-4F167FD77186}" srcOrd="3" destOrd="0" presId="urn:microsoft.com/office/officeart/2005/8/layout/vList2"/>
    <dgm:cxn modelId="{5852E6A2-F520-A249-9940-C00164B949B3}" type="presParOf" srcId="{53E6F531-77D6-7141-9EFB-4571A43779F6}" destId="{98EE8CE7-EF04-D046-B422-7EA045CA0264}" srcOrd="4" destOrd="0" presId="urn:microsoft.com/office/officeart/2005/8/layout/vList2"/>
    <dgm:cxn modelId="{801EFA4B-5585-0E4B-A409-F2B85E17672A}" type="presParOf" srcId="{53E6F531-77D6-7141-9EFB-4571A43779F6}" destId="{C58AB61F-3233-4744-824D-6B6562003F44}" srcOrd="5" destOrd="0" presId="urn:microsoft.com/office/officeart/2005/8/layout/vList2"/>
    <dgm:cxn modelId="{A839DE2A-012B-014A-AF06-A905A907B7C9}" type="presParOf" srcId="{53E6F531-77D6-7141-9EFB-4571A43779F6}" destId="{8FB4E67D-BF61-244E-8F96-A5B784349BE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8C8EA44-32E8-4BB9-9706-C70B2994E556}" type="doc">
      <dgm:prSet loTypeId="urn:microsoft.com/office/officeart/2008/layout/LinedList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0723CC5-3A93-4E4F-93A2-ECA050206A0F}">
      <dgm:prSet/>
      <dgm:spPr/>
      <dgm:t>
        <a:bodyPr/>
        <a:lstStyle/>
        <a:p>
          <a:r>
            <a:rPr lang="en-US" dirty="0"/>
            <a:t>Edge devices are resource-constrained</a:t>
          </a:r>
        </a:p>
      </dgm:t>
    </dgm:pt>
    <dgm:pt modelId="{5E93BCD6-8D88-42D9-8F82-06554AB4DF02}" type="parTrans" cxnId="{2180E8A5-638B-4FD7-91EA-256A01477C23}">
      <dgm:prSet/>
      <dgm:spPr/>
      <dgm:t>
        <a:bodyPr/>
        <a:lstStyle/>
        <a:p>
          <a:endParaRPr lang="en-US"/>
        </a:p>
      </dgm:t>
    </dgm:pt>
    <dgm:pt modelId="{844A1471-0184-4802-91F9-FF6D6ACD0253}" type="sibTrans" cxnId="{2180E8A5-638B-4FD7-91EA-256A01477C23}">
      <dgm:prSet/>
      <dgm:spPr/>
      <dgm:t>
        <a:bodyPr/>
        <a:lstStyle/>
        <a:p>
          <a:endParaRPr lang="en-US"/>
        </a:p>
      </dgm:t>
    </dgm:pt>
    <dgm:pt modelId="{8F86A94D-F07F-4F17-A278-06A04DA69D35}">
      <dgm:prSet/>
      <dgm:spPr/>
      <dgm:t>
        <a:bodyPr/>
        <a:lstStyle/>
        <a:p>
          <a:r>
            <a:rPr lang="en-US" dirty="0"/>
            <a:t>Existing IDS: too simple or too complex</a:t>
          </a:r>
        </a:p>
      </dgm:t>
    </dgm:pt>
    <dgm:pt modelId="{8DBFB700-680C-42D5-8028-483D4546D3E8}" type="parTrans" cxnId="{D2DB49FC-09E2-47F2-B830-672A36CE161A}">
      <dgm:prSet/>
      <dgm:spPr/>
      <dgm:t>
        <a:bodyPr/>
        <a:lstStyle/>
        <a:p>
          <a:endParaRPr lang="en-US"/>
        </a:p>
      </dgm:t>
    </dgm:pt>
    <dgm:pt modelId="{CFF52903-3AAE-4AE3-93D3-F0CB486B0356}" type="sibTrans" cxnId="{D2DB49FC-09E2-47F2-B830-672A36CE161A}">
      <dgm:prSet/>
      <dgm:spPr/>
      <dgm:t>
        <a:bodyPr/>
        <a:lstStyle/>
        <a:p>
          <a:endParaRPr lang="en-US"/>
        </a:p>
      </dgm:t>
    </dgm:pt>
    <dgm:pt modelId="{656F42E7-E453-41A1-9B7A-18D777F86DB4}">
      <dgm:prSet/>
      <dgm:spPr/>
      <dgm:t>
        <a:bodyPr/>
        <a:lstStyle/>
        <a:p>
          <a:r>
            <a:rPr lang="en-US" dirty="0"/>
            <a:t>Lack of evaluation under realistic edge constraints</a:t>
          </a:r>
        </a:p>
      </dgm:t>
    </dgm:pt>
    <dgm:pt modelId="{90B09AC9-06A3-45CA-938D-B5DFEC0F649A}" type="parTrans" cxnId="{B98CD9FD-8EA5-450C-BF39-42274D7CC0A4}">
      <dgm:prSet/>
      <dgm:spPr/>
      <dgm:t>
        <a:bodyPr/>
        <a:lstStyle/>
        <a:p>
          <a:endParaRPr lang="en-US"/>
        </a:p>
      </dgm:t>
    </dgm:pt>
    <dgm:pt modelId="{4D3261FB-7C04-4E43-BC5D-C5287FA3E577}" type="sibTrans" cxnId="{B98CD9FD-8EA5-450C-BF39-42274D7CC0A4}">
      <dgm:prSet/>
      <dgm:spPr/>
      <dgm:t>
        <a:bodyPr/>
        <a:lstStyle/>
        <a:p>
          <a:endParaRPr lang="en-US"/>
        </a:p>
      </dgm:t>
    </dgm:pt>
    <dgm:pt modelId="{4E12FF82-C1DE-4461-990E-7B1984FC7A17}">
      <dgm:prSet/>
      <dgm:spPr/>
      <dgm:t>
        <a:bodyPr/>
        <a:lstStyle/>
        <a:p>
          <a:r>
            <a:rPr lang="en-US" dirty="0"/>
            <a:t>Evaluate Feature Selection, PCA, Autoencoder</a:t>
          </a:r>
        </a:p>
      </dgm:t>
    </dgm:pt>
    <dgm:pt modelId="{DAF78EF6-5874-4A9E-AF59-9CB1E3EAE637}" type="parTrans" cxnId="{DECD197C-E42E-408A-90AB-EDD206F7E924}">
      <dgm:prSet/>
      <dgm:spPr/>
      <dgm:t>
        <a:bodyPr/>
        <a:lstStyle/>
        <a:p>
          <a:endParaRPr lang="en-US"/>
        </a:p>
      </dgm:t>
    </dgm:pt>
    <dgm:pt modelId="{012F8652-077A-4189-9EE8-BBE99F2EBF6A}" type="sibTrans" cxnId="{DECD197C-E42E-408A-90AB-EDD206F7E924}">
      <dgm:prSet/>
      <dgm:spPr/>
      <dgm:t>
        <a:bodyPr/>
        <a:lstStyle/>
        <a:p>
          <a:endParaRPr lang="en-US"/>
        </a:p>
      </dgm:t>
    </dgm:pt>
    <dgm:pt modelId="{96CFCA9E-6DF3-4FFF-8101-0B541B993E0C}">
      <dgm:prSet/>
      <dgm:spPr/>
      <dgm:t>
        <a:bodyPr/>
        <a:lstStyle/>
        <a:p>
          <a:r>
            <a:rPr lang="en-US" dirty="0"/>
            <a:t>Compare accuracy, resource usage, and efficiency</a:t>
          </a:r>
        </a:p>
      </dgm:t>
    </dgm:pt>
    <dgm:pt modelId="{16490F86-8361-447C-9976-DC5C867A6127}" type="parTrans" cxnId="{54311BB6-40C3-4541-BF51-01B3E6BEBD4D}">
      <dgm:prSet/>
      <dgm:spPr/>
      <dgm:t>
        <a:bodyPr/>
        <a:lstStyle/>
        <a:p>
          <a:endParaRPr lang="en-US"/>
        </a:p>
      </dgm:t>
    </dgm:pt>
    <dgm:pt modelId="{6C8C88E6-AF20-4FAE-82C0-2D91CDA0F991}" type="sibTrans" cxnId="{54311BB6-40C3-4541-BF51-01B3E6BEBD4D}">
      <dgm:prSet/>
      <dgm:spPr/>
      <dgm:t>
        <a:bodyPr/>
        <a:lstStyle/>
        <a:p>
          <a:endParaRPr lang="en-US"/>
        </a:p>
      </dgm:t>
    </dgm:pt>
    <dgm:pt modelId="{6189DA5C-7A32-7342-8BB5-83768BA8B7C9}" type="pres">
      <dgm:prSet presAssocID="{08C8EA44-32E8-4BB9-9706-C70B2994E556}" presName="vert0" presStyleCnt="0">
        <dgm:presLayoutVars>
          <dgm:dir/>
          <dgm:animOne val="branch"/>
          <dgm:animLvl val="lvl"/>
        </dgm:presLayoutVars>
      </dgm:prSet>
      <dgm:spPr/>
    </dgm:pt>
    <dgm:pt modelId="{EB1CD87E-BDB6-7D4E-83B8-1985B336725A}" type="pres">
      <dgm:prSet presAssocID="{50723CC5-3A93-4E4F-93A2-ECA050206A0F}" presName="thickLine" presStyleLbl="alignNode1" presStyleIdx="0" presStyleCnt="5"/>
      <dgm:spPr/>
    </dgm:pt>
    <dgm:pt modelId="{D5003080-FF12-7842-9319-F3CE2205F382}" type="pres">
      <dgm:prSet presAssocID="{50723CC5-3A93-4E4F-93A2-ECA050206A0F}" presName="horz1" presStyleCnt="0"/>
      <dgm:spPr/>
    </dgm:pt>
    <dgm:pt modelId="{451943A9-4B2E-8643-9F82-46AB8F8C8C0D}" type="pres">
      <dgm:prSet presAssocID="{50723CC5-3A93-4E4F-93A2-ECA050206A0F}" presName="tx1" presStyleLbl="revTx" presStyleIdx="0" presStyleCnt="5"/>
      <dgm:spPr/>
    </dgm:pt>
    <dgm:pt modelId="{C706C71F-F3D4-9E41-9C2B-AF9EB0C1F270}" type="pres">
      <dgm:prSet presAssocID="{50723CC5-3A93-4E4F-93A2-ECA050206A0F}" presName="vert1" presStyleCnt="0"/>
      <dgm:spPr/>
    </dgm:pt>
    <dgm:pt modelId="{6B5CD33D-1D2F-4047-A669-5AD9B427EF6F}" type="pres">
      <dgm:prSet presAssocID="{8F86A94D-F07F-4F17-A278-06A04DA69D35}" presName="thickLine" presStyleLbl="alignNode1" presStyleIdx="1" presStyleCnt="5"/>
      <dgm:spPr/>
    </dgm:pt>
    <dgm:pt modelId="{BE1F0D83-6CD3-2140-955E-2F520E321907}" type="pres">
      <dgm:prSet presAssocID="{8F86A94D-F07F-4F17-A278-06A04DA69D35}" presName="horz1" presStyleCnt="0"/>
      <dgm:spPr/>
    </dgm:pt>
    <dgm:pt modelId="{FA9A5176-9CDF-904B-917F-AA24F0ECEE2E}" type="pres">
      <dgm:prSet presAssocID="{8F86A94D-F07F-4F17-A278-06A04DA69D35}" presName="tx1" presStyleLbl="revTx" presStyleIdx="1" presStyleCnt="5"/>
      <dgm:spPr/>
    </dgm:pt>
    <dgm:pt modelId="{65537EBF-2EB2-6847-A4F1-543055A8C139}" type="pres">
      <dgm:prSet presAssocID="{8F86A94D-F07F-4F17-A278-06A04DA69D35}" presName="vert1" presStyleCnt="0"/>
      <dgm:spPr/>
    </dgm:pt>
    <dgm:pt modelId="{AC01D1BA-EE5F-3647-8F3D-4F0A5480D565}" type="pres">
      <dgm:prSet presAssocID="{656F42E7-E453-41A1-9B7A-18D777F86DB4}" presName="thickLine" presStyleLbl="alignNode1" presStyleIdx="2" presStyleCnt="5"/>
      <dgm:spPr/>
    </dgm:pt>
    <dgm:pt modelId="{46DC8800-C197-BF48-8BFC-4B724E846F47}" type="pres">
      <dgm:prSet presAssocID="{656F42E7-E453-41A1-9B7A-18D777F86DB4}" presName="horz1" presStyleCnt="0"/>
      <dgm:spPr/>
    </dgm:pt>
    <dgm:pt modelId="{C90E72A5-4961-284E-8B8F-AAF57A2CA365}" type="pres">
      <dgm:prSet presAssocID="{656F42E7-E453-41A1-9B7A-18D777F86DB4}" presName="tx1" presStyleLbl="revTx" presStyleIdx="2" presStyleCnt="5"/>
      <dgm:spPr/>
    </dgm:pt>
    <dgm:pt modelId="{9CB226E6-25BC-9240-B6B6-0CCF3D51D089}" type="pres">
      <dgm:prSet presAssocID="{656F42E7-E453-41A1-9B7A-18D777F86DB4}" presName="vert1" presStyleCnt="0"/>
      <dgm:spPr/>
    </dgm:pt>
    <dgm:pt modelId="{FBD20709-6416-B04D-9E91-6A0F2552117B}" type="pres">
      <dgm:prSet presAssocID="{4E12FF82-C1DE-4461-990E-7B1984FC7A17}" presName="thickLine" presStyleLbl="alignNode1" presStyleIdx="3" presStyleCnt="5"/>
      <dgm:spPr/>
    </dgm:pt>
    <dgm:pt modelId="{1F4B41D1-D539-3F40-8737-247BB179A559}" type="pres">
      <dgm:prSet presAssocID="{4E12FF82-C1DE-4461-990E-7B1984FC7A17}" presName="horz1" presStyleCnt="0"/>
      <dgm:spPr/>
    </dgm:pt>
    <dgm:pt modelId="{E2BF05FF-D419-AC45-9C50-0F068387A02C}" type="pres">
      <dgm:prSet presAssocID="{4E12FF82-C1DE-4461-990E-7B1984FC7A17}" presName="tx1" presStyleLbl="revTx" presStyleIdx="3" presStyleCnt="5"/>
      <dgm:spPr/>
    </dgm:pt>
    <dgm:pt modelId="{69C9CF79-9539-1745-9413-3332951E7B40}" type="pres">
      <dgm:prSet presAssocID="{4E12FF82-C1DE-4461-990E-7B1984FC7A17}" presName="vert1" presStyleCnt="0"/>
      <dgm:spPr/>
    </dgm:pt>
    <dgm:pt modelId="{06887228-C35F-014B-B2E1-AFBA4FC272FE}" type="pres">
      <dgm:prSet presAssocID="{96CFCA9E-6DF3-4FFF-8101-0B541B993E0C}" presName="thickLine" presStyleLbl="alignNode1" presStyleIdx="4" presStyleCnt="5"/>
      <dgm:spPr/>
    </dgm:pt>
    <dgm:pt modelId="{3E25EC1B-B515-1D4F-884A-BF03A4BE2D3D}" type="pres">
      <dgm:prSet presAssocID="{96CFCA9E-6DF3-4FFF-8101-0B541B993E0C}" presName="horz1" presStyleCnt="0"/>
      <dgm:spPr/>
    </dgm:pt>
    <dgm:pt modelId="{BD4FA398-840B-4848-AC96-875F18CC58CF}" type="pres">
      <dgm:prSet presAssocID="{96CFCA9E-6DF3-4FFF-8101-0B541B993E0C}" presName="tx1" presStyleLbl="revTx" presStyleIdx="4" presStyleCnt="5"/>
      <dgm:spPr/>
    </dgm:pt>
    <dgm:pt modelId="{A47006B5-FB72-4448-B096-9F7CC7EE5892}" type="pres">
      <dgm:prSet presAssocID="{96CFCA9E-6DF3-4FFF-8101-0B541B993E0C}" presName="vert1" presStyleCnt="0"/>
      <dgm:spPr/>
    </dgm:pt>
  </dgm:ptLst>
  <dgm:cxnLst>
    <dgm:cxn modelId="{FB9E2914-F007-2B4E-BF5E-1E99D0965C2C}" type="presOf" srcId="{4E12FF82-C1DE-4461-990E-7B1984FC7A17}" destId="{E2BF05FF-D419-AC45-9C50-0F068387A02C}" srcOrd="0" destOrd="0" presId="urn:microsoft.com/office/officeart/2008/layout/LinedList"/>
    <dgm:cxn modelId="{E089C438-2C31-054F-86A1-C8F71463FF43}" type="presOf" srcId="{96CFCA9E-6DF3-4FFF-8101-0B541B993E0C}" destId="{BD4FA398-840B-4848-AC96-875F18CC58CF}" srcOrd="0" destOrd="0" presId="urn:microsoft.com/office/officeart/2008/layout/LinedList"/>
    <dgm:cxn modelId="{DECD197C-E42E-408A-90AB-EDD206F7E924}" srcId="{08C8EA44-32E8-4BB9-9706-C70B2994E556}" destId="{4E12FF82-C1DE-4461-990E-7B1984FC7A17}" srcOrd="3" destOrd="0" parTransId="{DAF78EF6-5874-4A9E-AF59-9CB1E3EAE637}" sibTransId="{012F8652-077A-4189-9EE8-BBE99F2EBF6A}"/>
    <dgm:cxn modelId="{0748E39B-1D6D-E340-8FB0-A8D26EFD83F2}" type="presOf" srcId="{8F86A94D-F07F-4F17-A278-06A04DA69D35}" destId="{FA9A5176-9CDF-904B-917F-AA24F0ECEE2E}" srcOrd="0" destOrd="0" presId="urn:microsoft.com/office/officeart/2008/layout/LinedList"/>
    <dgm:cxn modelId="{2180E8A5-638B-4FD7-91EA-256A01477C23}" srcId="{08C8EA44-32E8-4BB9-9706-C70B2994E556}" destId="{50723CC5-3A93-4E4F-93A2-ECA050206A0F}" srcOrd="0" destOrd="0" parTransId="{5E93BCD6-8D88-42D9-8F82-06554AB4DF02}" sibTransId="{844A1471-0184-4802-91F9-FF6D6ACD0253}"/>
    <dgm:cxn modelId="{54311BB6-40C3-4541-BF51-01B3E6BEBD4D}" srcId="{08C8EA44-32E8-4BB9-9706-C70B2994E556}" destId="{96CFCA9E-6DF3-4FFF-8101-0B541B993E0C}" srcOrd="4" destOrd="0" parTransId="{16490F86-8361-447C-9976-DC5C867A6127}" sibTransId="{6C8C88E6-AF20-4FAE-82C0-2D91CDA0F991}"/>
    <dgm:cxn modelId="{555248B6-0E85-6D47-9D2E-94580DBD918B}" type="presOf" srcId="{656F42E7-E453-41A1-9B7A-18D777F86DB4}" destId="{C90E72A5-4961-284E-8B8F-AAF57A2CA365}" srcOrd="0" destOrd="0" presId="urn:microsoft.com/office/officeart/2008/layout/LinedList"/>
    <dgm:cxn modelId="{8B9C84C5-536B-2449-9238-516DFE8504F7}" type="presOf" srcId="{08C8EA44-32E8-4BB9-9706-C70B2994E556}" destId="{6189DA5C-7A32-7342-8BB5-83768BA8B7C9}" srcOrd="0" destOrd="0" presId="urn:microsoft.com/office/officeart/2008/layout/LinedList"/>
    <dgm:cxn modelId="{75996EC8-EDFE-9841-870A-293541BF1850}" type="presOf" srcId="{50723CC5-3A93-4E4F-93A2-ECA050206A0F}" destId="{451943A9-4B2E-8643-9F82-46AB8F8C8C0D}" srcOrd="0" destOrd="0" presId="urn:microsoft.com/office/officeart/2008/layout/LinedList"/>
    <dgm:cxn modelId="{D2DB49FC-09E2-47F2-B830-672A36CE161A}" srcId="{08C8EA44-32E8-4BB9-9706-C70B2994E556}" destId="{8F86A94D-F07F-4F17-A278-06A04DA69D35}" srcOrd="1" destOrd="0" parTransId="{8DBFB700-680C-42D5-8028-483D4546D3E8}" sibTransId="{CFF52903-3AAE-4AE3-93D3-F0CB486B0356}"/>
    <dgm:cxn modelId="{B98CD9FD-8EA5-450C-BF39-42274D7CC0A4}" srcId="{08C8EA44-32E8-4BB9-9706-C70B2994E556}" destId="{656F42E7-E453-41A1-9B7A-18D777F86DB4}" srcOrd="2" destOrd="0" parTransId="{90B09AC9-06A3-45CA-938D-B5DFEC0F649A}" sibTransId="{4D3261FB-7C04-4E43-BC5D-C5287FA3E577}"/>
    <dgm:cxn modelId="{70AAAF15-99E1-354E-B422-4E261ACCDD63}" type="presParOf" srcId="{6189DA5C-7A32-7342-8BB5-83768BA8B7C9}" destId="{EB1CD87E-BDB6-7D4E-83B8-1985B336725A}" srcOrd="0" destOrd="0" presId="urn:microsoft.com/office/officeart/2008/layout/LinedList"/>
    <dgm:cxn modelId="{BD063F4E-9BFC-3B4F-A280-0E5DA75134BB}" type="presParOf" srcId="{6189DA5C-7A32-7342-8BB5-83768BA8B7C9}" destId="{D5003080-FF12-7842-9319-F3CE2205F382}" srcOrd="1" destOrd="0" presId="urn:microsoft.com/office/officeart/2008/layout/LinedList"/>
    <dgm:cxn modelId="{E5ED0855-3ABF-5743-AA92-FAD3D530C44D}" type="presParOf" srcId="{D5003080-FF12-7842-9319-F3CE2205F382}" destId="{451943A9-4B2E-8643-9F82-46AB8F8C8C0D}" srcOrd="0" destOrd="0" presId="urn:microsoft.com/office/officeart/2008/layout/LinedList"/>
    <dgm:cxn modelId="{D11AE9A3-B1E8-2644-93B3-4E3247D7FF0E}" type="presParOf" srcId="{D5003080-FF12-7842-9319-F3CE2205F382}" destId="{C706C71F-F3D4-9E41-9C2B-AF9EB0C1F270}" srcOrd="1" destOrd="0" presId="urn:microsoft.com/office/officeart/2008/layout/LinedList"/>
    <dgm:cxn modelId="{A3E3C0F7-1B10-6544-8197-A67F29E8FC09}" type="presParOf" srcId="{6189DA5C-7A32-7342-8BB5-83768BA8B7C9}" destId="{6B5CD33D-1D2F-4047-A669-5AD9B427EF6F}" srcOrd="2" destOrd="0" presId="urn:microsoft.com/office/officeart/2008/layout/LinedList"/>
    <dgm:cxn modelId="{0617BB48-3A50-FC45-99D6-15D51F974E48}" type="presParOf" srcId="{6189DA5C-7A32-7342-8BB5-83768BA8B7C9}" destId="{BE1F0D83-6CD3-2140-955E-2F520E321907}" srcOrd="3" destOrd="0" presId="urn:microsoft.com/office/officeart/2008/layout/LinedList"/>
    <dgm:cxn modelId="{2E1AF8E6-45B1-B341-A1CB-4F1CAA12C077}" type="presParOf" srcId="{BE1F0D83-6CD3-2140-955E-2F520E321907}" destId="{FA9A5176-9CDF-904B-917F-AA24F0ECEE2E}" srcOrd="0" destOrd="0" presId="urn:microsoft.com/office/officeart/2008/layout/LinedList"/>
    <dgm:cxn modelId="{DAA6B3F3-1242-6D4D-9E13-E212B34E0221}" type="presParOf" srcId="{BE1F0D83-6CD3-2140-955E-2F520E321907}" destId="{65537EBF-2EB2-6847-A4F1-543055A8C139}" srcOrd="1" destOrd="0" presId="urn:microsoft.com/office/officeart/2008/layout/LinedList"/>
    <dgm:cxn modelId="{875DD499-7F22-004D-A91B-FBD334444A35}" type="presParOf" srcId="{6189DA5C-7A32-7342-8BB5-83768BA8B7C9}" destId="{AC01D1BA-EE5F-3647-8F3D-4F0A5480D565}" srcOrd="4" destOrd="0" presId="urn:microsoft.com/office/officeart/2008/layout/LinedList"/>
    <dgm:cxn modelId="{8B5A307D-7142-1442-A5D8-4880442CBFC3}" type="presParOf" srcId="{6189DA5C-7A32-7342-8BB5-83768BA8B7C9}" destId="{46DC8800-C197-BF48-8BFC-4B724E846F47}" srcOrd="5" destOrd="0" presId="urn:microsoft.com/office/officeart/2008/layout/LinedList"/>
    <dgm:cxn modelId="{84B9AC2D-86BF-3F48-A572-45F297DE6487}" type="presParOf" srcId="{46DC8800-C197-BF48-8BFC-4B724E846F47}" destId="{C90E72A5-4961-284E-8B8F-AAF57A2CA365}" srcOrd="0" destOrd="0" presId="urn:microsoft.com/office/officeart/2008/layout/LinedList"/>
    <dgm:cxn modelId="{ACD043AA-EFF3-B744-9DBE-1EA87228487F}" type="presParOf" srcId="{46DC8800-C197-BF48-8BFC-4B724E846F47}" destId="{9CB226E6-25BC-9240-B6B6-0CCF3D51D089}" srcOrd="1" destOrd="0" presId="urn:microsoft.com/office/officeart/2008/layout/LinedList"/>
    <dgm:cxn modelId="{13FD27F4-A845-5141-8704-E7034E52354D}" type="presParOf" srcId="{6189DA5C-7A32-7342-8BB5-83768BA8B7C9}" destId="{FBD20709-6416-B04D-9E91-6A0F2552117B}" srcOrd="6" destOrd="0" presId="urn:microsoft.com/office/officeart/2008/layout/LinedList"/>
    <dgm:cxn modelId="{F723B166-DDBC-494D-8415-05679D0AB9AC}" type="presParOf" srcId="{6189DA5C-7A32-7342-8BB5-83768BA8B7C9}" destId="{1F4B41D1-D539-3F40-8737-247BB179A559}" srcOrd="7" destOrd="0" presId="urn:microsoft.com/office/officeart/2008/layout/LinedList"/>
    <dgm:cxn modelId="{6B2D6FCB-60C9-3D47-A394-80636A0DF920}" type="presParOf" srcId="{1F4B41D1-D539-3F40-8737-247BB179A559}" destId="{E2BF05FF-D419-AC45-9C50-0F068387A02C}" srcOrd="0" destOrd="0" presId="urn:microsoft.com/office/officeart/2008/layout/LinedList"/>
    <dgm:cxn modelId="{28AE7B59-31BD-6F42-94BF-9571C80AEF72}" type="presParOf" srcId="{1F4B41D1-D539-3F40-8737-247BB179A559}" destId="{69C9CF79-9539-1745-9413-3332951E7B40}" srcOrd="1" destOrd="0" presId="urn:microsoft.com/office/officeart/2008/layout/LinedList"/>
    <dgm:cxn modelId="{5F79F1ED-E2AF-7342-BC55-33F3A3A4B70D}" type="presParOf" srcId="{6189DA5C-7A32-7342-8BB5-83768BA8B7C9}" destId="{06887228-C35F-014B-B2E1-AFBA4FC272FE}" srcOrd="8" destOrd="0" presId="urn:microsoft.com/office/officeart/2008/layout/LinedList"/>
    <dgm:cxn modelId="{BB25D438-8A56-B44F-933C-0B7FC9268C2E}" type="presParOf" srcId="{6189DA5C-7A32-7342-8BB5-83768BA8B7C9}" destId="{3E25EC1B-B515-1D4F-884A-BF03A4BE2D3D}" srcOrd="9" destOrd="0" presId="urn:microsoft.com/office/officeart/2008/layout/LinedList"/>
    <dgm:cxn modelId="{F28D2E17-CE5A-1545-B2C2-1C1225C3734A}" type="presParOf" srcId="{3E25EC1B-B515-1D4F-884A-BF03A4BE2D3D}" destId="{BD4FA398-840B-4848-AC96-875F18CC58CF}" srcOrd="0" destOrd="0" presId="urn:microsoft.com/office/officeart/2008/layout/LinedList"/>
    <dgm:cxn modelId="{F37255ED-C90D-E34E-A23E-5D27A6C79F7F}" type="presParOf" srcId="{3E25EC1B-B515-1D4F-884A-BF03A4BE2D3D}" destId="{A47006B5-FB72-4448-B096-9F7CC7EE58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C5F44E-41A5-DB47-A643-FF0B25E9DDC1}">
      <dsp:nvSpPr>
        <dsp:cNvPr id="0" name=""/>
        <dsp:cNvSpPr/>
      </dsp:nvSpPr>
      <dsp:spPr>
        <a:xfrm>
          <a:off x="2369600" y="10691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612689" y="1112159"/>
        <a:ext cx="27198" cy="5439"/>
      </dsp:txXfrm>
    </dsp:sp>
    <dsp:sp modelId="{27EB800B-41F3-A24E-8ABE-EBBA28E2403D}">
      <dsp:nvSpPr>
        <dsp:cNvPr id="0" name=""/>
        <dsp:cNvSpPr/>
      </dsp:nvSpPr>
      <dsp:spPr>
        <a:xfrm>
          <a:off x="6282" y="405343"/>
          <a:ext cx="2365117" cy="141907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IoMT systems generate sensitive medical data</a:t>
          </a:r>
        </a:p>
      </dsp:txBody>
      <dsp:txXfrm>
        <a:off x="6282" y="405343"/>
        <a:ext cx="2365117" cy="1419070"/>
      </dsp:txXfrm>
    </dsp:sp>
    <dsp:sp modelId="{2A5139F1-CEE7-5A47-9649-5280CB884AF9}">
      <dsp:nvSpPr>
        <dsp:cNvPr id="0" name=""/>
        <dsp:cNvSpPr/>
      </dsp:nvSpPr>
      <dsp:spPr>
        <a:xfrm>
          <a:off x="5278694" y="10691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21783" y="1112159"/>
        <a:ext cx="27198" cy="5439"/>
      </dsp:txXfrm>
    </dsp:sp>
    <dsp:sp modelId="{03EB92BC-C108-2B4E-9EE0-1A7476A49F5E}">
      <dsp:nvSpPr>
        <dsp:cNvPr id="0" name=""/>
        <dsp:cNvSpPr/>
      </dsp:nvSpPr>
      <dsp:spPr>
        <a:xfrm>
          <a:off x="2915376" y="405343"/>
          <a:ext cx="2365117" cy="141907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Edge gateways act as critical nodes</a:t>
          </a:r>
        </a:p>
      </dsp:txBody>
      <dsp:txXfrm>
        <a:off x="2915376" y="405343"/>
        <a:ext cx="2365117" cy="1419070"/>
      </dsp:txXfrm>
    </dsp:sp>
    <dsp:sp modelId="{6C5321FC-C364-1D4E-9226-70F8D1C8B9F5}">
      <dsp:nvSpPr>
        <dsp:cNvPr id="0" name=""/>
        <dsp:cNvSpPr/>
      </dsp:nvSpPr>
      <dsp:spPr>
        <a:xfrm>
          <a:off x="1188841" y="1822614"/>
          <a:ext cx="5818187" cy="513376"/>
        </a:xfrm>
        <a:custGeom>
          <a:avLst/>
          <a:gdLst/>
          <a:ahLst/>
          <a:cxnLst/>
          <a:rect l="0" t="0" r="0" b="0"/>
          <a:pathLst>
            <a:path>
              <a:moveTo>
                <a:pt x="5818187" y="0"/>
              </a:moveTo>
              <a:lnTo>
                <a:pt x="5818187" y="273788"/>
              </a:lnTo>
              <a:lnTo>
                <a:pt x="0" y="273788"/>
              </a:lnTo>
              <a:lnTo>
                <a:pt x="0" y="513376"/>
              </a:lnTo>
            </a:path>
          </a:pathLst>
        </a:custGeom>
        <a:noFill/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51846" y="2076582"/>
        <a:ext cx="292178" cy="5439"/>
      </dsp:txXfrm>
    </dsp:sp>
    <dsp:sp modelId="{1F7D9E6C-0E1B-4A44-8598-23E9F1DA7E5B}">
      <dsp:nvSpPr>
        <dsp:cNvPr id="0" name=""/>
        <dsp:cNvSpPr/>
      </dsp:nvSpPr>
      <dsp:spPr>
        <a:xfrm>
          <a:off x="5824470" y="405343"/>
          <a:ext cx="2365117" cy="141907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Gateways are vulnerable to cyber attacks</a:t>
          </a:r>
        </a:p>
      </dsp:txBody>
      <dsp:txXfrm>
        <a:off x="5824470" y="405343"/>
        <a:ext cx="2365117" cy="1419070"/>
      </dsp:txXfrm>
    </dsp:sp>
    <dsp:sp modelId="{8A2723CF-7BCA-1142-A850-A54459D582E1}">
      <dsp:nvSpPr>
        <dsp:cNvPr id="0" name=""/>
        <dsp:cNvSpPr/>
      </dsp:nvSpPr>
      <dsp:spPr>
        <a:xfrm>
          <a:off x="2369600" y="3032206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612689" y="3075206"/>
        <a:ext cx="27198" cy="5439"/>
      </dsp:txXfrm>
    </dsp:sp>
    <dsp:sp modelId="{7825CAE3-D771-804C-8107-D190DF9CA6C9}">
      <dsp:nvSpPr>
        <dsp:cNvPr id="0" name=""/>
        <dsp:cNvSpPr/>
      </dsp:nvSpPr>
      <dsp:spPr>
        <a:xfrm>
          <a:off x="6282" y="2368390"/>
          <a:ext cx="2365117" cy="141907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Intrusion Detection Systems (IDS) are required</a:t>
          </a:r>
        </a:p>
      </dsp:txBody>
      <dsp:txXfrm>
        <a:off x="6282" y="2368390"/>
        <a:ext cx="2365117" cy="1419070"/>
      </dsp:txXfrm>
    </dsp:sp>
    <dsp:sp modelId="{84390915-F3DE-2D4C-9F1E-47726BDD4778}">
      <dsp:nvSpPr>
        <dsp:cNvPr id="0" name=""/>
        <dsp:cNvSpPr/>
      </dsp:nvSpPr>
      <dsp:spPr>
        <a:xfrm>
          <a:off x="2915376" y="2368390"/>
          <a:ext cx="2365117" cy="141907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Edge devices have limited computational resources</a:t>
          </a:r>
        </a:p>
      </dsp:txBody>
      <dsp:txXfrm>
        <a:off x="2915376" y="2368390"/>
        <a:ext cx="2365117" cy="14190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F9EE4A-24A5-9345-A119-B8C816C07A13}">
      <dsp:nvSpPr>
        <dsp:cNvPr id="0" name=""/>
        <dsp:cNvSpPr/>
      </dsp:nvSpPr>
      <dsp:spPr>
        <a:xfrm>
          <a:off x="0" y="54607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IDS types: Signature-based, ML/DL-based</a:t>
          </a:r>
        </a:p>
      </dsp:txBody>
      <dsp:txXfrm>
        <a:off x="50489" y="596568"/>
        <a:ext cx="4899146" cy="933302"/>
      </dsp:txXfrm>
    </dsp:sp>
    <dsp:sp modelId="{1F0EC540-2480-1E43-BCE3-AF33D505527A}">
      <dsp:nvSpPr>
        <dsp:cNvPr id="0" name=""/>
        <dsp:cNvSpPr/>
      </dsp:nvSpPr>
      <dsp:spPr>
        <a:xfrm>
          <a:off x="0" y="165523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Deployment: Edge-based, Cloud-based, Hybrid</a:t>
          </a:r>
        </a:p>
      </dsp:txBody>
      <dsp:txXfrm>
        <a:off x="50489" y="1705728"/>
        <a:ext cx="4899146" cy="933302"/>
      </dsp:txXfrm>
    </dsp:sp>
    <dsp:sp modelId="{98EE8CE7-EF04-D046-B422-7EA045CA0264}">
      <dsp:nvSpPr>
        <dsp:cNvPr id="0" name=""/>
        <dsp:cNvSpPr/>
      </dsp:nvSpPr>
      <dsp:spPr>
        <a:xfrm>
          <a:off x="0" y="276440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Existing methods: Lightweight ML, Federated Learning, Split Learning</a:t>
          </a:r>
        </a:p>
      </dsp:txBody>
      <dsp:txXfrm>
        <a:off x="50489" y="2814889"/>
        <a:ext cx="4899146" cy="933302"/>
      </dsp:txXfrm>
    </dsp:sp>
    <dsp:sp modelId="{8FB4E67D-BF61-244E-8F96-A5B784349BED}">
      <dsp:nvSpPr>
        <dsp:cNvPr id="0" name=""/>
        <dsp:cNvSpPr/>
      </dsp:nvSpPr>
      <dsp:spPr>
        <a:xfrm>
          <a:off x="0" y="387356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Limitations: Accuracy vs Deployability trade-off</a:t>
          </a:r>
        </a:p>
      </dsp:txBody>
      <dsp:txXfrm>
        <a:off x="50489" y="3924049"/>
        <a:ext cx="4899146" cy="9333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1CD87E-BDB6-7D4E-83B8-1985B336725A}">
      <dsp:nvSpPr>
        <dsp:cNvPr id="0" name=""/>
        <dsp:cNvSpPr/>
      </dsp:nvSpPr>
      <dsp:spPr>
        <a:xfrm>
          <a:off x="0" y="665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51943A9-4B2E-8643-9F82-46AB8F8C8C0D}">
      <dsp:nvSpPr>
        <dsp:cNvPr id="0" name=""/>
        <dsp:cNvSpPr/>
      </dsp:nvSpPr>
      <dsp:spPr>
        <a:xfrm>
          <a:off x="0" y="665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Edge devices are resource-constrained</a:t>
          </a:r>
        </a:p>
      </dsp:txBody>
      <dsp:txXfrm>
        <a:off x="0" y="665"/>
        <a:ext cx="5000124" cy="1090517"/>
      </dsp:txXfrm>
    </dsp:sp>
    <dsp:sp modelId="{6B5CD33D-1D2F-4047-A669-5AD9B427EF6F}">
      <dsp:nvSpPr>
        <dsp:cNvPr id="0" name=""/>
        <dsp:cNvSpPr/>
      </dsp:nvSpPr>
      <dsp:spPr>
        <a:xfrm>
          <a:off x="0" y="1091183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2483469"/>
                <a:satOff val="9953"/>
                <a:lumOff val="2157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2483469"/>
                <a:satOff val="9953"/>
                <a:lumOff val="2157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2483469"/>
              <a:satOff val="9953"/>
              <a:lumOff val="2157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9A5176-9CDF-904B-917F-AA24F0ECEE2E}">
      <dsp:nvSpPr>
        <dsp:cNvPr id="0" name=""/>
        <dsp:cNvSpPr/>
      </dsp:nvSpPr>
      <dsp:spPr>
        <a:xfrm>
          <a:off x="0" y="1091183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Existing IDS: too simple or too complex</a:t>
          </a:r>
        </a:p>
      </dsp:txBody>
      <dsp:txXfrm>
        <a:off x="0" y="1091183"/>
        <a:ext cx="5000124" cy="1090517"/>
      </dsp:txXfrm>
    </dsp:sp>
    <dsp:sp modelId="{AC01D1BA-EE5F-3647-8F3D-4F0A5480D565}">
      <dsp:nvSpPr>
        <dsp:cNvPr id="0" name=""/>
        <dsp:cNvSpPr/>
      </dsp:nvSpPr>
      <dsp:spPr>
        <a:xfrm>
          <a:off x="0" y="2181701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4966938"/>
                <a:satOff val="19906"/>
                <a:lumOff val="4314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4966938"/>
                <a:satOff val="19906"/>
                <a:lumOff val="4314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4966938"/>
              <a:satOff val="19906"/>
              <a:lumOff val="4314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90E72A5-4961-284E-8B8F-AAF57A2CA365}">
      <dsp:nvSpPr>
        <dsp:cNvPr id="0" name=""/>
        <dsp:cNvSpPr/>
      </dsp:nvSpPr>
      <dsp:spPr>
        <a:xfrm>
          <a:off x="0" y="2181701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Lack of evaluation under realistic edge constraints</a:t>
          </a:r>
        </a:p>
      </dsp:txBody>
      <dsp:txXfrm>
        <a:off x="0" y="2181701"/>
        <a:ext cx="5000124" cy="1090517"/>
      </dsp:txXfrm>
    </dsp:sp>
    <dsp:sp modelId="{FBD20709-6416-B04D-9E91-6A0F2552117B}">
      <dsp:nvSpPr>
        <dsp:cNvPr id="0" name=""/>
        <dsp:cNvSpPr/>
      </dsp:nvSpPr>
      <dsp:spPr>
        <a:xfrm>
          <a:off x="0" y="3272218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7450407"/>
                <a:satOff val="29858"/>
                <a:lumOff val="6471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7450407"/>
                <a:satOff val="29858"/>
                <a:lumOff val="6471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7450407"/>
              <a:satOff val="29858"/>
              <a:lumOff val="6471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2BF05FF-D419-AC45-9C50-0F068387A02C}">
      <dsp:nvSpPr>
        <dsp:cNvPr id="0" name=""/>
        <dsp:cNvSpPr/>
      </dsp:nvSpPr>
      <dsp:spPr>
        <a:xfrm>
          <a:off x="0" y="3272218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Evaluate Feature Selection, PCA, Autoencoder</a:t>
          </a:r>
        </a:p>
      </dsp:txBody>
      <dsp:txXfrm>
        <a:off x="0" y="3272218"/>
        <a:ext cx="5000124" cy="1090517"/>
      </dsp:txXfrm>
    </dsp:sp>
    <dsp:sp modelId="{06887228-C35F-014B-B2E1-AFBA4FC272FE}">
      <dsp:nvSpPr>
        <dsp:cNvPr id="0" name=""/>
        <dsp:cNvSpPr/>
      </dsp:nvSpPr>
      <dsp:spPr>
        <a:xfrm>
          <a:off x="0" y="4362736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9933876"/>
              <a:satOff val="39811"/>
              <a:lumOff val="8628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D4FA398-840B-4848-AC96-875F18CC58CF}">
      <dsp:nvSpPr>
        <dsp:cNvPr id="0" name=""/>
        <dsp:cNvSpPr/>
      </dsp:nvSpPr>
      <dsp:spPr>
        <a:xfrm>
          <a:off x="0" y="4362736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Compare accuracy, resource usage, and efficiency</a:t>
          </a:r>
        </a:p>
      </dsp:txBody>
      <dsp:txXfrm>
        <a:off x="0" y="4362736"/>
        <a:ext cx="5000124" cy="10905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49304-4996-5048-AF8D-AE7FCF302DAE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F46E4-EE54-564F-BFBC-E1DA32DE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155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735106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200" dirty="0">
                <a:solidFill>
                  <a:srgbClr val="FFFFFF"/>
                </a:solidFill>
              </a:rPr>
              <a:t>Comparative Evaluation of Feature Reduction Techniques for Intrusion Detection on IoMT Edge Devices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 fontScale="92500"/>
          </a:bodyPr>
          <a:lstStyle/>
          <a:p>
            <a:pPr algn="l"/>
            <a:r>
              <a:rPr lang="en-GB" dirty="0"/>
              <a:t>Yaoquan</a:t>
            </a:r>
            <a:r>
              <a:rPr lang="zh-CN" altLang="en-US" dirty="0"/>
              <a:t> </a:t>
            </a:r>
            <a:r>
              <a:rPr lang="en-US" altLang="zh-CN" dirty="0"/>
              <a:t>Ma(25298835),</a:t>
            </a:r>
            <a:r>
              <a:rPr lang="zh-CN" altLang="en-US" dirty="0"/>
              <a:t> </a:t>
            </a:r>
            <a:r>
              <a:rPr lang="en-US" altLang="zh-CN" dirty="0"/>
              <a:t>Wang</a:t>
            </a:r>
            <a:r>
              <a:rPr lang="zh-CN" altLang="en-US" dirty="0"/>
              <a:t> </a:t>
            </a:r>
            <a:r>
              <a:rPr lang="en-US" altLang="zh-CN" dirty="0"/>
              <a:t>Ning(25298832)</a:t>
            </a:r>
            <a:endParaRPr lang="en-GB" dirty="0"/>
          </a:p>
          <a:p>
            <a:pPr algn="l"/>
            <a:r>
              <a:rPr dirty="0"/>
              <a:t>Supervisor: Dr. Priyanka Verma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66704-ECD5-214A-0EE8-0230D586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E78B4-A90C-BC7A-E23E-EE76AD962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 dirty="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F2656B-7BC1-DCDD-312E-E2BB305069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1487768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09339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 dirty="0">
                <a:solidFill>
                  <a:srgbClr val="FFFFFF"/>
                </a:solidFill>
              </a:rPr>
              <a:t>Background &amp; Literature Review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F99AF-4186-6184-2EA6-9F5BD81950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0776228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000" dirty="0">
                <a:solidFill>
                  <a:srgbClr val="FFFFFF"/>
                </a:solidFill>
              </a:rPr>
              <a:t>Research Gaps &amp; Contributions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2EE324B-7C98-9CC4-F81F-66E44D7678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478127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F214-9E73-4B60-E03D-F1871AC28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>
            <a:extLst>
              <a:ext uri="{FF2B5EF4-FFF2-40B4-BE49-F238E27FC236}">
                <a16:creationId xmlns:a16="http://schemas.microsoft.com/office/drawing/2014/main" id="{CA2D5E9C-340F-99A8-B8ED-43EBE0A1C5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758462" y="352180"/>
            <a:ext cx="5630994" cy="2591709"/>
          </a:xfrm>
          <a:prstGeom prst="rect">
            <a:avLst/>
          </a:prstGeom>
        </p:spPr>
      </p:pic>
      <p:sp>
        <p:nvSpPr>
          <p:cNvPr id="430" name="Rounded Rectangle 429">
            <a:extLst>
              <a:ext uri="{FF2B5EF4-FFF2-40B4-BE49-F238E27FC236}">
                <a16:creationId xmlns:a16="http://schemas.microsoft.com/office/drawing/2014/main" id="{27301F13-5DB8-817A-1D52-B534B71DDB49}"/>
              </a:ext>
            </a:extLst>
          </p:cNvPr>
          <p:cNvSpPr/>
          <p:nvPr/>
        </p:nvSpPr>
        <p:spPr>
          <a:xfrm>
            <a:off x="6400801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1" name="Picture 430">
            <a:extLst>
              <a:ext uri="{FF2B5EF4-FFF2-40B4-BE49-F238E27FC236}">
                <a16:creationId xmlns:a16="http://schemas.microsoft.com/office/drawing/2014/main" id="{00253C87-CF44-20E8-8EF7-A388A61A9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1827" y="5844696"/>
            <a:ext cx="302847" cy="302847"/>
          </a:xfrm>
          <a:prstGeom prst="rect">
            <a:avLst/>
          </a:prstGeom>
        </p:spPr>
      </p:pic>
      <p:pic>
        <p:nvPicPr>
          <p:cNvPr id="433" name="Picture 432">
            <a:extLst>
              <a:ext uri="{FF2B5EF4-FFF2-40B4-BE49-F238E27FC236}">
                <a16:creationId xmlns:a16="http://schemas.microsoft.com/office/drawing/2014/main" id="{13AB4931-BF98-02A2-2348-1997C8826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657" y="5844696"/>
            <a:ext cx="304800" cy="304800"/>
          </a:xfrm>
          <a:prstGeom prst="rect">
            <a:avLst/>
          </a:prstGeom>
        </p:spPr>
      </p:pic>
      <p:grpSp>
        <p:nvGrpSpPr>
          <p:cNvPr id="434" name="Group 433">
            <a:extLst>
              <a:ext uri="{FF2B5EF4-FFF2-40B4-BE49-F238E27FC236}">
                <a16:creationId xmlns:a16="http://schemas.microsoft.com/office/drawing/2014/main" id="{EC62E5A0-DD40-A71B-0AA0-1DF8A065C42E}"/>
              </a:ext>
            </a:extLst>
          </p:cNvPr>
          <p:cNvGrpSpPr/>
          <p:nvPr/>
        </p:nvGrpSpPr>
        <p:grpSpPr>
          <a:xfrm>
            <a:off x="6504357" y="3945059"/>
            <a:ext cx="894863" cy="405426"/>
            <a:chOff x="1445846" y="3606278"/>
            <a:chExt cx="894863" cy="405426"/>
          </a:xfrm>
        </p:grpSpPr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D826335B-787F-7470-397D-59B7F8DCC172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6" name="Oval 435">
              <a:extLst>
                <a:ext uri="{FF2B5EF4-FFF2-40B4-BE49-F238E27FC236}">
                  <a16:creationId xmlns:a16="http://schemas.microsoft.com/office/drawing/2014/main" id="{B05CF1CC-DFC7-69FD-D938-13E929C6C157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AF7EABE9-53B8-F5EA-FF95-9C09639B4FDD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F959EA42-DD1F-6E11-109A-29DF16B4A05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Oval 438">
              <a:extLst>
                <a:ext uri="{FF2B5EF4-FFF2-40B4-BE49-F238E27FC236}">
                  <a16:creationId xmlns:a16="http://schemas.microsoft.com/office/drawing/2014/main" id="{4355B7CD-94E9-3F3D-B078-78875FFB79A3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9BE493E2-2106-63BA-9ECE-CC88005D93B1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Oval 440">
              <a:extLst>
                <a:ext uri="{FF2B5EF4-FFF2-40B4-BE49-F238E27FC236}">
                  <a16:creationId xmlns:a16="http://schemas.microsoft.com/office/drawing/2014/main" id="{722121D5-2DAD-24D7-E6B1-409E96FB42AD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BFA1B8D4-7486-77FB-CD0B-13FF567E1562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Oval 442">
              <a:extLst>
                <a:ext uri="{FF2B5EF4-FFF2-40B4-BE49-F238E27FC236}">
                  <a16:creationId xmlns:a16="http://schemas.microsoft.com/office/drawing/2014/main" id="{5E65A8A5-47B0-B7AC-2163-C075ABE99F4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Oval 443">
              <a:extLst>
                <a:ext uri="{FF2B5EF4-FFF2-40B4-BE49-F238E27FC236}">
                  <a16:creationId xmlns:a16="http://schemas.microsoft.com/office/drawing/2014/main" id="{BA1A310E-E027-A79F-C604-D6FDE8A2866B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FF5F6641-BEE7-E83C-D244-7677F4E5D845}"/>
                </a:ext>
              </a:extLst>
            </p:cNvPr>
            <p:cNvCxnSpPr>
              <a:endCxn id="4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20BA09AE-0B1C-38B6-83DE-ECE8914BFDA9}"/>
                </a:ext>
              </a:extLst>
            </p:cNvPr>
            <p:cNvCxnSpPr>
              <a:stCxn id="437" idx="4"/>
              <a:endCxn id="4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A08BB771-BF75-2CC3-B5F6-DA5ACDD71DA6}"/>
                </a:ext>
              </a:extLst>
            </p:cNvPr>
            <p:cNvCxnSpPr>
              <a:stCxn id="437" idx="4"/>
              <a:endCxn id="4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4EFDB407-E10A-A726-A449-7B346CA2F287}"/>
                </a:ext>
              </a:extLst>
            </p:cNvPr>
            <p:cNvCxnSpPr>
              <a:stCxn id="438" idx="4"/>
              <a:endCxn id="4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3B943C37-389C-E8F8-D6D5-6643C2FAA0C5}"/>
                </a:ext>
              </a:extLst>
            </p:cNvPr>
            <p:cNvCxnSpPr>
              <a:cxnSpLocks/>
              <a:stCxn id="439" idx="0"/>
              <a:endCxn id="4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B03F3BF9-9BB1-C01F-CBDA-573F7DD6FE51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8CBFF794-559C-CE6B-7F72-5E5A0730158E}"/>
                </a:ext>
              </a:extLst>
            </p:cNvPr>
            <p:cNvCxnSpPr>
              <a:cxnSpLocks/>
              <a:stCxn id="436" idx="4"/>
              <a:endCxn id="4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01E9F499-461D-C387-D078-F8F0E21B47FE}"/>
                </a:ext>
              </a:extLst>
            </p:cNvPr>
            <p:cNvCxnSpPr>
              <a:cxnSpLocks/>
              <a:stCxn id="442" idx="0"/>
              <a:endCxn id="4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2C3CF926-41BF-5E0C-2258-0FE20294A614}"/>
                </a:ext>
              </a:extLst>
            </p:cNvPr>
            <p:cNvCxnSpPr>
              <a:cxnSpLocks/>
              <a:stCxn id="442" idx="0"/>
              <a:endCxn id="4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A307D80-5DE3-1E34-84E2-5A486B98431A}"/>
                </a:ext>
              </a:extLst>
            </p:cNvPr>
            <p:cNvCxnSpPr>
              <a:cxnSpLocks/>
              <a:stCxn id="441" idx="0"/>
              <a:endCxn id="4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9F66A85E-18DB-0FCE-3EE2-702AFD626505}"/>
                </a:ext>
              </a:extLst>
            </p:cNvPr>
            <p:cNvCxnSpPr>
              <a:cxnSpLocks/>
              <a:stCxn id="436" idx="4"/>
              <a:endCxn id="4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4484E033-F1DE-509F-66E9-C670E11E1EAB}"/>
                </a:ext>
              </a:extLst>
            </p:cNvPr>
            <p:cNvCxnSpPr>
              <a:cxnSpLocks/>
              <a:stCxn id="443" idx="0"/>
              <a:endCxn id="4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96AAA57F-5491-4896-909A-BD92895CD06A}"/>
                </a:ext>
              </a:extLst>
            </p:cNvPr>
            <p:cNvCxnSpPr>
              <a:cxnSpLocks/>
              <a:stCxn id="444" idx="0"/>
              <a:endCxn id="4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2F53412F-BF91-308C-9D22-F08D39927167}"/>
                </a:ext>
              </a:extLst>
            </p:cNvPr>
            <p:cNvCxnSpPr>
              <a:cxnSpLocks/>
              <a:stCxn id="443" idx="0"/>
              <a:endCxn id="4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04A73CAB-3012-ADEA-8FB2-CFB6FBE61ABA}"/>
                </a:ext>
              </a:extLst>
            </p:cNvPr>
            <p:cNvCxnSpPr>
              <a:cxnSpLocks/>
              <a:stCxn id="444" idx="0"/>
              <a:endCxn id="4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9244371D-9305-4EAA-6D1E-414451E02501}"/>
                </a:ext>
              </a:extLst>
            </p:cNvPr>
            <p:cNvCxnSpPr>
              <a:cxnSpLocks/>
              <a:stCxn id="444" idx="0"/>
              <a:endCxn id="4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A12D3D5-D12F-0CEC-E5FC-2EB7DE1EE207}"/>
                </a:ext>
              </a:extLst>
            </p:cNvPr>
            <p:cNvCxnSpPr>
              <a:cxnSpLocks/>
              <a:stCxn id="443" idx="0"/>
              <a:endCxn id="4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04F0EBDA-2A83-DFBD-DAA0-FA9B212B2F2E}"/>
              </a:ext>
            </a:extLst>
          </p:cNvPr>
          <p:cNvGrpSpPr/>
          <p:nvPr/>
        </p:nvGrpSpPr>
        <p:grpSpPr>
          <a:xfrm>
            <a:off x="6521069" y="4554650"/>
            <a:ext cx="935680" cy="537319"/>
            <a:chOff x="6662617" y="2245853"/>
            <a:chExt cx="935680" cy="537319"/>
          </a:xfrm>
        </p:grpSpPr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90A17BA8-4D6B-E774-6EA7-0BD05FCB6772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043D3939-23C5-BBF1-CA3A-550B4BFC1B83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52160F48-0B73-F4A1-1F09-142307993563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C3656534-CDD1-475A-0D92-9F5C8B3F3CB6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39C4627D-49C5-6638-E9EE-3B8D19256911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BD59A5FD-2800-983A-ADDB-1B73CC7FED38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AC303BF3-193B-4C8B-C4D6-290EBB85367E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2CC3B84A-8E37-0916-64CC-9DCC4A34C25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016DE08C-3E6E-1AD3-5B70-BF5E1DCEE4F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0C845629-19BC-BA99-A78E-F1DBF418906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F440935-B4F6-BE60-5126-60D658B50A6C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90DDA9F0-F3D5-4DDA-3E85-339B8A4C3F51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Multiply 474">
              <a:extLst>
                <a:ext uri="{FF2B5EF4-FFF2-40B4-BE49-F238E27FC236}">
                  <a16:creationId xmlns:a16="http://schemas.microsoft.com/office/drawing/2014/main" id="{1CA403CA-58EE-74F8-FFEB-CBE535A803BE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Multiply 475">
              <a:extLst>
                <a:ext uri="{FF2B5EF4-FFF2-40B4-BE49-F238E27FC236}">
                  <a16:creationId xmlns:a16="http://schemas.microsoft.com/office/drawing/2014/main" id="{54A18C5B-4A35-BF12-3B80-797C4C62871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Multiply 476">
              <a:extLst>
                <a:ext uri="{FF2B5EF4-FFF2-40B4-BE49-F238E27FC236}">
                  <a16:creationId xmlns:a16="http://schemas.microsoft.com/office/drawing/2014/main" id="{D71F532F-CF41-0D95-530D-0FCEA0851A99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8" name="TextBox 477">
            <a:extLst>
              <a:ext uri="{FF2B5EF4-FFF2-40B4-BE49-F238E27FC236}">
                <a16:creationId xmlns:a16="http://schemas.microsoft.com/office/drawing/2014/main" id="{A401C4D7-A707-827B-5592-1427C6F39B8A}"/>
              </a:ext>
            </a:extLst>
          </p:cNvPr>
          <p:cNvSpPr txBox="1"/>
          <p:nvPr/>
        </p:nvSpPr>
        <p:spPr>
          <a:xfrm>
            <a:off x="6419844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37392986-2CA5-6BBF-B0CB-BE21597FFBAC}"/>
              </a:ext>
            </a:extLst>
          </p:cNvPr>
          <p:cNvSpPr txBox="1"/>
          <p:nvPr/>
        </p:nvSpPr>
        <p:spPr>
          <a:xfrm>
            <a:off x="6418396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80" name="Rounded Rectangle 379">
            <a:extLst>
              <a:ext uri="{FF2B5EF4-FFF2-40B4-BE49-F238E27FC236}">
                <a16:creationId xmlns:a16="http://schemas.microsoft.com/office/drawing/2014/main" id="{DCC918A6-C2B1-5957-5784-49BD7ED209B0}"/>
              </a:ext>
            </a:extLst>
          </p:cNvPr>
          <p:cNvSpPr/>
          <p:nvPr/>
        </p:nvSpPr>
        <p:spPr>
          <a:xfrm>
            <a:off x="4091355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1" name="Picture 380">
            <a:extLst>
              <a:ext uri="{FF2B5EF4-FFF2-40B4-BE49-F238E27FC236}">
                <a16:creationId xmlns:a16="http://schemas.microsoft.com/office/drawing/2014/main" id="{B6EF110F-A988-61CB-E366-FC87738F0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381" y="5844696"/>
            <a:ext cx="302847" cy="302847"/>
          </a:xfrm>
          <a:prstGeom prst="rect">
            <a:avLst/>
          </a:prstGeom>
        </p:spPr>
      </p:pic>
      <p:pic>
        <p:nvPicPr>
          <p:cNvPr id="383" name="Picture 382">
            <a:extLst>
              <a:ext uri="{FF2B5EF4-FFF2-40B4-BE49-F238E27FC236}">
                <a16:creationId xmlns:a16="http://schemas.microsoft.com/office/drawing/2014/main" id="{6660FD71-D699-2881-B064-6930CBD78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11" y="5844696"/>
            <a:ext cx="304800" cy="304800"/>
          </a:xfrm>
          <a:prstGeom prst="rect">
            <a:avLst/>
          </a:prstGeom>
        </p:spPr>
      </p:pic>
      <p:grpSp>
        <p:nvGrpSpPr>
          <p:cNvPr id="384" name="Group 383">
            <a:extLst>
              <a:ext uri="{FF2B5EF4-FFF2-40B4-BE49-F238E27FC236}">
                <a16:creationId xmlns:a16="http://schemas.microsoft.com/office/drawing/2014/main" id="{D110780A-DCE0-6AD4-565C-87EB284BBA46}"/>
              </a:ext>
            </a:extLst>
          </p:cNvPr>
          <p:cNvGrpSpPr/>
          <p:nvPr/>
        </p:nvGrpSpPr>
        <p:grpSpPr>
          <a:xfrm>
            <a:off x="4194911" y="3945059"/>
            <a:ext cx="894863" cy="405426"/>
            <a:chOff x="1445846" y="3606278"/>
            <a:chExt cx="894863" cy="405426"/>
          </a:xfrm>
        </p:grpSpPr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E6B072F9-8F3C-B1CA-8C7E-3A2C4DF529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768E372-4E3F-AF43-C79B-49AA29A006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469AAC8-8824-B5D4-D833-C72184946D7F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5D501C50-C97C-93E0-535E-72CA38B8208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5F54096-AFBF-76AF-0850-60EFCADC8324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7ABE0191-982A-8172-BEBD-021C40F1BCBC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B63EE7A3-E0A0-7E51-8AE4-3413F7B3CE1F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DA70FC2-5A59-578A-D85F-8692B5D2405E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E43963C1-0BB5-C469-B260-291B2E96BE52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2F504348-D023-5366-E2F8-3D35B4E4A998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F9D3D1D1-D3DF-CC1B-0249-639194EE767A}"/>
                </a:ext>
              </a:extLst>
            </p:cNvPr>
            <p:cNvCxnSpPr>
              <a:endCxn id="38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863087A-64CA-D1D9-EFF1-3B057D9A04EC}"/>
                </a:ext>
              </a:extLst>
            </p:cNvPr>
            <p:cNvCxnSpPr>
              <a:stCxn id="387" idx="4"/>
              <a:endCxn id="38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A9A9A4C-C0D1-D2F7-EFD6-493DD2D3300D}"/>
                </a:ext>
              </a:extLst>
            </p:cNvPr>
            <p:cNvCxnSpPr>
              <a:stCxn id="387" idx="4"/>
              <a:endCxn id="39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D54E098D-23FA-815E-6020-441EB66375C1}"/>
                </a:ext>
              </a:extLst>
            </p:cNvPr>
            <p:cNvCxnSpPr>
              <a:stCxn id="388" idx="4"/>
              <a:endCxn id="39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8870F73A-EAAA-4030-A94A-07DBCD2CDEE7}"/>
                </a:ext>
              </a:extLst>
            </p:cNvPr>
            <p:cNvCxnSpPr>
              <a:cxnSpLocks/>
              <a:stCxn id="389" idx="0"/>
              <a:endCxn id="38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E008808F-994F-1CF2-3DAC-4DC56CA218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1B2484DB-DBF5-31DA-1CA2-BA6175ABE00A}"/>
                </a:ext>
              </a:extLst>
            </p:cNvPr>
            <p:cNvCxnSpPr>
              <a:cxnSpLocks/>
              <a:stCxn id="386" idx="4"/>
              <a:endCxn id="39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55453ED4-A4A6-75AD-E5EB-EB5B6815EA16}"/>
                </a:ext>
              </a:extLst>
            </p:cNvPr>
            <p:cNvCxnSpPr>
              <a:cxnSpLocks/>
              <a:stCxn id="392" idx="0"/>
              <a:endCxn id="38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B5F69004-BED1-D35D-B636-FE5FC178110A}"/>
                </a:ext>
              </a:extLst>
            </p:cNvPr>
            <p:cNvCxnSpPr>
              <a:cxnSpLocks/>
              <a:stCxn id="392" idx="0"/>
              <a:endCxn id="39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52E937A3-52D6-327F-ABFE-5944FFB85BA8}"/>
                </a:ext>
              </a:extLst>
            </p:cNvPr>
            <p:cNvCxnSpPr>
              <a:cxnSpLocks/>
              <a:stCxn id="391" idx="0"/>
              <a:endCxn id="39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E4594B79-A879-DA8B-EC06-CA6CC8E73658}"/>
                </a:ext>
              </a:extLst>
            </p:cNvPr>
            <p:cNvCxnSpPr>
              <a:cxnSpLocks/>
              <a:stCxn id="386" idx="4"/>
              <a:endCxn id="39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F5D69EBB-9491-DD99-C70B-2DC9A230A62C}"/>
                </a:ext>
              </a:extLst>
            </p:cNvPr>
            <p:cNvCxnSpPr>
              <a:cxnSpLocks/>
              <a:stCxn id="393" idx="0"/>
              <a:endCxn id="38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24295278-4A8B-FD29-7CD0-453DB067AACF}"/>
                </a:ext>
              </a:extLst>
            </p:cNvPr>
            <p:cNvCxnSpPr>
              <a:cxnSpLocks/>
              <a:stCxn id="394" idx="0"/>
              <a:endCxn id="38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087E8537-EA2C-2ADD-87A3-C86C16FBBB85}"/>
                </a:ext>
              </a:extLst>
            </p:cNvPr>
            <p:cNvCxnSpPr>
              <a:cxnSpLocks/>
              <a:stCxn id="393" idx="0"/>
              <a:endCxn id="39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CC07D6E7-779C-E2B9-1CBD-57238D7D1A94}"/>
                </a:ext>
              </a:extLst>
            </p:cNvPr>
            <p:cNvCxnSpPr>
              <a:cxnSpLocks/>
              <a:stCxn id="394" idx="0"/>
              <a:endCxn id="39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6A542059-F93E-6DDE-6E6F-0F05FEA345F9}"/>
                </a:ext>
              </a:extLst>
            </p:cNvPr>
            <p:cNvCxnSpPr>
              <a:cxnSpLocks/>
              <a:stCxn id="394" idx="0"/>
              <a:endCxn id="39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C48B2D11-C75F-C3A1-326E-C9CD7153B41E}"/>
                </a:ext>
              </a:extLst>
            </p:cNvPr>
            <p:cNvCxnSpPr>
              <a:cxnSpLocks/>
              <a:stCxn id="393" idx="0"/>
              <a:endCxn id="39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53DED084-2C99-5A5A-8542-BB90C5EA432D}"/>
              </a:ext>
            </a:extLst>
          </p:cNvPr>
          <p:cNvGrpSpPr/>
          <p:nvPr/>
        </p:nvGrpSpPr>
        <p:grpSpPr>
          <a:xfrm>
            <a:off x="4211623" y="4554650"/>
            <a:ext cx="935680" cy="537319"/>
            <a:chOff x="6662617" y="2245853"/>
            <a:chExt cx="935680" cy="537319"/>
          </a:xfrm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E4A614CF-6A68-A150-8F7B-37707CECF613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8B3C8D11-142F-19B6-69E8-E972A4C9CFD9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E1A7DB77-D741-D3A5-7C33-DB0081581069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Oval 415">
              <a:extLst>
                <a:ext uri="{FF2B5EF4-FFF2-40B4-BE49-F238E27FC236}">
                  <a16:creationId xmlns:a16="http://schemas.microsoft.com/office/drawing/2014/main" id="{C9D5808F-6F94-2CDA-18F0-1293B9A2AAFF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Oval 416">
              <a:extLst>
                <a:ext uri="{FF2B5EF4-FFF2-40B4-BE49-F238E27FC236}">
                  <a16:creationId xmlns:a16="http://schemas.microsoft.com/office/drawing/2014/main" id="{E2D8D801-6751-6174-0218-0911C46469F9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Oval 417">
              <a:extLst>
                <a:ext uri="{FF2B5EF4-FFF2-40B4-BE49-F238E27FC236}">
                  <a16:creationId xmlns:a16="http://schemas.microsoft.com/office/drawing/2014/main" id="{C55BA224-A0A2-0FAA-38C4-EF33E6413B85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EF379A8E-E44E-79F3-714A-4CE9FF2D043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Oval 419">
              <a:extLst>
                <a:ext uri="{FF2B5EF4-FFF2-40B4-BE49-F238E27FC236}">
                  <a16:creationId xmlns:a16="http://schemas.microsoft.com/office/drawing/2014/main" id="{3F28F68B-F31C-7C79-02CC-BCE7331AA9F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Oval 420">
              <a:extLst>
                <a:ext uri="{FF2B5EF4-FFF2-40B4-BE49-F238E27FC236}">
                  <a16:creationId xmlns:a16="http://schemas.microsoft.com/office/drawing/2014/main" id="{3D308267-FFF5-149E-A664-C1FD40126233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Oval 421">
              <a:extLst>
                <a:ext uri="{FF2B5EF4-FFF2-40B4-BE49-F238E27FC236}">
                  <a16:creationId xmlns:a16="http://schemas.microsoft.com/office/drawing/2014/main" id="{FC4E9031-637C-F4A7-0EB2-BF41BC016E2D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Oval 422">
              <a:extLst>
                <a:ext uri="{FF2B5EF4-FFF2-40B4-BE49-F238E27FC236}">
                  <a16:creationId xmlns:a16="http://schemas.microsoft.com/office/drawing/2014/main" id="{9318FA35-0A8E-B0AC-84C9-FE28C5D85284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Oval 423">
              <a:extLst>
                <a:ext uri="{FF2B5EF4-FFF2-40B4-BE49-F238E27FC236}">
                  <a16:creationId xmlns:a16="http://schemas.microsoft.com/office/drawing/2014/main" id="{4D5913C9-CABF-4B6D-1FC4-26DB82F9CB9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Multiply 424">
              <a:extLst>
                <a:ext uri="{FF2B5EF4-FFF2-40B4-BE49-F238E27FC236}">
                  <a16:creationId xmlns:a16="http://schemas.microsoft.com/office/drawing/2014/main" id="{076E38B1-0B7D-A5AA-8FCE-60E8AF25F63D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Multiply 425">
              <a:extLst>
                <a:ext uri="{FF2B5EF4-FFF2-40B4-BE49-F238E27FC236}">
                  <a16:creationId xmlns:a16="http://schemas.microsoft.com/office/drawing/2014/main" id="{5D4D3867-2EC3-E360-922C-9F48953470C8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Multiply 426">
              <a:extLst>
                <a:ext uri="{FF2B5EF4-FFF2-40B4-BE49-F238E27FC236}">
                  <a16:creationId xmlns:a16="http://schemas.microsoft.com/office/drawing/2014/main" id="{E4F13893-8BDF-DA81-C18A-FC43F23EA853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8" name="TextBox 427">
            <a:extLst>
              <a:ext uri="{FF2B5EF4-FFF2-40B4-BE49-F238E27FC236}">
                <a16:creationId xmlns:a16="http://schemas.microsoft.com/office/drawing/2014/main" id="{5D51F65A-D9F2-9A40-6B6B-A8DCC85445DD}"/>
              </a:ext>
            </a:extLst>
          </p:cNvPr>
          <p:cNvSpPr txBox="1"/>
          <p:nvPr/>
        </p:nvSpPr>
        <p:spPr>
          <a:xfrm>
            <a:off x="4110398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D65E95F0-E0A0-9925-65F5-9A300A99749E}"/>
              </a:ext>
            </a:extLst>
          </p:cNvPr>
          <p:cNvSpPr txBox="1"/>
          <p:nvPr/>
        </p:nvSpPr>
        <p:spPr>
          <a:xfrm>
            <a:off x="4108950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30" name="Rounded Rectangle 329">
            <a:extLst>
              <a:ext uri="{FF2B5EF4-FFF2-40B4-BE49-F238E27FC236}">
                <a16:creationId xmlns:a16="http://schemas.microsoft.com/office/drawing/2014/main" id="{40C5A6FE-FB89-2F94-CBD7-AD364035DAE6}"/>
              </a:ext>
            </a:extLst>
          </p:cNvPr>
          <p:cNvSpPr/>
          <p:nvPr/>
        </p:nvSpPr>
        <p:spPr>
          <a:xfrm>
            <a:off x="268798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1" name="Picture 330">
            <a:extLst>
              <a:ext uri="{FF2B5EF4-FFF2-40B4-BE49-F238E27FC236}">
                <a16:creationId xmlns:a16="http://schemas.microsoft.com/office/drawing/2014/main" id="{CDC0019F-6184-BD59-074C-F343B788D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012" y="5844696"/>
            <a:ext cx="302847" cy="302847"/>
          </a:xfrm>
          <a:prstGeom prst="rect">
            <a:avLst/>
          </a:prstGeom>
        </p:spPr>
      </p:pic>
      <p:pic>
        <p:nvPicPr>
          <p:cNvPr id="333" name="Picture 332">
            <a:extLst>
              <a:ext uri="{FF2B5EF4-FFF2-40B4-BE49-F238E27FC236}">
                <a16:creationId xmlns:a16="http://schemas.microsoft.com/office/drawing/2014/main" id="{CD4D500B-EE7C-9C47-C3BD-0C4362142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842" y="5844696"/>
            <a:ext cx="304800" cy="304800"/>
          </a:xfrm>
          <a:prstGeom prst="rect">
            <a:avLst/>
          </a:prstGeom>
        </p:spPr>
      </p:pic>
      <p:grpSp>
        <p:nvGrpSpPr>
          <p:cNvPr id="334" name="Group 333">
            <a:extLst>
              <a:ext uri="{FF2B5EF4-FFF2-40B4-BE49-F238E27FC236}">
                <a16:creationId xmlns:a16="http://schemas.microsoft.com/office/drawing/2014/main" id="{561FAF07-8B34-F8C7-9AB1-979CCF90176C}"/>
              </a:ext>
            </a:extLst>
          </p:cNvPr>
          <p:cNvGrpSpPr/>
          <p:nvPr/>
        </p:nvGrpSpPr>
        <p:grpSpPr>
          <a:xfrm>
            <a:off x="2791542" y="3945059"/>
            <a:ext cx="894863" cy="405426"/>
            <a:chOff x="1445846" y="3606278"/>
            <a:chExt cx="894863" cy="405426"/>
          </a:xfrm>
        </p:grpSpPr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275DF9F-E5C4-934B-7482-616F6558AA2C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9108E625-AE2E-12D0-0709-1AE04E168CC2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4CF75061-3DC4-20F6-32EB-8EFE4A1FC10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90737FC1-E12E-5796-D6D7-6806D3BAFD9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EA57B70-7541-FD3C-75EC-CF3A81DA0DE7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Oval 339">
              <a:extLst>
                <a:ext uri="{FF2B5EF4-FFF2-40B4-BE49-F238E27FC236}">
                  <a16:creationId xmlns:a16="http://schemas.microsoft.com/office/drawing/2014/main" id="{BE1968D4-9F4B-0089-3AA7-710283FF7A9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ECA3F1C8-2891-B318-D5DC-F01A146B6708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76EC863-3B5A-EB19-83EC-7F1BD1B59AA8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Oval 342">
              <a:extLst>
                <a:ext uri="{FF2B5EF4-FFF2-40B4-BE49-F238E27FC236}">
                  <a16:creationId xmlns:a16="http://schemas.microsoft.com/office/drawing/2014/main" id="{96965F48-45A9-8B47-DF2A-DE9A7103BF5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Oval 343">
              <a:extLst>
                <a:ext uri="{FF2B5EF4-FFF2-40B4-BE49-F238E27FC236}">
                  <a16:creationId xmlns:a16="http://schemas.microsoft.com/office/drawing/2014/main" id="{BD139C6F-3FFB-0BF1-71DE-F94CE0178874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9DC1E6FE-D665-418E-0905-02B109F45E17}"/>
                </a:ext>
              </a:extLst>
            </p:cNvPr>
            <p:cNvCxnSpPr>
              <a:endCxn id="3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F22D9A5B-56D7-C1FA-DDA5-DFA5E350EBE3}"/>
                </a:ext>
              </a:extLst>
            </p:cNvPr>
            <p:cNvCxnSpPr>
              <a:stCxn id="337" idx="4"/>
              <a:endCxn id="3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D0994FED-C86C-ECB8-6C6C-2FD8CC6D30C2}"/>
                </a:ext>
              </a:extLst>
            </p:cNvPr>
            <p:cNvCxnSpPr>
              <a:stCxn id="337" idx="4"/>
              <a:endCxn id="3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5C8A86A4-1FAF-8DFD-9ADB-EE4A9D7C2647}"/>
                </a:ext>
              </a:extLst>
            </p:cNvPr>
            <p:cNvCxnSpPr>
              <a:stCxn id="338" idx="4"/>
              <a:endCxn id="3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F578E668-72AC-6087-0F75-CB1FA7C396DA}"/>
                </a:ext>
              </a:extLst>
            </p:cNvPr>
            <p:cNvCxnSpPr>
              <a:cxnSpLocks/>
              <a:stCxn id="339" idx="0"/>
              <a:endCxn id="3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4C6511B4-8283-FB7E-6FDA-412D131D1371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73CE51A6-5B4C-FB12-A93A-F6E1D09B2083}"/>
                </a:ext>
              </a:extLst>
            </p:cNvPr>
            <p:cNvCxnSpPr>
              <a:cxnSpLocks/>
              <a:stCxn id="336" idx="4"/>
              <a:endCxn id="3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09F42C50-7751-A0AE-C05F-28F52B3979B7}"/>
                </a:ext>
              </a:extLst>
            </p:cNvPr>
            <p:cNvCxnSpPr>
              <a:cxnSpLocks/>
              <a:stCxn id="342" idx="0"/>
              <a:endCxn id="3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7870FBEC-AD4A-7DCC-011D-0124DC099505}"/>
                </a:ext>
              </a:extLst>
            </p:cNvPr>
            <p:cNvCxnSpPr>
              <a:cxnSpLocks/>
              <a:stCxn id="342" idx="0"/>
              <a:endCxn id="3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D8C6B2-73C4-8905-5E86-3DD8D4E445A7}"/>
                </a:ext>
              </a:extLst>
            </p:cNvPr>
            <p:cNvCxnSpPr>
              <a:cxnSpLocks/>
              <a:stCxn id="341" idx="0"/>
              <a:endCxn id="3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C5C2671A-F49F-7BB4-43B2-50630073DDE4}"/>
                </a:ext>
              </a:extLst>
            </p:cNvPr>
            <p:cNvCxnSpPr>
              <a:cxnSpLocks/>
              <a:stCxn id="336" idx="4"/>
              <a:endCxn id="3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3803FDE8-8E28-0B53-D174-9E9BBC96113E}"/>
                </a:ext>
              </a:extLst>
            </p:cNvPr>
            <p:cNvCxnSpPr>
              <a:cxnSpLocks/>
              <a:stCxn id="343" idx="0"/>
              <a:endCxn id="3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0B094114-89A6-0989-2B74-2304D3F44304}"/>
                </a:ext>
              </a:extLst>
            </p:cNvPr>
            <p:cNvCxnSpPr>
              <a:cxnSpLocks/>
              <a:stCxn id="344" idx="0"/>
              <a:endCxn id="3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3D58E381-0E6A-9520-DD72-90F8620BED43}"/>
                </a:ext>
              </a:extLst>
            </p:cNvPr>
            <p:cNvCxnSpPr>
              <a:cxnSpLocks/>
              <a:stCxn id="343" idx="0"/>
              <a:endCxn id="3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E865824-2DEB-2B7A-F1A5-060D5EAB5A93}"/>
                </a:ext>
              </a:extLst>
            </p:cNvPr>
            <p:cNvCxnSpPr>
              <a:cxnSpLocks/>
              <a:stCxn id="344" idx="0"/>
              <a:endCxn id="3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4EA70511-6D35-F012-C7BD-F76E2F632A34}"/>
                </a:ext>
              </a:extLst>
            </p:cNvPr>
            <p:cNvCxnSpPr>
              <a:cxnSpLocks/>
              <a:stCxn id="344" idx="0"/>
              <a:endCxn id="3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372E90A2-ED78-3731-3EBD-0E9BDB88BA12}"/>
                </a:ext>
              </a:extLst>
            </p:cNvPr>
            <p:cNvCxnSpPr>
              <a:cxnSpLocks/>
              <a:stCxn id="343" idx="0"/>
              <a:endCxn id="3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79A331EE-59F2-2473-62CC-1F172A7305DB}"/>
              </a:ext>
            </a:extLst>
          </p:cNvPr>
          <p:cNvGrpSpPr/>
          <p:nvPr/>
        </p:nvGrpSpPr>
        <p:grpSpPr>
          <a:xfrm>
            <a:off x="2808254" y="4554650"/>
            <a:ext cx="935680" cy="537319"/>
            <a:chOff x="6662617" y="2245853"/>
            <a:chExt cx="935680" cy="537319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C714E171-EA27-0C6B-4386-302C3ADC2747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AA5473A1-EB81-E7EE-15D8-246ABA14D8DC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697F4BF0-53D1-A163-7AB8-C1D627EFA7AC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24C087E-4AAD-2DA6-0E15-61B83FF9FC0E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C18C0FF9-A642-8CC7-2429-B2A2AEC5AD70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50193D95-0DEF-D2E8-5C0A-56FCD1674A62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11D5EEA7-8370-99D4-D28E-6D3793B83E0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3B35F607-DA74-87A4-273E-500C29164EB0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47A84861-413C-1396-AFE4-31A13F493192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E2C8711A-0605-DFB0-7675-CB896508163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CECCF7F4-92AA-133C-C557-4AE8C03570D2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41706546-495D-FD64-9F24-D389E047C8F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Multiply 374">
              <a:extLst>
                <a:ext uri="{FF2B5EF4-FFF2-40B4-BE49-F238E27FC236}">
                  <a16:creationId xmlns:a16="http://schemas.microsoft.com/office/drawing/2014/main" id="{F2716755-F9B3-70F0-7E16-5AF92C7DA24A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Multiply 375">
              <a:extLst>
                <a:ext uri="{FF2B5EF4-FFF2-40B4-BE49-F238E27FC236}">
                  <a16:creationId xmlns:a16="http://schemas.microsoft.com/office/drawing/2014/main" id="{3F2776FA-14FC-1CC1-DACE-7BF16BAE03EC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Multiply 376">
              <a:extLst>
                <a:ext uri="{FF2B5EF4-FFF2-40B4-BE49-F238E27FC236}">
                  <a16:creationId xmlns:a16="http://schemas.microsoft.com/office/drawing/2014/main" id="{A6CCD0ED-6456-CE81-AB75-CB4E3374DAD4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8" name="TextBox 377">
            <a:extLst>
              <a:ext uri="{FF2B5EF4-FFF2-40B4-BE49-F238E27FC236}">
                <a16:creationId xmlns:a16="http://schemas.microsoft.com/office/drawing/2014/main" id="{2DDB95E2-B962-8514-C77C-D6FFB1D6D4FB}"/>
              </a:ext>
            </a:extLst>
          </p:cNvPr>
          <p:cNvSpPr txBox="1"/>
          <p:nvPr/>
        </p:nvSpPr>
        <p:spPr>
          <a:xfrm>
            <a:off x="270702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F55EF7F9-7827-1E7F-AF68-81CFD38D3B0C}"/>
              </a:ext>
            </a:extLst>
          </p:cNvPr>
          <p:cNvSpPr txBox="1"/>
          <p:nvPr/>
        </p:nvSpPr>
        <p:spPr>
          <a:xfrm>
            <a:off x="270558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232" name="Rounded Rectangle 231">
            <a:extLst>
              <a:ext uri="{FF2B5EF4-FFF2-40B4-BE49-F238E27FC236}">
                <a16:creationId xmlns:a16="http://schemas.microsoft.com/office/drawing/2014/main" id="{8EC8B21E-AC6C-34B0-D503-3151A85833F8}"/>
              </a:ext>
            </a:extLst>
          </p:cNvPr>
          <p:cNvSpPr/>
          <p:nvPr/>
        </p:nvSpPr>
        <p:spPr>
          <a:xfrm>
            <a:off x="128563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3" name="Picture 232">
            <a:extLst>
              <a:ext uri="{FF2B5EF4-FFF2-40B4-BE49-F238E27FC236}">
                <a16:creationId xmlns:a16="http://schemas.microsoft.com/office/drawing/2014/main" id="{2FA09888-AC3E-3B7C-F934-3E82CD51E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62" y="5844696"/>
            <a:ext cx="302847" cy="302847"/>
          </a:xfrm>
          <a:prstGeom prst="rect">
            <a:avLst/>
          </a:prstGeom>
        </p:spPr>
      </p:pic>
      <p:pic>
        <p:nvPicPr>
          <p:cNvPr id="235" name="Picture 234">
            <a:extLst>
              <a:ext uri="{FF2B5EF4-FFF2-40B4-BE49-F238E27FC236}">
                <a16:creationId xmlns:a16="http://schemas.microsoft.com/office/drawing/2014/main" id="{4DF830D0-6E9C-A16E-0FB4-17D1D36CD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492" y="5844696"/>
            <a:ext cx="304800" cy="304800"/>
          </a:xfrm>
          <a:prstGeom prst="rect">
            <a:avLst/>
          </a:prstGeom>
        </p:spPr>
      </p:pic>
      <p:grpSp>
        <p:nvGrpSpPr>
          <p:cNvPr id="236" name="Group 235">
            <a:extLst>
              <a:ext uri="{FF2B5EF4-FFF2-40B4-BE49-F238E27FC236}">
                <a16:creationId xmlns:a16="http://schemas.microsoft.com/office/drawing/2014/main" id="{697FCE8D-81CE-2328-E2DB-169379B5EB65}"/>
              </a:ext>
            </a:extLst>
          </p:cNvPr>
          <p:cNvGrpSpPr/>
          <p:nvPr/>
        </p:nvGrpSpPr>
        <p:grpSpPr>
          <a:xfrm>
            <a:off x="1389192" y="3945059"/>
            <a:ext cx="894863" cy="405426"/>
            <a:chOff x="1445846" y="3606278"/>
            <a:chExt cx="894863" cy="405426"/>
          </a:xfrm>
        </p:grpSpPr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9F2A6131-8D4A-2ABE-BD9E-09EEF29D6462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7306150D-6FC6-97E4-0E2D-B8689487FD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81D07FE3-63BB-B531-020A-0DDE0D19A01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AAECE819-4CD4-F91B-E054-494F9B3EFA5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F7AF6532-8053-21C4-3E4C-13BF6B8FA710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4B9E92F9-3826-7A9F-D135-1302313A8FA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E4CEFF2A-6133-91BB-72C7-F6F751DDE5B6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46375C9D-368D-89C6-B959-B1476549679F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F1C700CC-23C4-13FF-C44D-42C14203309C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2E04621A-F866-0435-8DF7-D7C9B75955F1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8DD671F-6A3A-623E-E8E8-7E95733EAFF7}"/>
                </a:ext>
              </a:extLst>
            </p:cNvPr>
            <p:cNvCxnSpPr>
              <a:endCxn id="241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5CA53A13-E592-2D65-EEE2-58A0D5B27609}"/>
                </a:ext>
              </a:extLst>
            </p:cNvPr>
            <p:cNvCxnSpPr>
              <a:stCxn id="239" idx="4"/>
              <a:endCxn id="241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746A8679-3F35-B7DA-CC66-13EC60D86FBE}"/>
                </a:ext>
              </a:extLst>
            </p:cNvPr>
            <p:cNvCxnSpPr>
              <a:stCxn id="239" idx="4"/>
              <a:endCxn id="243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77E7A4C6-3E0C-FDF5-9DB1-8AAEE142343D}"/>
                </a:ext>
              </a:extLst>
            </p:cNvPr>
            <p:cNvCxnSpPr>
              <a:stCxn id="240" idx="4"/>
              <a:endCxn id="243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92BDE537-95B2-2E65-0783-21860BF76B08}"/>
                </a:ext>
              </a:extLst>
            </p:cNvPr>
            <p:cNvCxnSpPr>
              <a:cxnSpLocks/>
              <a:stCxn id="241" idx="0"/>
              <a:endCxn id="240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4F2BDB02-EBE8-0BC5-E093-F774E921EBBB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CFB9A10-8B64-7B0E-EB5B-DEC8AA14C0CE}"/>
                </a:ext>
              </a:extLst>
            </p:cNvPr>
            <p:cNvCxnSpPr>
              <a:cxnSpLocks/>
              <a:stCxn id="238" idx="4"/>
              <a:endCxn id="243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AD074FE4-1A0F-17DB-7A0C-575844E9E7E3}"/>
                </a:ext>
              </a:extLst>
            </p:cNvPr>
            <p:cNvCxnSpPr>
              <a:cxnSpLocks/>
              <a:stCxn id="244" idx="0"/>
              <a:endCxn id="240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32A8A132-CD04-638A-D9AE-923F585047F7}"/>
                </a:ext>
              </a:extLst>
            </p:cNvPr>
            <p:cNvCxnSpPr>
              <a:cxnSpLocks/>
              <a:stCxn id="244" idx="0"/>
              <a:endCxn id="242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80D91C3-C6FA-0636-D822-0EB0DC4295E5}"/>
                </a:ext>
              </a:extLst>
            </p:cNvPr>
            <p:cNvCxnSpPr>
              <a:cxnSpLocks/>
              <a:stCxn id="243" idx="0"/>
              <a:endCxn id="242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2658C0B-C924-4527-8219-CD765B4E9EA9}"/>
                </a:ext>
              </a:extLst>
            </p:cNvPr>
            <p:cNvCxnSpPr>
              <a:cxnSpLocks/>
              <a:stCxn id="238" idx="4"/>
              <a:endCxn id="244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A91A421B-4CD0-64D2-692E-49CC8F2ECF08}"/>
                </a:ext>
              </a:extLst>
            </p:cNvPr>
            <p:cNvCxnSpPr>
              <a:cxnSpLocks/>
              <a:stCxn id="245" idx="0"/>
              <a:endCxn id="241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03499918-39D8-C204-8331-1052DCA64CC8}"/>
                </a:ext>
              </a:extLst>
            </p:cNvPr>
            <p:cNvCxnSpPr>
              <a:cxnSpLocks/>
              <a:stCxn id="246" idx="0"/>
              <a:endCxn id="241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8974011F-79DC-E443-ECF0-854E4B699F08}"/>
                </a:ext>
              </a:extLst>
            </p:cNvPr>
            <p:cNvCxnSpPr>
              <a:cxnSpLocks/>
              <a:stCxn id="245" idx="0"/>
              <a:endCxn id="243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17FC4F9C-66AD-3E2A-F1AC-DF61465CABFB}"/>
                </a:ext>
              </a:extLst>
            </p:cNvPr>
            <p:cNvCxnSpPr>
              <a:cxnSpLocks/>
              <a:stCxn id="246" idx="0"/>
              <a:endCxn id="244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409DD6B-5714-CFDE-A379-D324E0CA7BBB}"/>
                </a:ext>
              </a:extLst>
            </p:cNvPr>
            <p:cNvCxnSpPr>
              <a:cxnSpLocks/>
              <a:stCxn id="246" idx="0"/>
              <a:endCxn id="243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BF6A5EE8-D0BE-89F6-2BA5-77BF90DD9A8E}"/>
                </a:ext>
              </a:extLst>
            </p:cNvPr>
            <p:cNvCxnSpPr>
              <a:cxnSpLocks/>
              <a:stCxn id="245" idx="0"/>
              <a:endCxn id="244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A6818306-EA68-4DAC-E5D0-9E03CD29D4CE}"/>
              </a:ext>
            </a:extLst>
          </p:cNvPr>
          <p:cNvGrpSpPr/>
          <p:nvPr/>
        </p:nvGrpSpPr>
        <p:grpSpPr>
          <a:xfrm>
            <a:off x="1405904" y="4554650"/>
            <a:ext cx="935680" cy="537319"/>
            <a:chOff x="6662617" y="2245853"/>
            <a:chExt cx="935680" cy="537319"/>
          </a:xfrm>
        </p:grpSpPr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660F756-0147-63D6-229F-BB51E9CB0EFE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CDE417E-847B-570C-6747-0F50E08CCC56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C7614DB-9AE7-E6BF-6583-2D503A0779E6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AF4A6ED2-3F23-73BB-FA61-68837F30118D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C17302F6-6662-31C1-0A20-8A275601480B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455A2479-EF6D-29B9-70BC-EABA5AD88ABD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9E367CCB-ACDB-2922-5E26-BD83F17AF628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D021C71A-20F3-15F3-19B2-A51B543861F8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E5D47431-592D-6C02-3AEC-C801D208EAB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E199E684-E057-23C8-AA04-CDE1EC85C63C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F9A15F80-448B-0D87-4304-C7DB72E78C5D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BBBB7B1-CDEF-836E-E780-E7B3395370A3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Multiply 276">
              <a:extLst>
                <a:ext uri="{FF2B5EF4-FFF2-40B4-BE49-F238E27FC236}">
                  <a16:creationId xmlns:a16="http://schemas.microsoft.com/office/drawing/2014/main" id="{8FDFB96E-B251-02EC-0EF2-0FFD9FFAAB69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Multiply 277">
              <a:extLst>
                <a:ext uri="{FF2B5EF4-FFF2-40B4-BE49-F238E27FC236}">
                  <a16:creationId xmlns:a16="http://schemas.microsoft.com/office/drawing/2014/main" id="{3B81C9A6-3195-F908-3E0C-6D0A6DF26D2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Multiply 278">
              <a:extLst>
                <a:ext uri="{FF2B5EF4-FFF2-40B4-BE49-F238E27FC236}">
                  <a16:creationId xmlns:a16="http://schemas.microsoft.com/office/drawing/2014/main" id="{CB491EAA-9AF0-5CFA-AD15-D38D7E45170E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3227C8-30AE-AE14-CC4F-B01D4565D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4" y="-23446"/>
            <a:ext cx="8229600" cy="751255"/>
          </a:xfrm>
        </p:spPr>
        <p:txBody>
          <a:bodyPr>
            <a:normAutofit/>
          </a:bodyPr>
          <a:lstStyle/>
          <a:p>
            <a:r>
              <a:rPr sz="3600" dirty="0"/>
              <a:t>Methodology: System Overview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56E461-F94A-FDCA-AF97-907A28BF8144}"/>
              </a:ext>
            </a:extLst>
          </p:cNvPr>
          <p:cNvSpPr/>
          <p:nvPr/>
        </p:nvSpPr>
        <p:spPr>
          <a:xfrm>
            <a:off x="1178171" y="5304821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IoMT-Based Wearable Devices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C7F81-0E01-BE85-B655-0A52F328F077}"/>
              </a:ext>
            </a:extLst>
          </p:cNvPr>
          <p:cNvSpPr/>
          <p:nvPr/>
        </p:nvSpPr>
        <p:spPr>
          <a:xfrm>
            <a:off x="1178171" y="3424860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 Computing layer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1920C516-4BA7-4DB1-1807-19F8A1521461}"/>
              </a:ext>
            </a:extLst>
          </p:cNvPr>
          <p:cNvSpPr txBox="1"/>
          <p:nvPr/>
        </p:nvSpPr>
        <p:spPr>
          <a:xfrm>
            <a:off x="130467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A8B91990-3EF6-2817-6F81-0DC4D550C3B4}"/>
              </a:ext>
            </a:extLst>
          </p:cNvPr>
          <p:cNvSpPr txBox="1"/>
          <p:nvPr/>
        </p:nvSpPr>
        <p:spPr>
          <a:xfrm>
            <a:off x="130323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20FD71E4-508E-8519-AFD1-7269365E1EFC}"/>
              </a:ext>
            </a:extLst>
          </p:cNvPr>
          <p:cNvSpPr txBox="1"/>
          <p:nvPr/>
        </p:nvSpPr>
        <p:spPr>
          <a:xfrm>
            <a:off x="5601682" y="5710246"/>
            <a:ext cx="736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…..</a:t>
            </a:r>
            <a:endParaRPr lang="en-US" sz="2400" dirty="0"/>
          </a:p>
        </p:txBody>
      </p: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F1AAA73F-FFD0-80B1-7760-FB9444EC5655}"/>
              </a:ext>
            </a:extLst>
          </p:cNvPr>
          <p:cNvGrpSpPr/>
          <p:nvPr/>
        </p:nvGrpSpPr>
        <p:grpSpPr>
          <a:xfrm>
            <a:off x="2144727" y="1784850"/>
            <a:ext cx="1750126" cy="917364"/>
            <a:chOff x="1900122" y="834944"/>
            <a:chExt cx="1750126" cy="917364"/>
          </a:xfrm>
        </p:grpSpPr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CB678EB2-C624-9AC7-B3DF-E0311FB6D19C}"/>
                </a:ext>
              </a:extLst>
            </p:cNvPr>
            <p:cNvGrpSpPr/>
            <p:nvPr/>
          </p:nvGrpSpPr>
          <p:grpSpPr>
            <a:xfrm>
              <a:off x="1900122" y="834944"/>
              <a:ext cx="1750126" cy="658563"/>
              <a:chOff x="1900122" y="834944"/>
              <a:chExt cx="1750126" cy="658563"/>
            </a:xfrm>
          </p:grpSpPr>
          <p:sp>
            <p:nvSpPr>
              <p:cNvPr id="487" name="Rounded Rectangle 486">
                <a:extLst>
                  <a:ext uri="{FF2B5EF4-FFF2-40B4-BE49-F238E27FC236}">
                    <a16:creationId xmlns:a16="http://schemas.microsoft.com/office/drawing/2014/main" id="{0111EF75-F924-2A17-17A6-9AE4782238FC}"/>
                  </a:ext>
                </a:extLst>
              </p:cNvPr>
              <p:cNvSpPr/>
              <p:nvPr/>
            </p:nvSpPr>
            <p:spPr>
              <a:xfrm>
                <a:off x="1900122" y="834944"/>
                <a:ext cx="1750126" cy="658563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84" name="Picture 483">
                <a:extLst>
                  <a:ext uri="{FF2B5EF4-FFF2-40B4-BE49-F238E27FC236}">
                    <a16:creationId xmlns:a16="http://schemas.microsoft.com/office/drawing/2014/main" id="{3F725597-31B7-6C90-80D7-32124B419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15322" y="883570"/>
                <a:ext cx="561313" cy="561313"/>
              </a:xfrm>
              <a:prstGeom prst="rect">
                <a:avLst/>
              </a:prstGeom>
            </p:spPr>
          </p:pic>
          <p:pic>
            <p:nvPicPr>
              <p:cNvPr id="485" name="Picture 484">
                <a:extLst>
                  <a:ext uri="{FF2B5EF4-FFF2-40B4-BE49-F238E27FC236}">
                    <a16:creationId xmlns:a16="http://schemas.microsoft.com/office/drawing/2014/main" id="{E00D58FF-AF04-E7F1-F633-8F2224F4C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32564" y="915931"/>
                <a:ext cx="502256" cy="502256"/>
              </a:xfrm>
              <a:prstGeom prst="rect">
                <a:avLst/>
              </a:prstGeom>
            </p:spPr>
          </p:pic>
          <p:sp>
            <p:nvSpPr>
              <p:cNvPr id="486" name="Plus 485">
                <a:extLst>
                  <a:ext uri="{FF2B5EF4-FFF2-40B4-BE49-F238E27FC236}">
                    <a16:creationId xmlns:a16="http://schemas.microsoft.com/office/drawing/2014/main" id="{2494C33B-B780-2169-3459-5DB317E7DA84}"/>
                  </a:ext>
                </a:extLst>
              </p:cNvPr>
              <p:cNvSpPr/>
              <p:nvPr/>
            </p:nvSpPr>
            <p:spPr>
              <a:xfrm>
                <a:off x="2650748" y="1004665"/>
                <a:ext cx="311169" cy="300923"/>
              </a:xfrm>
              <a:prstGeom prst="mathPlus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662D9809-041F-1077-A55A-7B455C6BA6C8}"/>
                </a:ext>
              </a:extLst>
            </p:cNvPr>
            <p:cNvSpPr txBox="1"/>
            <p:nvPr/>
          </p:nvSpPr>
          <p:spPr>
            <a:xfrm>
              <a:off x="2233707" y="1475309"/>
              <a:ext cx="10081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AI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IDS</a:t>
              </a:r>
              <a:endParaRPr lang="en-US" sz="1200" dirty="0"/>
            </a:p>
          </p:txBody>
        </p:sp>
      </p:grpSp>
      <p:pic>
        <p:nvPicPr>
          <p:cNvPr id="489" name="Picture 488">
            <a:extLst>
              <a:ext uri="{FF2B5EF4-FFF2-40B4-BE49-F238E27FC236}">
                <a16:creationId xmlns:a16="http://schemas.microsoft.com/office/drawing/2014/main" id="{1DA41B00-837D-A957-2F3B-1D6677AAEE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9685" y="784041"/>
            <a:ext cx="883138" cy="883138"/>
          </a:xfrm>
          <a:prstGeom prst="rect">
            <a:avLst/>
          </a:prstGeom>
        </p:spPr>
      </p:pic>
      <p:pic>
        <p:nvPicPr>
          <p:cNvPr id="490" name="Picture 489">
            <a:extLst>
              <a:ext uri="{FF2B5EF4-FFF2-40B4-BE49-F238E27FC236}">
                <a16:creationId xmlns:a16="http://schemas.microsoft.com/office/drawing/2014/main" id="{E3E2CB8C-65BF-A5AF-3AE3-7483F600A9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8365" y="892394"/>
            <a:ext cx="622289" cy="622289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F9B18140-8245-DCD7-384E-DB6DB50ADDB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7635" y="1833084"/>
            <a:ext cx="600806" cy="600806"/>
          </a:xfrm>
          <a:prstGeom prst="rect">
            <a:avLst/>
          </a:prstGeom>
        </p:spPr>
      </p:pic>
      <p:pic>
        <p:nvPicPr>
          <p:cNvPr id="501" name="Picture 500">
            <a:extLst>
              <a:ext uri="{FF2B5EF4-FFF2-40B4-BE49-F238E27FC236}">
                <a16:creationId xmlns:a16="http://schemas.microsoft.com/office/drawing/2014/main" id="{A34BA1A9-A0FE-B524-466C-81C61FF622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6542" y="1824260"/>
            <a:ext cx="622290" cy="622290"/>
          </a:xfrm>
          <a:prstGeom prst="rect">
            <a:avLst/>
          </a:prstGeom>
        </p:spPr>
      </p:pic>
      <p:grpSp>
        <p:nvGrpSpPr>
          <p:cNvPr id="555" name="Group 554">
            <a:extLst>
              <a:ext uri="{FF2B5EF4-FFF2-40B4-BE49-F238E27FC236}">
                <a16:creationId xmlns:a16="http://schemas.microsoft.com/office/drawing/2014/main" id="{7D9A83F2-55D2-C718-E229-B788BD6DB0BD}"/>
              </a:ext>
            </a:extLst>
          </p:cNvPr>
          <p:cNvGrpSpPr/>
          <p:nvPr/>
        </p:nvGrpSpPr>
        <p:grpSpPr>
          <a:xfrm>
            <a:off x="2102091" y="820093"/>
            <a:ext cx="1941093" cy="911883"/>
            <a:chOff x="2094534" y="1830266"/>
            <a:chExt cx="1941093" cy="911883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594AF955-C2CB-B7CE-50FA-8370B1E24B96}"/>
                </a:ext>
              </a:extLst>
            </p:cNvPr>
            <p:cNvGrpSpPr/>
            <p:nvPr/>
          </p:nvGrpSpPr>
          <p:grpSpPr>
            <a:xfrm>
              <a:off x="2094534" y="1830266"/>
              <a:ext cx="1738873" cy="663333"/>
              <a:chOff x="2094534" y="1830266"/>
              <a:chExt cx="1738873" cy="663333"/>
            </a:xfrm>
          </p:grpSpPr>
          <p:pic>
            <p:nvPicPr>
              <p:cNvPr id="498" name="Picture 497">
                <a:extLst>
                  <a:ext uri="{FF2B5EF4-FFF2-40B4-BE49-F238E27FC236}">
                    <a16:creationId xmlns:a16="http://schemas.microsoft.com/office/drawing/2014/main" id="{004FA189-652D-4B6E-E4CF-70EA48FE7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229666" y="1880280"/>
                <a:ext cx="603741" cy="603741"/>
              </a:xfrm>
              <a:prstGeom prst="rect">
                <a:avLst/>
              </a:prstGeom>
            </p:spPr>
          </p:pic>
          <p:pic>
            <p:nvPicPr>
              <p:cNvPr id="499" name="Picture 498">
                <a:extLst>
                  <a:ext uri="{FF2B5EF4-FFF2-40B4-BE49-F238E27FC236}">
                    <a16:creationId xmlns:a16="http://schemas.microsoft.com/office/drawing/2014/main" id="{AED2AA6F-8413-6F77-F0DA-9FF1B1275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94534" y="1830266"/>
                <a:ext cx="843077" cy="663333"/>
              </a:xfrm>
              <a:prstGeom prst="rect">
                <a:avLst/>
              </a:prstGeom>
            </p:spPr>
          </p:pic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D2087604-FE28-2FA5-AC91-9D1B5F496399}"/>
                </a:ext>
              </a:extLst>
            </p:cNvPr>
            <p:cNvGrpSpPr/>
            <p:nvPr/>
          </p:nvGrpSpPr>
          <p:grpSpPr>
            <a:xfrm>
              <a:off x="2203235" y="2458854"/>
              <a:ext cx="1832392" cy="283295"/>
              <a:chOff x="2203235" y="2458854"/>
              <a:chExt cx="1832392" cy="283295"/>
            </a:xfrm>
          </p:grpSpPr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7C1418D1-D99D-C247-FBB1-7F9354E035E1}"/>
                  </a:ext>
                </a:extLst>
              </p:cNvPr>
              <p:cNvSpPr txBox="1"/>
              <p:nvPr/>
            </p:nvSpPr>
            <p:spPr>
              <a:xfrm>
                <a:off x="2203235" y="2465150"/>
                <a:ext cx="6890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Firewall</a:t>
                </a:r>
              </a:p>
            </p:txBody>
          </p:sp>
          <p:sp>
            <p:nvSpPr>
              <p:cNvPr id="503" name="TextBox 502">
                <a:extLst>
                  <a:ext uri="{FF2B5EF4-FFF2-40B4-BE49-F238E27FC236}">
                    <a16:creationId xmlns:a16="http://schemas.microsoft.com/office/drawing/2014/main" id="{6BE3E2B5-358C-EC7E-3225-CA27A74B80FA}"/>
                  </a:ext>
                </a:extLst>
              </p:cNvPr>
              <p:cNvSpPr txBox="1"/>
              <p:nvPr/>
            </p:nvSpPr>
            <p:spPr>
              <a:xfrm>
                <a:off x="3027444" y="2458854"/>
                <a:ext cx="100818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Load</a:t>
                </a:r>
                <a:r>
                  <a:rPr lang="zh-CN" altLang="en-US" sz="1200" dirty="0"/>
                  <a:t> </a:t>
                </a:r>
                <a:r>
                  <a:rPr lang="en-US" altLang="zh-CN" sz="1200" dirty="0"/>
                  <a:t>Balance</a:t>
                </a:r>
                <a:endParaRPr lang="en-US" sz="1200" dirty="0"/>
              </a:p>
            </p:txBody>
          </p:sp>
        </p:grpSp>
      </p:grpSp>
      <p:pic>
        <p:nvPicPr>
          <p:cNvPr id="504" name="Picture 503">
            <a:extLst>
              <a:ext uri="{FF2B5EF4-FFF2-40B4-BE49-F238E27FC236}">
                <a16:creationId xmlns:a16="http://schemas.microsoft.com/office/drawing/2014/main" id="{9B7EC64C-BEA6-235A-328E-85205C07731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0070" y="837236"/>
            <a:ext cx="677447" cy="677447"/>
          </a:xfrm>
          <a:prstGeom prst="rect">
            <a:avLst/>
          </a:prstGeom>
        </p:spPr>
      </p:pic>
      <p:pic>
        <p:nvPicPr>
          <p:cNvPr id="505" name="Picture 504">
            <a:extLst>
              <a:ext uri="{FF2B5EF4-FFF2-40B4-BE49-F238E27FC236}">
                <a16:creationId xmlns:a16="http://schemas.microsoft.com/office/drawing/2014/main" id="{5BB980D7-B2D4-3DF9-C615-F9D33C7B45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3872" y="1752308"/>
            <a:ext cx="808692" cy="808692"/>
          </a:xfrm>
          <a:prstGeom prst="rect">
            <a:avLst/>
          </a:prstGeom>
        </p:spPr>
      </p:pic>
      <p:sp>
        <p:nvSpPr>
          <p:cNvPr id="506" name="TextBox 505">
            <a:extLst>
              <a:ext uri="{FF2B5EF4-FFF2-40B4-BE49-F238E27FC236}">
                <a16:creationId xmlns:a16="http://schemas.microsoft.com/office/drawing/2014/main" id="{0C019290-0A8F-82D9-C0A7-6CE2DB1DCB68}"/>
              </a:ext>
            </a:extLst>
          </p:cNvPr>
          <p:cNvSpPr txBox="1"/>
          <p:nvPr/>
        </p:nvSpPr>
        <p:spPr>
          <a:xfrm>
            <a:off x="4537419" y="2422500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Storage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0AED0BAF-E743-FC7C-CD1F-BCA564DFA459}"/>
              </a:ext>
            </a:extLst>
          </p:cNvPr>
          <p:cNvSpPr txBox="1"/>
          <p:nvPr/>
        </p:nvSpPr>
        <p:spPr>
          <a:xfrm>
            <a:off x="5397317" y="2421565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Servers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1BD9C6DF-3146-67CC-BF65-026A88DF594C}"/>
              </a:ext>
            </a:extLst>
          </p:cNvPr>
          <p:cNvSpPr txBox="1"/>
          <p:nvPr/>
        </p:nvSpPr>
        <p:spPr>
          <a:xfrm>
            <a:off x="6190427" y="2423105"/>
            <a:ext cx="835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Network</a:t>
            </a:r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C8B9A858-4199-4A47-074C-0B318B6FC636}"/>
              </a:ext>
            </a:extLst>
          </p:cNvPr>
          <p:cNvCxnSpPr>
            <a:cxnSpLocks/>
          </p:cNvCxnSpPr>
          <p:nvPr/>
        </p:nvCxnSpPr>
        <p:spPr>
          <a:xfrm flipV="1">
            <a:off x="1883508" y="2698564"/>
            <a:ext cx="1008813" cy="7262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Straight Arrow Connector 511">
            <a:extLst>
              <a:ext uri="{FF2B5EF4-FFF2-40B4-BE49-F238E27FC236}">
                <a16:creationId xmlns:a16="http://schemas.microsoft.com/office/drawing/2014/main" id="{6AD0DD49-74C4-5B75-A16D-A0D3322CB3EF}"/>
              </a:ext>
            </a:extLst>
          </p:cNvPr>
          <p:cNvCxnSpPr/>
          <p:nvPr/>
        </p:nvCxnSpPr>
        <p:spPr>
          <a:xfrm flipH="1" flipV="1">
            <a:off x="2915322" y="2698564"/>
            <a:ext cx="195201" cy="7069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B52B9C4C-D0B1-7676-D4F4-73B5B01588B8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87059"/>
            <a:ext cx="1487673" cy="7184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Straight Arrow Connector 514">
            <a:extLst>
              <a:ext uri="{FF2B5EF4-FFF2-40B4-BE49-F238E27FC236}">
                <a16:creationId xmlns:a16="http://schemas.microsoft.com/office/drawing/2014/main" id="{56CCAAB1-EF3C-2AE6-4C20-DB17489230FC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75120"/>
            <a:ext cx="3926546" cy="7262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>
            <a:extLst>
              <a:ext uri="{FF2B5EF4-FFF2-40B4-BE49-F238E27FC236}">
                <a16:creationId xmlns:a16="http://schemas.microsoft.com/office/drawing/2014/main" id="{5CEC393F-5065-D4E0-A737-F298544000B8}"/>
              </a:ext>
            </a:extLst>
          </p:cNvPr>
          <p:cNvSpPr txBox="1"/>
          <p:nvPr/>
        </p:nvSpPr>
        <p:spPr>
          <a:xfrm>
            <a:off x="213523" y="2973509"/>
            <a:ext cx="1793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flow-level, logs, event 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450F8727-51CF-DFC7-5676-E2A3E3F37F64}"/>
              </a:ext>
            </a:extLst>
          </p:cNvPr>
          <p:cNvSpPr txBox="1"/>
          <p:nvPr/>
        </p:nvSpPr>
        <p:spPr>
          <a:xfrm>
            <a:off x="6532858" y="2909892"/>
            <a:ext cx="1791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medical sensitive data</a:t>
            </a:r>
          </a:p>
        </p:txBody>
      </p:sp>
      <p:cxnSp>
        <p:nvCxnSpPr>
          <p:cNvPr id="522" name="Straight Arrow Connector 521">
            <a:extLst>
              <a:ext uri="{FF2B5EF4-FFF2-40B4-BE49-F238E27FC236}">
                <a16:creationId xmlns:a16="http://schemas.microsoft.com/office/drawing/2014/main" id="{0B1E9F79-70AD-FD3B-BF6F-5EC7BFF10F8E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2117979" y="2698564"/>
            <a:ext cx="3623881" cy="7391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Straight Arrow Connector 524">
            <a:extLst>
              <a:ext uri="{FF2B5EF4-FFF2-40B4-BE49-F238E27FC236}">
                <a16:creationId xmlns:a16="http://schemas.microsoft.com/office/drawing/2014/main" id="{3C8BEF32-DEB8-FFD2-4D07-32B88B819F8A}"/>
              </a:ext>
            </a:extLst>
          </p:cNvPr>
          <p:cNvCxnSpPr>
            <a:cxnSpLocks/>
            <a:endCxn id="507" idx="2"/>
          </p:cNvCxnSpPr>
          <p:nvPr/>
        </p:nvCxnSpPr>
        <p:spPr>
          <a:xfrm flipH="1" flipV="1">
            <a:off x="5741860" y="2698564"/>
            <a:ext cx="1135081" cy="70285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Straight Arrow Connector 528">
            <a:extLst>
              <a:ext uri="{FF2B5EF4-FFF2-40B4-BE49-F238E27FC236}">
                <a16:creationId xmlns:a16="http://schemas.microsoft.com/office/drawing/2014/main" id="{3480E212-627F-E856-AE36-1A318034451C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4606779" y="2698564"/>
            <a:ext cx="1135081" cy="7580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Straight Arrow Connector 531">
            <a:extLst>
              <a:ext uri="{FF2B5EF4-FFF2-40B4-BE49-F238E27FC236}">
                <a16:creationId xmlns:a16="http://schemas.microsoft.com/office/drawing/2014/main" id="{2CC5E84D-832D-95D9-FEF4-FB0F2ABCC6F4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3402141" y="2698564"/>
            <a:ext cx="2339719" cy="74973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Right Arrow 538">
            <a:extLst>
              <a:ext uri="{FF2B5EF4-FFF2-40B4-BE49-F238E27FC236}">
                <a16:creationId xmlns:a16="http://schemas.microsoft.com/office/drawing/2014/main" id="{A833D424-4117-140C-1CFD-D31DB4111D30}"/>
              </a:ext>
            </a:extLst>
          </p:cNvPr>
          <p:cNvSpPr/>
          <p:nvPr/>
        </p:nvSpPr>
        <p:spPr>
          <a:xfrm rot="10800000">
            <a:off x="7384787" y="1163852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9C221195-4E14-6C2E-E699-955EDAE2E121}"/>
              </a:ext>
            </a:extLst>
          </p:cNvPr>
          <p:cNvSpPr txBox="1"/>
          <p:nvPr/>
        </p:nvSpPr>
        <p:spPr>
          <a:xfrm>
            <a:off x="6400801" y="1449518"/>
            <a:ext cx="1660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Cloud layer</a:t>
            </a:r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C690DFA2-CFEA-3D3C-414A-9EF73C055B2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6215" y="987123"/>
            <a:ext cx="901956" cy="901956"/>
          </a:xfrm>
          <a:prstGeom prst="rect">
            <a:avLst/>
          </a:prstGeom>
        </p:spPr>
      </p:pic>
      <p:sp>
        <p:nvSpPr>
          <p:cNvPr id="546" name="Right Arrow 545">
            <a:extLst>
              <a:ext uri="{FF2B5EF4-FFF2-40B4-BE49-F238E27FC236}">
                <a16:creationId xmlns:a16="http://schemas.microsoft.com/office/drawing/2014/main" id="{B5BE367B-9F68-9009-485F-BF052854C57F}"/>
              </a:ext>
            </a:extLst>
          </p:cNvPr>
          <p:cNvSpPr/>
          <p:nvPr/>
        </p:nvSpPr>
        <p:spPr>
          <a:xfrm>
            <a:off x="1214290" y="1288475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6" name="Down Arrow 555">
            <a:extLst>
              <a:ext uri="{FF2B5EF4-FFF2-40B4-BE49-F238E27FC236}">
                <a16:creationId xmlns:a16="http://schemas.microsoft.com/office/drawing/2014/main" id="{AE990C64-5F76-203C-7BC2-DB490D0CA21F}"/>
              </a:ext>
            </a:extLst>
          </p:cNvPr>
          <p:cNvSpPr/>
          <p:nvPr/>
        </p:nvSpPr>
        <p:spPr>
          <a:xfrm rot="10800000">
            <a:off x="1910870" y="2971008"/>
            <a:ext cx="190572" cy="288471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7" name="TextBox 556">
            <a:extLst>
              <a:ext uri="{FF2B5EF4-FFF2-40B4-BE49-F238E27FC236}">
                <a16:creationId xmlns:a16="http://schemas.microsoft.com/office/drawing/2014/main" id="{50145E00-AFE4-74D3-EF0B-4D07301BB57E}"/>
              </a:ext>
            </a:extLst>
          </p:cNvPr>
          <p:cNvSpPr txBox="1"/>
          <p:nvPr/>
        </p:nvSpPr>
        <p:spPr>
          <a:xfrm>
            <a:off x="211644" y="2545609"/>
            <a:ext cx="1673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Alter, Security policy</a:t>
            </a:r>
          </a:p>
        </p:txBody>
      </p:sp>
      <p:sp>
        <p:nvSpPr>
          <p:cNvPr id="558" name="Down Arrow 557">
            <a:extLst>
              <a:ext uri="{FF2B5EF4-FFF2-40B4-BE49-F238E27FC236}">
                <a16:creationId xmlns:a16="http://schemas.microsoft.com/office/drawing/2014/main" id="{C5BDD97A-02E6-1F57-66E7-82EA81B916AF}"/>
              </a:ext>
            </a:extLst>
          </p:cNvPr>
          <p:cNvSpPr/>
          <p:nvPr/>
        </p:nvSpPr>
        <p:spPr>
          <a:xfrm>
            <a:off x="1790180" y="2563942"/>
            <a:ext cx="190572" cy="283469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924D6D18-77D5-FA64-B928-D5DCF50771DC}"/>
              </a:ext>
            </a:extLst>
          </p:cNvPr>
          <p:cNvSpPr txBox="1"/>
          <p:nvPr/>
        </p:nvSpPr>
        <p:spPr>
          <a:xfrm>
            <a:off x="7775794" y="1671496"/>
            <a:ext cx="2400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Healthcare </a:t>
            </a:r>
          </a:p>
          <a:p>
            <a:r>
              <a:rPr lang="en-US" sz="1400" dirty="0"/>
              <a:t>Professional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5F06E0B9-783A-984A-F532-1DCDAA0710C5}"/>
              </a:ext>
            </a:extLst>
          </p:cNvPr>
          <p:cNvSpPr txBox="1"/>
          <p:nvPr/>
        </p:nvSpPr>
        <p:spPr>
          <a:xfrm>
            <a:off x="268109" y="1886783"/>
            <a:ext cx="2400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Security Operator</a:t>
            </a:r>
          </a:p>
        </p:txBody>
      </p:sp>
      <p:sp>
        <p:nvSpPr>
          <p:cNvPr id="566" name="Down Arrow 565">
            <a:extLst>
              <a:ext uri="{FF2B5EF4-FFF2-40B4-BE49-F238E27FC236}">
                <a16:creationId xmlns:a16="http://schemas.microsoft.com/office/drawing/2014/main" id="{C6AC29B0-9C07-2CDF-FA35-0A9DD19A9C1D}"/>
              </a:ext>
            </a:extLst>
          </p:cNvPr>
          <p:cNvSpPr/>
          <p:nvPr/>
        </p:nvSpPr>
        <p:spPr>
          <a:xfrm rot="10800000">
            <a:off x="8237149" y="2875660"/>
            <a:ext cx="190572" cy="288471"/>
          </a:xfrm>
          <a:prstGeom prst="downArrow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7" name="Picture 566">
            <a:extLst>
              <a:ext uri="{FF2B5EF4-FFF2-40B4-BE49-F238E27FC236}">
                <a16:creationId xmlns:a16="http://schemas.microsoft.com/office/drawing/2014/main" id="{EF1830C7-89C7-C849-A04A-C3E794550CE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742839" y="5837732"/>
            <a:ext cx="304800" cy="304800"/>
          </a:xfrm>
          <a:prstGeom prst="rect">
            <a:avLst/>
          </a:prstGeom>
        </p:spPr>
      </p:pic>
      <p:pic>
        <p:nvPicPr>
          <p:cNvPr id="569" name="Picture 568">
            <a:extLst>
              <a:ext uri="{FF2B5EF4-FFF2-40B4-BE49-F238E27FC236}">
                <a16:creationId xmlns:a16="http://schemas.microsoft.com/office/drawing/2014/main" id="{07082627-779C-5766-F416-42204AC6C8D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128110" y="5835210"/>
            <a:ext cx="304800" cy="304800"/>
          </a:xfrm>
          <a:prstGeom prst="rect">
            <a:avLst/>
          </a:prstGeom>
        </p:spPr>
      </p:pic>
      <p:pic>
        <p:nvPicPr>
          <p:cNvPr id="570" name="Picture 569">
            <a:extLst>
              <a:ext uri="{FF2B5EF4-FFF2-40B4-BE49-F238E27FC236}">
                <a16:creationId xmlns:a16="http://schemas.microsoft.com/office/drawing/2014/main" id="{D762E1E1-36B3-74A5-D689-DC0F30DA4EA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4519251" y="5850269"/>
            <a:ext cx="304800" cy="304800"/>
          </a:xfrm>
          <a:prstGeom prst="rect">
            <a:avLst/>
          </a:prstGeom>
        </p:spPr>
      </p:pic>
      <p:pic>
        <p:nvPicPr>
          <p:cNvPr id="571" name="Picture 570">
            <a:extLst>
              <a:ext uri="{FF2B5EF4-FFF2-40B4-BE49-F238E27FC236}">
                <a16:creationId xmlns:a16="http://schemas.microsoft.com/office/drawing/2014/main" id="{7D461BD1-BEE4-31AC-A99D-54070E13DA1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6826742" y="5842743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37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3ABF-1F47-C53C-0C3A-87BDD3D8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727677-89B0-8CFD-39B7-288A3FDBB57D}"/>
              </a:ext>
            </a:extLst>
          </p:cNvPr>
          <p:cNvSpPr/>
          <p:nvPr/>
        </p:nvSpPr>
        <p:spPr>
          <a:xfrm>
            <a:off x="4997038" y="1131158"/>
            <a:ext cx="2272894" cy="5598875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 w="12700" cap="flat">
            <a:solidFill>
              <a:schemeClr val="accent1">
                <a:shade val="95000"/>
                <a:satMod val="105000"/>
              </a:schemeClr>
            </a:solidFill>
            <a:prstDash val="dash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72894"/>
                      <a:gd name="csY0" fmla="*/ 0 h 5459907"/>
                      <a:gd name="csX1" fmla="*/ 2272894 w 2272894"/>
                      <a:gd name="csY1" fmla="*/ 0 h 5459907"/>
                      <a:gd name="csX2" fmla="*/ 2272894 w 2272894"/>
                      <a:gd name="csY2" fmla="*/ 5459907 h 5459907"/>
                      <a:gd name="csX3" fmla="*/ 0 w 2272894"/>
                      <a:gd name="csY3" fmla="*/ 5459907 h 5459907"/>
                      <a:gd name="csX4" fmla="*/ 0 w 2272894"/>
                      <a:gd name="csY4" fmla="*/ 0 h 5459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272894" h="5459907" fill="none" extrusionOk="0">
                        <a:moveTo>
                          <a:pt x="0" y="0"/>
                        </a:moveTo>
                        <a:cubicBezTo>
                          <a:pt x="246963" y="-49533"/>
                          <a:pt x="1730072" y="-14809"/>
                          <a:pt x="2272894" y="0"/>
                        </a:cubicBezTo>
                        <a:cubicBezTo>
                          <a:pt x="2360533" y="2338663"/>
                          <a:pt x="2200215" y="4176473"/>
                          <a:pt x="2272894" y="5459907"/>
                        </a:cubicBezTo>
                        <a:cubicBezTo>
                          <a:pt x="1517392" y="5411676"/>
                          <a:pt x="689315" y="5544362"/>
                          <a:pt x="0" y="5459907"/>
                        </a:cubicBezTo>
                        <a:cubicBezTo>
                          <a:pt x="-38581" y="2766092"/>
                          <a:pt x="63341" y="1068132"/>
                          <a:pt x="0" y="0"/>
                        </a:cubicBezTo>
                        <a:close/>
                      </a:path>
                      <a:path w="2272894" h="5459907" stroke="0" extrusionOk="0">
                        <a:moveTo>
                          <a:pt x="0" y="0"/>
                        </a:moveTo>
                        <a:cubicBezTo>
                          <a:pt x="1036537" y="118645"/>
                          <a:pt x="1713750" y="116012"/>
                          <a:pt x="2272894" y="0"/>
                        </a:cubicBezTo>
                        <a:cubicBezTo>
                          <a:pt x="2140012" y="799698"/>
                          <a:pt x="2357845" y="4086530"/>
                          <a:pt x="2272894" y="5459907"/>
                        </a:cubicBezTo>
                        <a:cubicBezTo>
                          <a:pt x="1934076" y="5594507"/>
                          <a:pt x="974238" y="5302711"/>
                          <a:pt x="0" y="5459907"/>
                        </a:cubicBezTo>
                        <a:cubicBezTo>
                          <a:pt x="-20187" y="4095132"/>
                          <a:pt x="-152480" y="252950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F36B1E-4421-62CA-E09E-DFAE03ECBDBB}"/>
              </a:ext>
            </a:extLst>
          </p:cNvPr>
          <p:cNvSpPr/>
          <p:nvPr/>
        </p:nvSpPr>
        <p:spPr>
          <a:xfrm>
            <a:off x="457200" y="4364211"/>
            <a:ext cx="7140659" cy="2210760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A7649C-399B-A7D8-23B6-9103D933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13" y="-11842"/>
            <a:ext cx="8229600" cy="1143000"/>
          </a:xfrm>
        </p:spPr>
        <p:txBody>
          <a:bodyPr>
            <a:noAutofit/>
          </a:bodyPr>
          <a:lstStyle/>
          <a:p>
            <a:r>
              <a:rPr sz="3200" dirty="0"/>
              <a:t>Methodology: </a:t>
            </a:r>
            <a:r>
              <a:rPr lang="en-GB" sz="3200" dirty="0"/>
              <a:t>Proposed Simulation Framework</a:t>
            </a:r>
            <a:endParaRPr sz="3200" dirty="0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1E455F-C561-6E58-CC8E-0C4FC5F238BF}"/>
              </a:ext>
            </a:extLst>
          </p:cNvPr>
          <p:cNvSpPr/>
          <p:nvPr/>
        </p:nvSpPr>
        <p:spPr>
          <a:xfrm>
            <a:off x="885385" y="5000423"/>
            <a:ext cx="1018903" cy="1143000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DataSet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96A4DD-1145-4C3E-1DBD-CC982FF21C79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904288" y="5586074"/>
            <a:ext cx="881742" cy="1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390177-FBD9-8F4F-EDA5-30DFBCE23645}"/>
              </a:ext>
            </a:extLst>
          </p:cNvPr>
          <p:cNvSpPr/>
          <p:nvPr/>
        </p:nvSpPr>
        <p:spPr>
          <a:xfrm>
            <a:off x="5183066" y="4724670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Feature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extraction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B87647-8814-233A-C933-61DE9775BEDC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4601768" y="5583181"/>
            <a:ext cx="581298" cy="4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81748B-DFA3-5040-1741-08C0E6A1CBC3}"/>
              </a:ext>
            </a:extLst>
          </p:cNvPr>
          <p:cNvSpPr txBox="1"/>
          <p:nvPr/>
        </p:nvSpPr>
        <p:spPr>
          <a:xfrm>
            <a:off x="5156939" y="6070854"/>
            <a:ext cx="1898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PCA, </a:t>
            </a:r>
            <a:r>
              <a:rPr lang="en-US" sz="1200" dirty="0" err="1"/>
              <a:t>AutoEncoder</a:t>
            </a:r>
            <a:r>
              <a:rPr lang="en-US" sz="1200" dirty="0"/>
              <a:t>, </a:t>
            </a:r>
            <a:r>
              <a:rPr lang="en-US" sz="1200" dirty="0" err="1"/>
              <a:t>ResNeXt</a:t>
            </a:r>
            <a:endParaRPr lang="en-US" sz="1200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4BE4F8-8409-9639-A500-F83409FCFFA7}"/>
              </a:ext>
            </a:extLst>
          </p:cNvPr>
          <p:cNvSpPr/>
          <p:nvPr/>
        </p:nvSpPr>
        <p:spPr>
          <a:xfrm>
            <a:off x="2786030" y="4729023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Feature Selection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98E5945-17AE-5FBB-BC98-0FD633DC2CAC}"/>
              </a:ext>
            </a:extLst>
          </p:cNvPr>
          <p:cNvSpPr/>
          <p:nvPr/>
        </p:nvSpPr>
        <p:spPr>
          <a:xfrm>
            <a:off x="2897064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D4FE70E-F51F-727A-A874-33B8D4973ACE}"/>
              </a:ext>
            </a:extLst>
          </p:cNvPr>
          <p:cNvSpPr/>
          <p:nvPr/>
        </p:nvSpPr>
        <p:spPr>
          <a:xfrm>
            <a:off x="3214928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E465672-FFCF-BCE1-F9B8-C0A0E6B71185}"/>
              </a:ext>
            </a:extLst>
          </p:cNvPr>
          <p:cNvSpPr/>
          <p:nvPr/>
        </p:nvSpPr>
        <p:spPr>
          <a:xfrm>
            <a:off x="3558916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E35625-CA79-A0B6-4996-D4741B89A479}"/>
              </a:ext>
            </a:extLst>
          </p:cNvPr>
          <p:cNvSpPr/>
          <p:nvPr/>
        </p:nvSpPr>
        <p:spPr>
          <a:xfrm>
            <a:off x="3909434" y="5130147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B2106DB-534B-A3C8-74B6-F9ADB9D133FF}"/>
              </a:ext>
            </a:extLst>
          </p:cNvPr>
          <p:cNvSpPr/>
          <p:nvPr/>
        </p:nvSpPr>
        <p:spPr>
          <a:xfrm>
            <a:off x="4240360" y="5130146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y 39">
            <a:extLst>
              <a:ext uri="{FF2B5EF4-FFF2-40B4-BE49-F238E27FC236}">
                <a16:creationId xmlns:a16="http://schemas.microsoft.com/office/drawing/2014/main" id="{20DAA727-43B6-B948-17C0-65167B768785}"/>
              </a:ext>
            </a:extLst>
          </p:cNvPr>
          <p:cNvSpPr/>
          <p:nvPr/>
        </p:nvSpPr>
        <p:spPr>
          <a:xfrm>
            <a:off x="3169210" y="5051951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y 40">
            <a:extLst>
              <a:ext uri="{FF2B5EF4-FFF2-40B4-BE49-F238E27FC236}">
                <a16:creationId xmlns:a16="http://schemas.microsoft.com/office/drawing/2014/main" id="{E8ACCC30-8847-DDF5-0E99-0273CCFD743E}"/>
              </a:ext>
            </a:extLst>
          </p:cNvPr>
          <p:cNvSpPr/>
          <p:nvPr/>
        </p:nvSpPr>
        <p:spPr>
          <a:xfrm>
            <a:off x="3863719" y="5059209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0BE998-DE42-AC75-3931-827DAE46A753}"/>
              </a:ext>
            </a:extLst>
          </p:cNvPr>
          <p:cNvSpPr txBox="1"/>
          <p:nvPr/>
        </p:nvSpPr>
        <p:spPr>
          <a:xfrm>
            <a:off x="3086380" y="5392424"/>
            <a:ext cx="120141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ea typeface="SimSun" panose="02010600030101010101" pitchFamily="2" charset="-122"/>
              </a:rPr>
              <a:t>Feature</a:t>
            </a:r>
            <a:r>
              <a:rPr lang="zh-CN" altLang="en-US" sz="1300" dirty="0"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ea typeface="SimSun" panose="02010600030101010101" pitchFamily="2" charset="-122"/>
              </a:rPr>
              <a:t>scaling</a:t>
            </a:r>
            <a:endParaRPr lang="en-US" sz="1300" dirty="0">
              <a:ea typeface="SimSun" panose="02010600030101010101" pitchFamily="2" charset="-122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949BEA-0A35-9974-7DA4-7DA769B30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64" y="5675867"/>
            <a:ext cx="1610407" cy="635356"/>
          </a:xfrm>
          <a:prstGeom prst="rect">
            <a:avLst/>
          </a:prstGeom>
        </p:spPr>
      </p:pic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04F36B-F534-4203-4C3B-1A7267A0950D}"/>
              </a:ext>
            </a:extLst>
          </p:cNvPr>
          <p:cNvSpPr/>
          <p:nvPr/>
        </p:nvSpPr>
        <p:spPr>
          <a:xfrm>
            <a:off x="3259990" y="1818761"/>
            <a:ext cx="1614198" cy="1601833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Classifer</a:t>
            </a:r>
            <a:r>
              <a:rPr lang="zh-CN" altLang="en-US" sz="1200" dirty="0">
                <a:solidFill>
                  <a:schemeClr val="tx1"/>
                </a:solidFill>
              </a:rPr>
              <a:t>  </a:t>
            </a:r>
            <a:r>
              <a:rPr lang="en-US" altLang="zh-CN" sz="1200" dirty="0">
                <a:solidFill>
                  <a:schemeClr val="tx1"/>
                </a:solidFill>
              </a:rPr>
              <a:t>Model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8B8FC5B0-A1F5-D5BD-3910-5A2F09AEB404}"/>
              </a:ext>
            </a:extLst>
          </p:cNvPr>
          <p:cNvSpPr/>
          <p:nvPr/>
        </p:nvSpPr>
        <p:spPr>
          <a:xfrm>
            <a:off x="754743" y="1818761"/>
            <a:ext cx="1582795" cy="1610239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Feature Encoding</a:t>
            </a: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454A758-71CA-2BDE-0059-C54C08D00CD7}"/>
              </a:ext>
            </a:extLst>
          </p:cNvPr>
          <p:cNvCxnSpPr>
            <a:cxnSpLocks/>
            <a:stCxn id="16" idx="0"/>
            <a:endCxn id="52" idx="2"/>
          </p:cNvCxnSpPr>
          <p:nvPr/>
        </p:nvCxnSpPr>
        <p:spPr>
          <a:xfrm rot="16200000" flipV="1">
            <a:off x="3170703" y="1804438"/>
            <a:ext cx="1295670" cy="4544794"/>
          </a:xfrm>
          <a:prstGeom prst="bentConnector3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>
            <a:extLst>
              <a:ext uri="{FF2B5EF4-FFF2-40B4-BE49-F238E27FC236}">
                <a16:creationId xmlns:a16="http://schemas.microsoft.com/office/drawing/2014/main" id="{4102F10F-61FB-ACF1-672C-97A8402E3AFB}"/>
              </a:ext>
            </a:extLst>
          </p:cNvPr>
          <p:cNvSpPr/>
          <p:nvPr/>
        </p:nvSpPr>
        <p:spPr>
          <a:xfrm>
            <a:off x="6364514" y="4071257"/>
            <a:ext cx="1560286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6EE0CBBE-B553-FAB0-5A8E-9FFE28521536}"/>
              </a:ext>
            </a:extLst>
          </p:cNvPr>
          <p:cNvSpPr/>
          <p:nvPr/>
        </p:nvSpPr>
        <p:spPr>
          <a:xfrm>
            <a:off x="7127979" y="2512280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an 60">
            <a:extLst>
              <a:ext uri="{FF2B5EF4-FFF2-40B4-BE49-F238E27FC236}">
                <a16:creationId xmlns:a16="http://schemas.microsoft.com/office/drawing/2014/main" id="{EF3E311E-249D-8AE8-40EB-C4B8841E7274}"/>
              </a:ext>
            </a:extLst>
          </p:cNvPr>
          <p:cNvSpPr/>
          <p:nvPr/>
        </p:nvSpPr>
        <p:spPr>
          <a:xfrm>
            <a:off x="5599624" y="1973898"/>
            <a:ext cx="1264196" cy="1295671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Classification</a:t>
            </a:r>
            <a:r>
              <a:rPr lang="zh-CN" altLang="en-US" sz="1600" dirty="0"/>
              <a:t> </a:t>
            </a:r>
            <a:r>
              <a:rPr lang="en-US" altLang="zh-CN" sz="1600" dirty="0"/>
              <a:t>result</a:t>
            </a:r>
            <a:endParaRPr lang="en-US" sz="1600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97E2E20-F783-3FBA-F095-1120DB9F8B47}"/>
              </a:ext>
            </a:extLst>
          </p:cNvPr>
          <p:cNvCxnSpPr>
            <a:cxnSpLocks/>
          </p:cNvCxnSpPr>
          <p:nvPr/>
        </p:nvCxnSpPr>
        <p:spPr>
          <a:xfrm>
            <a:off x="2337538" y="2220686"/>
            <a:ext cx="9447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64E9001-AEBD-CC4E-EEA8-630A81455DDF}"/>
              </a:ext>
            </a:extLst>
          </p:cNvPr>
          <p:cNvCxnSpPr>
            <a:cxnSpLocks/>
          </p:cNvCxnSpPr>
          <p:nvPr/>
        </p:nvCxnSpPr>
        <p:spPr>
          <a:xfrm>
            <a:off x="2337538" y="2844800"/>
            <a:ext cx="9224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0C82C30F-DB6C-8563-EE0F-95A70A254AB1}"/>
              </a:ext>
            </a:extLst>
          </p:cNvPr>
          <p:cNvSpPr/>
          <p:nvPr/>
        </p:nvSpPr>
        <p:spPr>
          <a:xfrm>
            <a:off x="2641600" y="1806170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9B6B052-7ABF-86FB-50DC-081D1374EB08}"/>
              </a:ext>
            </a:extLst>
          </p:cNvPr>
          <p:cNvSpPr/>
          <p:nvPr/>
        </p:nvSpPr>
        <p:spPr>
          <a:xfrm>
            <a:off x="2573926" y="1884016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F703202-FE4F-CA62-0EF6-FF8049605C7A}"/>
              </a:ext>
            </a:extLst>
          </p:cNvPr>
          <p:cNvSpPr/>
          <p:nvPr/>
        </p:nvSpPr>
        <p:spPr>
          <a:xfrm>
            <a:off x="2506252" y="1972097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B23A304-3133-FFFC-BA77-35B0AB9925F7}"/>
              </a:ext>
            </a:extLst>
          </p:cNvPr>
          <p:cNvSpPr/>
          <p:nvPr/>
        </p:nvSpPr>
        <p:spPr>
          <a:xfrm>
            <a:off x="2764927" y="1740989"/>
            <a:ext cx="517350" cy="132612"/>
          </a:xfrm>
          <a:prstGeom prst="rect">
            <a:avLst/>
          </a:prstGeom>
          <a:ln>
            <a:solidFill>
              <a:schemeClr val="accent3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E5F51E-54AE-A4DA-44E3-3B28801864C1}"/>
              </a:ext>
            </a:extLst>
          </p:cNvPr>
          <p:cNvSpPr txBox="1"/>
          <p:nvPr/>
        </p:nvSpPr>
        <p:spPr>
          <a:xfrm>
            <a:off x="2641600" y="2868438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Test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C31ACD-ACA6-096C-05E0-6A8CDCEDE838}"/>
              </a:ext>
            </a:extLst>
          </p:cNvPr>
          <p:cNvSpPr txBox="1"/>
          <p:nvPr/>
        </p:nvSpPr>
        <p:spPr>
          <a:xfrm>
            <a:off x="2621514" y="2244926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Train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A42BEC-E9EF-9C69-762A-A4EE23D7D400}"/>
              </a:ext>
            </a:extLst>
          </p:cNvPr>
          <p:cNvSpPr txBox="1"/>
          <p:nvPr/>
        </p:nvSpPr>
        <p:spPr>
          <a:xfrm>
            <a:off x="8055429" y="3976914"/>
            <a:ext cx="957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Network</a:t>
            </a:r>
            <a:r>
              <a:rPr lang="zh-CN" altLang="en-US" sz="1400" dirty="0"/>
              <a:t> </a:t>
            </a:r>
            <a:r>
              <a:rPr lang="en-US" altLang="zh-CN" sz="1400" dirty="0"/>
              <a:t>traffic</a:t>
            </a:r>
            <a:endParaRPr lang="en-US" sz="14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0389F9C-4598-137B-4745-F71A0E0830AC}"/>
              </a:ext>
            </a:extLst>
          </p:cNvPr>
          <p:cNvCxnSpPr>
            <a:cxnSpLocks/>
            <a:stCxn id="51" idx="3"/>
            <a:endCxn id="61" idx="2"/>
          </p:cNvCxnSpPr>
          <p:nvPr/>
        </p:nvCxnSpPr>
        <p:spPr>
          <a:xfrm>
            <a:off x="4874188" y="2619678"/>
            <a:ext cx="725436" cy="2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>
            <a:extLst>
              <a:ext uri="{FF2B5EF4-FFF2-40B4-BE49-F238E27FC236}">
                <a16:creationId xmlns:a16="http://schemas.microsoft.com/office/drawing/2014/main" id="{BAF0A316-76DD-478D-567B-A5050D8F6F37}"/>
              </a:ext>
            </a:extLst>
          </p:cNvPr>
          <p:cNvSpPr/>
          <p:nvPr/>
        </p:nvSpPr>
        <p:spPr>
          <a:xfrm>
            <a:off x="7284231" y="5402806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CC8544-DE2C-F5C4-BC42-B00DD8CE1FD7}"/>
              </a:ext>
            </a:extLst>
          </p:cNvPr>
          <p:cNvSpPr txBox="1"/>
          <p:nvPr/>
        </p:nvSpPr>
        <p:spPr>
          <a:xfrm>
            <a:off x="8055429" y="5130146"/>
            <a:ext cx="11466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CPU</a:t>
            </a:r>
          </a:p>
          <a:p>
            <a:endParaRPr lang="en-US" sz="1400" dirty="0"/>
          </a:p>
          <a:p>
            <a:r>
              <a:rPr lang="en-US" sz="1400" dirty="0"/>
              <a:t>Memory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FEA40F-045D-3818-232F-1989D72E2D17}"/>
              </a:ext>
            </a:extLst>
          </p:cNvPr>
          <p:cNvSpPr txBox="1"/>
          <p:nvPr/>
        </p:nvSpPr>
        <p:spPr>
          <a:xfrm>
            <a:off x="7997371" y="2262349"/>
            <a:ext cx="9579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Accuracy</a:t>
            </a:r>
          </a:p>
          <a:p>
            <a:endParaRPr lang="en-GB" sz="1400" dirty="0"/>
          </a:p>
          <a:p>
            <a:r>
              <a:rPr lang="en-GB" sz="1400" dirty="0"/>
              <a:t>F</a:t>
            </a:r>
            <a:r>
              <a:rPr lang="en-US" altLang="zh-CN" sz="1400" dirty="0"/>
              <a:t>1</a:t>
            </a:r>
            <a:r>
              <a:rPr lang="zh-CN" altLang="en-US" sz="1400" dirty="0"/>
              <a:t> </a:t>
            </a:r>
            <a:r>
              <a:rPr lang="en-US" altLang="zh-CN" sz="1400" dirty="0"/>
              <a:t>score</a:t>
            </a:r>
            <a:endParaRPr lang="en-US" sz="1400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6488728A-F82B-5347-ACAE-568692FF9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6848" y="2970214"/>
            <a:ext cx="1501822" cy="351825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C0550D18-DE3C-F599-E431-5240A0F0D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028" y="2251668"/>
            <a:ext cx="1060982" cy="5197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9932A4-32D4-F522-A763-3EB6F836FB90}"/>
              </a:ext>
            </a:extLst>
          </p:cNvPr>
          <p:cNvSpPr/>
          <p:nvPr/>
        </p:nvSpPr>
        <p:spPr>
          <a:xfrm>
            <a:off x="355252" y="1270466"/>
            <a:ext cx="7140659" cy="2357664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70629D-73C8-A0CD-A17F-762F9D35451E}"/>
              </a:ext>
            </a:extLst>
          </p:cNvPr>
          <p:cNvSpPr txBox="1"/>
          <p:nvPr/>
        </p:nvSpPr>
        <p:spPr>
          <a:xfrm>
            <a:off x="449758" y="4364211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Edge</a:t>
            </a:r>
            <a:r>
              <a:rPr lang="zh-CN" altLang="en-US" dirty="0"/>
              <a:t> </a:t>
            </a:r>
            <a:r>
              <a:rPr lang="en-GB" dirty="0"/>
              <a:t>Simulation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755DE-752C-BCAE-3133-763CFEF59332}"/>
              </a:ext>
            </a:extLst>
          </p:cNvPr>
          <p:cNvSpPr txBox="1"/>
          <p:nvPr/>
        </p:nvSpPr>
        <p:spPr>
          <a:xfrm>
            <a:off x="355252" y="1272445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Cloud Simulation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811831-89C9-59F0-2294-9692BCB60E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385" y="2220686"/>
            <a:ext cx="1290317" cy="398992"/>
          </a:xfrm>
          <a:prstGeom prst="rect">
            <a:avLst/>
          </a:prstGeom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5930CA17-7B55-A33A-0F68-6DBBD0F0BD7E}"/>
              </a:ext>
            </a:extLst>
          </p:cNvPr>
          <p:cNvSpPr/>
          <p:nvPr/>
        </p:nvSpPr>
        <p:spPr>
          <a:xfrm>
            <a:off x="1435100" y="2619678"/>
            <a:ext cx="212989" cy="248760"/>
          </a:xfrm>
          <a:prstGeom prst="downArrow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DE116-2B12-7A1F-1998-18F0A82996FE}"/>
              </a:ext>
            </a:extLst>
          </p:cNvPr>
          <p:cNvSpPr/>
          <p:nvPr/>
        </p:nvSpPr>
        <p:spPr>
          <a:xfrm>
            <a:off x="1714499" y="2946598"/>
            <a:ext cx="461203" cy="349855"/>
          </a:xfrm>
          <a:prstGeom prst="roundRect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87838E-0C28-3EFD-E282-AEC8F5C97DFF}"/>
              </a:ext>
            </a:extLst>
          </p:cNvPr>
          <p:cNvSpPr/>
          <p:nvPr/>
        </p:nvSpPr>
        <p:spPr>
          <a:xfrm>
            <a:off x="885384" y="2948595"/>
            <a:ext cx="829115" cy="34580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DD13C83-1060-62D8-BA3C-30E3B2934AA8}"/>
              </a:ext>
            </a:extLst>
          </p:cNvPr>
          <p:cNvGrpSpPr/>
          <p:nvPr/>
        </p:nvGrpSpPr>
        <p:grpSpPr>
          <a:xfrm>
            <a:off x="5468493" y="5268518"/>
            <a:ext cx="1270409" cy="797135"/>
            <a:chOff x="5468493" y="5268518"/>
            <a:chExt cx="1270409" cy="797135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CB826BE-F844-691B-358F-0C553F9A8DAC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94C761C-48AB-DD60-DA19-85A886820E18}"/>
                </a:ext>
              </a:extLst>
            </p:cNvPr>
            <p:cNvSpPr/>
            <p:nvPr/>
          </p:nvSpPr>
          <p:spPr>
            <a:xfrm>
              <a:off x="5468493" y="52685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207669A-2F18-74DE-EF98-15D460676C8E}"/>
                </a:ext>
              </a:extLst>
            </p:cNvPr>
            <p:cNvSpPr/>
            <p:nvPr/>
          </p:nvSpPr>
          <p:spPr>
            <a:xfrm>
              <a:off x="5826106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A77EB64-8719-EF87-D29C-CA05EF81617A}"/>
                </a:ext>
              </a:extLst>
            </p:cNvPr>
            <p:cNvSpPr/>
            <p:nvPr/>
          </p:nvSpPr>
          <p:spPr>
            <a:xfrm>
              <a:off x="6162510" y="5276905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1CD0A4C-F4B8-B425-C0FD-908F17355677}"/>
                </a:ext>
              </a:extLst>
            </p:cNvPr>
            <p:cNvSpPr/>
            <p:nvPr/>
          </p:nvSpPr>
          <p:spPr>
            <a:xfrm>
              <a:off x="5665443" y="55876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88078BA-E23F-CDEB-61D2-2CD4EE7C9732}"/>
                </a:ext>
              </a:extLst>
            </p:cNvPr>
            <p:cNvSpPr/>
            <p:nvPr/>
          </p:nvSpPr>
          <p:spPr>
            <a:xfrm>
              <a:off x="6495062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CA9175-388D-6099-2700-905D3E649905}"/>
                </a:ext>
              </a:extLst>
            </p:cNvPr>
            <p:cNvSpPr/>
            <p:nvPr/>
          </p:nvSpPr>
          <p:spPr>
            <a:xfrm>
              <a:off x="5992877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7A06578-1DEB-DC17-DAC1-2D3445941FF9}"/>
                </a:ext>
              </a:extLst>
            </p:cNvPr>
            <p:cNvSpPr/>
            <p:nvPr/>
          </p:nvSpPr>
          <p:spPr>
            <a:xfrm>
              <a:off x="6317798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7FEF3B6-DEA5-06E3-2898-C204D1ABD2D4}"/>
                </a:ext>
              </a:extLst>
            </p:cNvPr>
            <p:cNvSpPr/>
            <p:nvPr/>
          </p:nvSpPr>
          <p:spPr>
            <a:xfrm>
              <a:off x="5826106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86839BE-7C81-1D01-3152-F17330EDCCF5}"/>
                </a:ext>
              </a:extLst>
            </p:cNvPr>
            <p:cNvSpPr/>
            <p:nvPr/>
          </p:nvSpPr>
          <p:spPr>
            <a:xfrm>
              <a:off x="6151027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4DDCD68-8F02-A359-8621-B05D8EE44064}"/>
                </a:ext>
              </a:extLst>
            </p:cNvPr>
            <p:cNvCxnSpPr>
              <a:endCxn id="20" idx="0"/>
            </p:cNvCxnSpPr>
            <p:nvPr/>
          </p:nvCxnSpPr>
          <p:spPr>
            <a:xfrm>
              <a:off x="5599624" y="5476404"/>
              <a:ext cx="18773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0A9F970-7426-4426-6B02-369409561D22}"/>
                </a:ext>
              </a:extLst>
            </p:cNvPr>
            <p:cNvCxnSpPr>
              <a:stCxn id="18" idx="4"/>
              <a:endCxn id="20" idx="0"/>
            </p:cNvCxnSpPr>
            <p:nvPr/>
          </p:nvCxnSpPr>
          <p:spPr>
            <a:xfrm flipH="1">
              <a:off x="5787363" y="5476404"/>
              <a:ext cx="160663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BABCC0E-F8FC-0C35-13FF-8123DF0F4204}"/>
                </a:ext>
              </a:extLst>
            </p:cNvPr>
            <p:cNvCxnSpPr>
              <a:stCxn id="18" idx="4"/>
              <a:endCxn id="22" idx="0"/>
            </p:cNvCxnSpPr>
            <p:nvPr/>
          </p:nvCxnSpPr>
          <p:spPr>
            <a:xfrm>
              <a:off x="5948026" y="5476404"/>
              <a:ext cx="166771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5AD1BA-1D61-77BB-3072-54FC94A052AE}"/>
                </a:ext>
              </a:extLst>
            </p:cNvPr>
            <p:cNvCxnSpPr>
              <a:stCxn id="19" idx="4"/>
              <a:endCxn id="22" idx="0"/>
            </p:cNvCxnSpPr>
            <p:nvPr/>
          </p:nvCxnSpPr>
          <p:spPr>
            <a:xfrm flipH="1">
              <a:off x="6114797" y="5477202"/>
              <a:ext cx="169633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65A1A90-EECF-1E55-66A6-A58FEB0919FC}"/>
                </a:ext>
              </a:extLst>
            </p:cNvPr>
            <p:cNvCxnSpPr>
              <a:cxnSpLocks/>
              <a:stCxn id="20" idx="0"/>
              <a:endCxn id="19" idx="4"/>
            </p:cNvCxnSpPr>
            <p:nvPr/>
          </p:nvCxnSpPr>
          <p:spPr>
            <a:xfrm flipV="1">
              <a:off x="5787363" y="5477202"/>
              <a:ext cx="497067" cy="1104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5661BE8-F387-30BA-EB5E-E92587F30829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DC7C1B-2E23-B016-C7A0-616CEF14F7E4}"/>
                </a:ext>
              </a:extLst>
            </p:cNvPr>
            <p:cNvCxnSpPr>
              <a:cxnSpLocks/>
              <a:stCxn id="15" idx="4"/>
              <a:endCxn id="22" idx="0"/>
            </p:cNvCxnSpPr>
            <p:nvPr/>
          </p:nvCxnSpPr>
          <p:spPr>
            <a:xfrm>
              <a:off x="5590413" y="5468815"/>
              <a:ext cx="524384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D8FB90B-90FF-C112-5F3C-75A6A528086E}"/>
                </a:ext>
              </a:extLst>
            </p:cNvPr>
            <p:cNvCxnSpPr>
              <a:cxnSpLocks/>
              <a:stCxn id="23" idx="0"/>
              <a:endCxn id="19" idx="4"/>
            </p:cNvCxnSpPr>
            <p:nvPr/>
          </p:nvCxnSpPr>
          <p:spPr>
            <a:xfrm flipH="1" flipV="1">
              <a:off x="6284430" y="5477202"/>
              <a:ext cx="155288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EBE0A5-D893-7320-8BC3-463038D6876F}"/>
                </a:ext>
              </a:extLst>
            </p:cNvPr>
            <p:cNvCxnSpPr>
              <a:cxnSpLocks/>
              <a:stCxn id="23" idx="0"/>
              <a:endCxn id="21" idx="4"/>
            </p:cNvCxnSpPr>
            <p:nvPr/>
          </p:nvCxnSpPr>
          <p:spPr>
            <a:xfrm flipV="1">
              <a:off x="6439718" y="5476404"/>
              <a:ext cx="177264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35FA15B-CA74-7178-C274-A0A47B85A06F}"/>
                </a:ext>
              </a:extLst>
            </p:cNvPr>
            <p:cNvCxnSpPr>
              <a:cxnSpLocks/>
              <a:stCxn id="22" idx="0"/>
              <a:endCxn id="21" idx="4"/>
            </p:cNvCxnSpPr>
            <p:nvPr/>
          </p:nvCxnSpPr>
          <p:spPr>
            <a:xfrm flipV="1">
              <a:off x="6114797" y="5476404"/>
              <a:ext cx="502185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BB0FD705-8853-E663-707C-C4550C077C53}"/>
                </a:ext>
              </a:extLst>
            </p:cNvPr>
            <p:cNvCxnSpPr>
              <a:cxnSpLocks/>
              <a:stCxn id="15" idx="4"/>
              <a:endCxn id="23" idx="0"/>
            </p:cNvCxnSpPr>
            <p:nvPr/>
          </p:nvCxnSpPr>
          <p:spPr>
            <a:xfrm>
              <a:off x="5590413" y="5468815"/>
              <a:ext cx="849305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4D30A4EE-E93D-D63A-80CA-ECAF292146D0}"/>
                </a:ext>
              </a:extLst>
            </p:cNvPr>
            <p:cNvCxnSpPr>
              <a:cxnSpLocks/>
              <a:stCxn id="24" idx="0"/>
              <a:endCxn id="20" idx="4"/>
            </p:cNvCxnSpPr>
            <p:nvPr/>
          </p:nvCxnSpPr>
          <p:spPr>
            <a:xfrm flipH="1" flipV="1">
              <a:off x="5787363" y="5787915"/>
              <a:ext cx="160663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16BA774-7839-397E-4333-76460E6B8CC1}"/>
                </a:ext>
              </a:extLst>
            </p:cNvPr>
            <p:cNvCxnSpPr>
              <a:cxnSpLocks/>
              <a:stCxn id="25" idx="0"/>
              <a:endCxn id="20" idx="4"/>
            </p:cNvCxnSpPr>
            <p:nvPr/>
          </p:nvCxnSpPr>
          <p:spPr>
            <a:xfrm flipH="1" flipV="1">
              <a:off x="5787363" y="5787915"/>
              <a:ext cx="485584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7CD8CAE-8DAC-9547-DFD2-91E665ECE7A8}"/>
                </a:ext>
              </a:extLst>
            </p:cNvPr>
            <p:cNvCxnSpPr>
              <a:cxnSpLocks/>
              <a:stCxn id="24" idx="0"/>
              <a:endCxn id="22" idx="4"/>
            </p:cNvCxnSpPr>
            <p:nvPr/>
          </p:nvCxnSpPr>
          <p:spPr>
            <a:xfrm flipV="1">
              <a:off x="5948026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3BD99D00-CDB6-5B15-A569-8B0A0CD78BB4}"/>
                </a:ext>
              </a:extLst>
            </p:cNvPr>
            <p:cNvCxnSpPr>
              <a:cxnSpLocks/>
              <a:stCxn id="25" idx="0"/>
              <a:endCxn id="23" idx="4"/>
            </p:cNvCxnSpPr>
            <p:nvPr/>
          </p:nvCxnSpPr>
          <p:spPr>
            <a:xfrm flipV="1">
              <a:off x="6272947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D1F28F6-8428-0750-3B2A-CE1EF3451695}"/>
                </a:ext>
              </a:extLst>
            </p:cNvPr>
            <p:cNvCxnSpPr>
              <a:cxnSpLocks/>
              <a:stCxn id="25" idx="0"/>
              <a:endCxn id="22" idx="4"/>
            </p:cNvCxnSpPr>
            <p:nvPr/>
          </p:nvCxnSpPr>
          <p:spPr>
            <a:xfrm flipH="1" flipV="1">
              <a:off x="6114797" y="5787195"/>
              <a:ext cx="158150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368ACD3-90AD-57E6-B76A-8BCAC0095095}"/>
                </a:ext>
              </a:extLst>
            </p:cNvPr>
            <p:cNvCxnSpPr>
              <a:cxnSpLocks/>
              <a:stCxn id="24" idx="0"/>
              <a:endCxn id="23" idx="4"/>
            </p:cNvCxnSpPr>
            <p:nvPr/>
          </p:nvCxnSpPr>
          <p:spPr>
            <a:xfrm flipV="1">
              <a:off x="5948026" y="5787195"/>
              <a:ext cx="491692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438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4677" y="0"/>
            <a:ext cx="8229600" cy="1143000"/>
          </a:xfrm>
        </p:spPr>
        <p:txBody>
          <a:bodyPr>
            <a:normAutofit/>
          </a:bodyPr>
          <a:lstStyle/>
          <a:p>
            <a:r>
              <a:rPr sz="2800" dirty="0"/>
              <a:t>Methodology: </a:t>
            </a:r>
            <a:r>
              <a:rPr lang="en-GB" sz="2800" dirty="0" err="1"/>
              <a:t>DataSet</a:t>
            </a:r>
            <a:r>
              <a:rPr lang="zh-CN" altLang="en-US" sz="2800" dirty="0"/>
              <a:t> </a:t>
            </a:r>
            <a:r>
              <a:rPr lang="en-US" altLang="zh-CN" sz="2800" dirty="0"/>
              <a:t>&amp;</a:t>
            </a:r>
            <a:r>
              <a:rPr lang="zh-CN" altLang="en-US" sz="2800" dirty="0"/>
              <a:t> </a:t>
            </a:r>
            <a:r>
              <a:rPr lang="en-GB" sz="2800" dirty="0"/>
              <a:t>Feature Reduction</a:t>
            </a:r>
            <a:r>
              <a:rPr lang="zh-CN" altLang="en-US" sz="2800" dirty="0"/>
              <a:t> </a:t>
            </a:r>
            <a:r>
              <a:rPr lang="en-US" altLang="zh-CN" sz="2800" dirty="0"/>
              <a:t>technique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1714"/>
            <a:ext cx="4419600" cy="2563269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Edge-</a:t>
            </a:r>
            <a:r>
              <a:rPr lang="en-GB" dirty="0" err="1"/>
              <a:t>IIoTset</a:t>
            </a:r>
            <a:r>
              <a:rPr lang="en-GB" dirty="0"/>
              <a:t> (2022)</a:t>
            </a:r>
          </a:p>
          <a:p>
            <a:pPr lvl="1"/>
            <a:r>
              <a:rPr lang="en-GB" dirty="0"/>
              <a:t>Realistic edge-based IoT traffic</a:t>
            </a:r>
          </a:p>
          <a:p>
            <a:pPr lvl="1"/>
            <a:r>
              <a:rPr lang="en-GB" dirty="0"/>
              <a:t>Labelled data (normal vs. attack)</a:t>
            </a:r>
          </a:p>
          <a:p>
            <a:pPr lvl="1"/>
            <a:r>
              <a:rPr lang="en-GB" dirty="0"/>
              <a:t>Suitable for IDS evaluation in edge environments</a:t>
            </a:r>
          </a:p>
          <a:p>
            <a:pPr lvl="1"/>
            <a:r>
              <a:rPr lang="en-GB" dirty="0"/>
              <a:t>Recent dataset reflecting modern traffic patterns</a:t>
            </a:r>
          </a:p>
          <a:p>
            <a:pPr lvl="1"/>
            <a:r>
              <a:rPr lang="en-GB" dirty="0"/>
              <a:t>flow-level data</a:t>
            </a:r>
            <a:r>
              <a:rPr lang="zh-CN" altLang="en-US" dirty="0"/>
              <a:t> </a:t>
            </a:r>
            <a:endParaRPr lang="en-GB" altLang="zh-CN" dirty="0"/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1E68C-4B0B-70CC-471A-67E4CA140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15" y="1461182"/>
            <a:ext cx="3886200" cy="2843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87E6AD-521E-D1E7-35AD-BF4BAC06AF84}"/>
              </a:ext>
            </a:extLst>
          </p:cNvPr>
          <p:cNvSpPr txBox="1"/>
          <p:nvPr/>
        </p:nvSpPr>
        <p:spPr>
          <a:xfrm>
            <a:off x="566057" y="4430486"/>
            <a:ext cx="82622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Feature</a:t>
            </a:r>
            <a:r>
              <a:rPr lang="zh-CN" altLang="en-US" dirty="0"/>
              <a:t> </a:t>
            </a:r>
            <a:r>
              <a:rPr lang="en-US" altLang="zh-CN" dirty="0"/>
              <a:t>Reduction</a:t>
            </a:r>
            <a:r>
              <a:rPr lang="zh-CN" altLang="en-US" dirty="0"/>
              <a:t> </a:t>
            </a:r>
            <a:r>
              <a:rPr lang="en-US" altLang="zh-CN" dirty="0"/>
              <a:t>Technique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Feature Selection (manual/statistical)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PCA (</a:t>
            </a:r>
            <a:r>
              <a:rPr lang="en-US" altLang="zh-CN" dirty="0"/>
              <a:t>traditional</a:t>
            </a:r>
            <a:r>
              <a:rPr lang="zh-CN" altLang="en-US" dirty="0"/>
              <a:t> </a:t>
            </a:r>
            <a:r>
              <a:rPr lang="en-GB" dirty="0"/>
              <a:t>dimensionality reduction)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Autoencoder / </a:t>
            </a:r>
            <a:r>
              <a:rPr lang="en-GB" dirty="0" err="1"/>
              <a:t>ResNeXt</a:t>
            </a:r>
            <a:r>
              <a:rPr lang="en-GB" dirty="0"/>
              <a:t> (deep representation)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Goal: reduce features while preserving information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Evaluation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Detection: Accuracy, </a:t>
            </a:r>
            <a:r>
              <a:rPr lang="en-US" dirty="0"/>
              <a:t>F1 score</a:t>
            </a:r>
            <a:endParaRPr dirty="0"/>
          </a:p>
          <a:p>
            <a:r>
              <a:rPr dirty="0"/>
              <a:t>Resource usage: CPU, Memory</a:t>
            </a:r>
            <a:r>
              <a:rPr lang="en-US" dirty="0"/>
              <a:t>, Network Traffic</a:t>
            </a:r>
            <a:endParaRPr dirty="0"/>
          </a:p>
          <a:p>
            <a:r>
              <a:rPr dirty="0"/>
              <a:t>Efficiency: Processing time, Throughput</a:t>
            </a:r>
          </a:p>
          <a:p>
            <a:r>
              <a:rPr dirty="0"/>
              <a:t>Test under edge-like constraints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Detection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Compare FS, PCA, Autoencoder</a:t>
            </a:r>
          </a:p>
          <a:p>
            <a:r>
              <a:t>Accuracy / Precision / Recall results</a:t>
            </a:r>
          </a:p>
          <a:p>
            <a:r>
              <a:t>Performance differences observed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Resource &amp;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CPU and memory usage comparison</a:t>
            </a:r>
          </a:p>
          <a:p>
            <a:r>
              <a:t>Processing time analysis</a:t>
            </a:r>
          </a:p>
          <a:p>
            <a:r>
              <a:t>Identify most efficient method for edge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IDS is essential for IoMT edge security</a:t>
            </a:r>
          </a:p>
          <a:p>
            <a:r>
              <a:rPr dirty="0"/>
              <a:t>Resource constraints impact deployment</a:t>
            </a:r>
          </a:p>
          <a:p>
            <a:r>
              <a:rPr dirty="0"/>
              <a:t>Trade-off between accuracy and efficiency</a:t>
            </a:r>
          </a:p>
          <a:p>
            <a:r>
              <a:rPr dirty="0"/>
              <a:t>Efficient feature reduction is critical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IoMT Security Papers</a:t>
            </a:r>
          </a:p>
          <a:p>
            <a:r>
              <a:rPr dirty="0"/>
              <a:t>IDS and ML/DL Papers</a:t>
            </a:r>
          </a:p>
          <a:p>
            <a:r>
              <a:rPr dirty="0"/>
              <a:t>Feature Reduction Techniques</a:t>
            </a:r>
          </a:p>
          <a:p>
            <a:r>
              <a:rPr dirty="0"/>
              <a:t>Relevant academic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408</Words>
  <Application>Microsoft Macintosh PowerPoint</Application>
  <PresentationFormat>On-screen Show (4:3)</PresentationFormat>
  <Paragraphs>109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SimSun</vt:lpstr>
      <vt:lpstr>Aptos</vt:lpstr>
      <vt:lpstr>Arial</vt:lpstr>
      <vt:lpstr>Calibri</vt:lpstr>
      <vt:lpstr>Office Theme</vt:lpstr>
      <vt:lpstr>Comparative Evaluation of Feature Reduction Techniques for Intrusion Detection on IoMT Edge Devices</vt:lpstr>
      <vt:lpstr>Introduction</vt:lpstr>
      <vt:lpstr>Background &amp; Literature Review</vt:lpstr>
      <vt:lpstr>Research Gaps &amp; Contributions</vt:lpstr>
      <vt:lpstr>Methodology: System Overview</vt:lpstr>
      <vt:lpstr>Methodology: Proposed Simulation Framework</vt:lpstr>
      <vt:lpstr>Methodology: DataSet &amp; Feature Reduction technique</vt:lpstr>
      <vt:lpstr>Methodology: Evaluation Design</vt:lpstr>
      <vt:lpstr>Results: Detection Performance</vt:lpstr>
      <vt:lpstr>Results: Resource &amp; Efficiency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耀泉 马</cp:lastModifiedBy>
  <cp:revision>1</cp:revision>
  <dcterms:created xsi:type="dcterms:W3CDTF">2013-01-27T09:14:16Z</dcterms:created>
  <dcterms:modified xsi:type="dcterms:W3CDTF">2026-03-18T22:09:36Z</dcterms:modified>
  <cp:category/>
</cp:coreProperties>
</file>