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70" r:id="rId3"/>
    <p:sldId id="258" r:id="rId4"/>
    <p:sldId id="259" r:id="rId5"/>
    <p:sldId id="271" r:id="rId6"/>
    <p:sldId id="268" r:id="rId7"/>
    <p:sldId id="261" r:id="rId8"/>
    <p:sldId id="272" r:id="rId9"/>
    <p:sldId id="263" r:id="rId10"/>
    <p:sldId id="265" r:id="rId11"/>
    <p:sldId id="266"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BF04AB4-6846-4849-A1B8-6A167A3B7532}" v="439" dt="2026-03-21T18:34:36.9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55"/>
    <p:restoredTop sz="71786"/>
  </p:normalViewPr>
  <p:slideViewPr>
    <p:cSldViewPr snapToGrid="0" snapToObjects="1">
      <p:cViewPr varScale="1">
        <p:scale>
          <a:sx n="114" d="100"/>
          <a:sy n="114" d="100"/>
        </p:scale>
        <p:origin x="247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pc:chgData name="耀泉 马" userId="19e30af8d5659de2" providerId="LiveId" clId="{C3594856-CEDA-5129-B2AF-7962E3CA4CA3}" dt="2026-03-21T18:35:33.059" v="3525" actId="1037"/>
      <pc:docMkLst>
        <pc:docMk/>
      </pc:docMkLst>
      <pc:sldChg chg="addSp modSp mod setBg">
        <pc:chgData name="耀泉 马" userId="19e30af8d5659de2" providerId="LiveId" clId="{C3594856-CEDA-5129-B2AF-7962E3CA4CA3}" dt="2026-03-18T15:40:21.023" v="1170" actId="20577"/>
        <pc:sldMkLst>
          <pc:docMk/>
          <pc:sldMk cId="0" sldId="256"/>
        </pc:sldMkLst>
        <pc:spChg chg="mod">
          <ac:chgData name="耀泉 马" userId="19e30af8d5659de2" providerId="LiveId" clId="{C3594856-CEDA-5129-B2AF-7962E3CA4CA3}" dt="2026-03-17T20:48:49.464" v="53" actId="26606"/>
          <ac:spMkLst>
            <pc:docMk/>
            <pc:sldMk cId="0" sldId="256"/>
            <ac:spMk id="2" creationId="{00000000-0000-0000-0000-000000000000}"/>
          </ac:spMkLst>
        </pc:spChg>
        <pc:spChg chg="mod">
          <ac:chgData name="耀泉 马" userId="19e30af8d5659de2" providerId="LiveId" clId="{C3594856-CEDA-5129-B2AF-7962E3CA4CA3}" dt="2026-03-18T15:40:21.023" v="1170" actId="20577"/>
          <ac:spMkLst>
            <pc:docMk/>
            <pc:sldMk cId="0" sldId="256"/>
            <ac:spMk id="3" creationId="{00000000-0000-0000-0000-000000000000}"/>
          </ac:spMkLst>
        </pc:spChg>
        <pc:spChg chg="add">
          <ac:chgData name="耀泉 马" userId="19e30af8d5659de2" providerId="LiveId" clId="{C3594856-CEDA-5129-B2AF-7962E3CA4CA3}" dt="2026-03-17T20:48:49.464" v="53" actId="26606"/>
          <ac:spMkLst>
            <pc:docMk/>
            <pc:sldMk cId="0" sldId="256"/>
            <ac:spMk id="8" creationId="{6F5A5072-7B47-4D32-B52A-4EBBF590B8A5}"/>
          </ac:spMkLst>
        </pc:spChg>
        <pc:spChg chg="add">
          <ac:chgData name="耀泉 马" userId="19e30af8d5659de2" providerId="LiveId" clId="{C3594856-CEDA-5129-B2AF-7962E3CA4CA3}" dt="2026-03-17T20:48:49.464" v="53" actId="26606"/>
          <ac:spMkLst>
            <pc:docMk/>
            <pc:sldMk cId="0" sldId="256"/>
            <ac:spMk id="10" creationId="{9715DAF0-AE1B-46C9-8A6B-DB2AA05AB91D}"/>
          </ac:spMkLst>
        </pc:spChg>
        <pc:spChg chg="add">
          <ac:chgData name="耀泉 马" userId="19e30af8d5659de2" providerId="LiveId" clId="{C3594856-CEDA-5129-B2AF-7962E3CA4CA3}" dt="2026-03-17T20:48:49.464" v="53" actId="26606"/>
          <ac:spMkLst>
            <pc:docMk/>
            <pc:sldMk cId="0" sldId="256"/>
            <ac:spMk id="12" creationId="{6016219D-510E-4184-9090-6D5578A87BD1}"/>
          </ac:spMkLst>
        </pc:spChg>
        <pc:spChg chg="add">
          <ac:chgData name="耀泉 马" userId="19e30af8d5659de2" providerId="LiveId" clId="{C3594856-CEDA-5129-B2AF-7962E3CA4CA3}" dt="2026-03-17T20:48:49.464" v="53" actId="26606"/>
          <ac:spMkLst>
            <pc:docMk/>
            <pc:sldMk cId="0" sldId="256"/>
            <ac:spMk id="14" creationId="{AFF4A713-7B75-4B21-90D7-5AB19547C728}"/>
          </ac:spMkLst>
        </pc:spChg>
        <pc:spChg chg="add">
          <ac:chgData name="耀泉 马" userId="19e30af8d5659de2" providerId="LiveId" clId="{C3594856-CEDA-5129-B2AF-7962E3CA4CA3}" dt="2026-03-17T20:48:49.464" v="53" actId="26606"/>
          <ac:spMkLst>
            <pc:docMk/>
            <pc:sldMk cId="0" sldId="256"/>
            <ac:spMk id="16" creationId="{DC631C0B-6DA6-4E57-8231-CE32B3434A7E}"/>
          </ac:spMkLst>
        </pc:spChg>
        <pc:spChg chg="add">
          <ac:chgData name="耀泉 马" userId="19e30af8d5659de2" providerId="LiveId" clId="{C3594856-CEDA-5129-B2AF-7962E3CA4CA3}" dt="2026-03-17T20:48:49.464" v="53" actId="26606"/>
          <ac:spMkLst>
            <pc:docMk/>
            <pc:sldMk cId="0" sldId="256"/>
            <ac:spMk id="18" creationId="{C29501E6-A978-4A61-9689-9085AF97A53A}"/>
          </ac:spMkLst>
        </pc:spChg>
      </pc:sldChg>
      <pc:sldChg chg="addSp delSp modSp mod setBg">
        <pc:chgData name="耀泉 马" userId="19e30af8d5659de2" providerId="LiveId" clId="{C3594856-CEDA-5129-B2AF-7962E3CA4CA3}" dt="2026-03-17T20:49:47.708" v="55" actId="26606"/>
        <pc:sldMkLst>
          <pc:docMk/>
          <pc:sldMk cId="0" sldId="258"/>
        </pc:sldMkLst>
        <pc:spChg chg="mod">
          <ac:chgData name="耀泉 马" userId="19e30af8d5659de2" providerId="LiveId" clId="{C3594856-CEDA-5129-B2AF-7962E3CA4CA3}" dt="2026-03-17T20:49:47.708" v="55" actId="26606"/>
          <ac:spMkLst>
            <pc:docMk/>
            <pc:sldMk cId="0" sldId="258"/>
            <ac:spMk id="2" creationId="{00000000-0000-0000-0000-000000000000}"/>
          </ac:spMkLst>
        </pc:spChg>
        <pc:spChg chg="add">
          <ac:chgData name="耀泉 马" userId="19e30af8d5659de2" providerId="LiveId" clId="{C3594856-CEDA-5129-B2AF-7962E3CA4CA3}" dt="2026-03-17T20:49:47.708" v="55" actId="26606"/>
          <ac:spMkLst>
            <pc:docMk/>
            <pc:sldMk cId="0" sldId="258"/>
            <ac:spMk id="9" creationId="{BACC6370-2D7E-4714-9D71-7542949D7D5D}"/>
          </ac:spMkLst>
        </pc:spChg>
        <pc:spChg chg="add">
          <ac:chgData name="耀泉 马" userId="19e30af8d5659de2" providerId="LiveId" clId="{C3594856-CEDA-5129-B2AF-7962E3CA4CA3}" dt="2026-03-17T20:49:47.708" v="55" actId="26606"/>
          <ac:spMkLst>
            <pc:docMk/>
            <pc:sldMk cId="0" sldId="258"/>
            <ac:spMk id="11" creationId="{256B2C21-A230-48C0-8DF1-C46611373C44}"/>
          </ac:spMkLst>
        </pc:spChg>
        <pc:spChg chg="add">
          <ac:chgData name="耀泉 马" userId="19e30af8d5659de2" providerId="LiveId" clId="{C3594856-CEDA-5129-B2AF-7962E3CA4CA3}" dt="2026-03-17T20:49:47.708" v="55" actId="26606"/>
          <ac:spMkLst>
            <pc:docMk/>
            <pc:sldMk cId="0" sldId="258"/>
            <ac:spMk id="13" creationId="{3847E18C-932D-4C95-AABA-FEC7C9499AD7}"/>
          </ac:spMkLst>
        </pc:spChg>
        <pc:spChg chg="add">
          <ac:chgData name="耀泉 马" userId="19e30af8d5659de2" providerId="LiveId" clId="{C3594856-CEDA-5129-B2AF-7962E3CA4CA3}" dt="2026-03-17T20:49:47.708" v="55" actId="26606"/>
          <ac:spMkLst>
            <pc:docMk/>
            <pc:sldMk cId="0" sldId="258"/>
            <ac:spMk id="15" creationId="{3150CB11-0C61-439E-910F-5787759E72A0}"/>
          </ac:spMkLst>
        </pc:spChg>
        <pc:spChg chg="add">
          <ac:chgData name="耀泉 马" userId="19e30af8d5659de2" providerId="LiveId" clId="{C3594856-CEDA-5129-B2AF-7962E3CA4CA3}" dt="2026-03-17T20:49:47.708" v="55" actId="26606"/>
          <ac:spMkLst>
            <pc:docMk/>
            <pc:sldMk cId="0" sldId="258"/>
            <ac:spMk id="17" creationId="{43F8A58B-5155-44CE-A5FF-7647B47D0A7A}"/>
          </ac:spMkLst>
        </pc:spChg>
        <pc:spChg chg="add">
          <ac:chgData name="耀泉 马" userId="19e30af8d5659de2" providerId="LiveId" clId="{C3594856-CEDA-5129-B2AF-7962E3CA4CA3}" dt="2026-03-17T20:49:47.708" v="55" actId="26606"/>
          <ac:spMkLst>
            <pc:docMk/>
            <pc:sldMk cId="0" sldId="258"/>
            <ac:spMk id="19" creationId="{443F2ACA-E6D6-4028-82DD-F03C262D5DE6}"/>
          </ac:spMkLst>
        </pc:spChg>
        <pc:graphicFrameChg chg="add">
          <ac:chgData name="耀泉 马" userId="19e30af8d5659de2" providerId="LiveId" clId="{C3594856-CEDA-5129-B2AF-7962E3CA4CA3}" dt="2026-03-17T20:49:47.708" v="55" actId="26606"/>
          <ac:graphicFrameMkLst>
            <pc:docMk/>
            <pc:sldMk cId="0" sldId="258"/>
            <ac:graphicFrameMk id="5" creationId="{444F99AF-4186-6184-2EA6-9F5BD8195047}"/>
          </ac:graphicFrameMkLst>
        </pc:graphicFrameChg>
      </pc:sldChg>
      <pc:sldChg chg="addSp delSp modSp mod setBg">
        <pc:chgData name="耀泉 马" userId="19e30af8d5659de2" providerId="LiveId" clId="{C3594856-CEDA-5129-B2AF-7962E3CA4CA3}" dt="2026-03-19T15:14:05.952" v="3011" actId="20577"/>
        <pc:sldMkLst>
          <pc:docMk/>
          <pc:sldMk cId="0" sldId="259"/>
        </pc:sldMkLst>
        <pc:spChg chg="mod">
          <ac:chgData name="耀泉 马" userId="19e30af8d5659de2" providerId="LiveId" clId="{C3594856-CEDA-5129-B2AF-7962E3CA4CA3}" dt="2026-03-17T20:49:58.716" v="56" actId="26606"/>
          <ac:spMkLst>
            <pc:docMk/>
            <pc:sldMk cId="0" sldId="259"/>
            <ac:spMk id="2" creationId="{00000000-0000-0000-0000-000000000000}"/>
          </ac:spMkLst>
        </pc:spChg>
        <pc:spChg chg="add">
          <ac:chgData name="耀泉 马" userId="19e30af8d5659de2" providerId="LiveId" clId="{C3594856-CEDA-5129-B2AF-7962E3CA4CA3}" dt="2026-03-17T20:49:58.716" v="56" actId="26606"/>
          <ac:spMkLst>
            <pc:docMk/>
            <pc:sldMk cId="0" sldId="259"/>
            <ac:spMk id="9" creationId="{BACC6370-2D7E-4714-9D71-7542949D7D5D}"/>
          </ac:spMkLst>
        </pc:spChg>
        <pc:spChg chg="add">
          <ac:chgData name="耀泉 马" userId="19e30af8d5659de2" providerId="LiveId" clId="{C3594856-CEDA-5129-B2AF-7962E3CA4CA3}" dt="2026-03-17T20:49:58.716" v="56" actId="26606"/>
          <ac:spMkLst>
            <pc:docMk/>
            <pc:sldMk cId="0" sldId="259"/>
            <ac:spMk id="11" creationId="{256B2C21-A230-48C0-8DF1-C46611373C44}"/>
          </ac:spMkLst>
        </pc:spChg>
        <pc:spChg chg="add">
          <ac:chgData name="耀泉 马" userId="19e30af8d5659de2" providerId="LiveId" clId="{C3594856-CEDA-5129-B2AF-7962E3CA4CA3}" dt="2026-03-17T20:49:58.716" v="56" actId="26606"/>
          <ac:spMkLst>
            <pc:docMk/>
            <pc:sldMk cId="0" sldId="259"/>
            <ac:spMk id="13" creationId="{3847E18C-932D-4C95-AABA-FEC7C9499AD7}"/>
          </ac:spMkLst>
        </pc:spChg>
        <pc:spChg chg="add">
          <ac:chgData name="耀泉 马" userId="19e30af8d5659de2" providerId="LiveId" clId="{C3594856-CEDA-5129-B2AF-7962E3CA4CA3}" dt="2026-03-17T20:49:58.716" v="56" actId="26606"/>
          <ac:spMkLst>
            <pc:docMk/>
            <pc:sldMk cId="0" sldId="259"/>
            <ac:spMk id="15" creationId="{3150CB11-0C61-439E-910F-5787759E72A0}"/>
          </ac:spMkLst>
        </pc:spChg>
        <pc:spChg chg="add">
          <ac:chgData name="耀泉 马" userId="19e30af8d5659de2" providerId="LiveId" clId="{C3594856-CEDA-5129-B2AF-7962E3CA4CA3}" dt="2026-03-17T20:49:58.716" v="56" actId="26606"/>
          <ac:spMkLst>
            <pc:docMk/>
            <pc:sldMk cId="0" sldId="259"/>
            <ac:spMk id="17" creationId="{43F8A58B-5155-44CE-A5FF-7647B47D0A7A}"/>
          </ac:spMkLst>
        </pc:spChg>
        <pc:spChg chg="add">
          <ac:chgData name="耀泉 马" userId="19e30af8d5659de2" providerId="LiveId" clId="{C3594856-CEDA-5129-B2AF-7962E3CA4CA3}" dt="2026-03-17T20:49:58.716" v="56" actId="26606"/>
          <ac:spMkLst>
            <pc:docMk/>
            <pc:sldMk cId="0" sldId="259"/>
            <ac:spMk id="19" creationId="{443F2ACA-E6D6-4028-82DD-F03C262D5DE6}"/>
          </ac:spMkLst>
        </pc:spChg>
        <pc:graphicFrameChg chg="add mod">
          <ac:chgData name="耀泉 马" userId="19e30af8d5659de2" providerId="LiveId" clId="{C3594856-CEDA-5129-B2AF-7962E3CA4CA3}" dt="2026-03-19T15:14:05.952" v="3011" actId="20577"/>
          <ac:graphicFrameMkLst>
            <pc:docMk/>
            <pc:sldMk cId="0" sldId="259"/>
            <ac:graphicFrameMk id="5" creationId="{72EE324B-7C98-9CC4-F81F-66E44D767821}"/>
          </ac:graphicFrameMkLst>
        </pc:graphicFrameChg>
      </pc:sldChg>
      <pc:sldChg chg="addSp delSp modSp mod ord modNotesTx">
        <pc:chgData name="耀泉 马" userId="19e30af8d5659de2" providerId="LiveId" clId="{C3594856-CEDA-5129-B2AF-7962E3CA4CA3}" dt="2026-03-21T18:23:43.642" v="3382" actId="313"/>
        <pc:sldMkLst>
          <pc:docMk/>
          <pc:sldMk cId="0" sldId="261"/>
        </pc:sldMkLst>
        <pc:spChg chg="mod">
          <ac:chgData name="耀泉 马" userId="19e30af8d5659de2" providerId="LiveId" clId="{C3594856-CEDA-5129-B2AF-7962E3CA4CA3}" dt="2026-03-19T15:43:19.766" v="3032" actId="20577"/>
          <ac:spMkLst>
            <pc:docMk/>
            <pc:sldMk cId="0" sldId="261"/>
            <ac:spMk id="2" creationId="{00000000-0000-0000-0000-000000000000}"/>
          </ac:spMkLst>
        </pc:spChg>
        <pc:spChg chg="mod">
          <ac:chgData name="耀泉 马" userId="19e30af8d5659de2" providerId="LiveId" clId="{C3594856-CEDA-5129-B2AF-7962E3CA4CA3}" dt="2026-03-21T18:23:43.642" v="3382" actId="313"/>
          <ac:spMkLst>
            <pc:docMk/>
            <pc:sldMk cId="0" sldId="261"/>
            <ac:spMk id="3" creationId="{00000000-0000-0000-0000-000000000000}"/>
          </ac:spMkLst>
        </pc:spChg>
        <pc:spChg chg="add mod">
          <ac:chgData name="耀泉 马" userId="19e30af8d5659de2" providerId="LiveId" clId="{C3594856-CEDA-5129-B2AF-7962E3CA4CA3}" dt="2026-03-21T17:29:09.431" v="3262" actId="20577"/>
          <ac:spMkLst>
            <pc:docMk/>
            <pc:sldMk cId="0" sldId="261"/>
            <ac:spMk id="6" creationId="{8687E6AD-521E-D1E7-35AD-BF4BAC06AF84}"/>
          </ac:spMkLst>
        </pc:spChg>
        <pc:spChg chg="add del mod">
          <ac:chgData name="耀泉 马" userId="19e30af8d5659de2" providerId="LiveId" clId="{C3594856-CEDA-5129-B2AF-7962E3CA4CA3}" dt="2026-03-21T16:11:40.978" v="3050" actId="478"/>
          <ac:spMkLst>
            <pc:docMk/>
            <pc:sldMk cId="0" sldId="261"/>
            <ac:spMk id="7" creationId="{ACE08B36-5C37-248F-54D3-888A2C0F96B2}"/>
          </ac:spMkLst>
        </pc:spChg>
        <pc:picChg chg="add mod">
          <ac:chgData name="耀泉 马" userId="19e30af8d5659de2" providerId="LiveId" clId="{C3594856-CEDA-5129-B2AF-7962E3CA4CA3}" dt="2026-03-18T18:03:14.533" v="1328" actId="1036"/>
          <ac:picMkLst>
            <pc:docMk/>
            <pc:sldMk cId="0" sldId="261"/>
            <ac:picMk id="5" creationId="{E171E68C-4B0B-70CC-471A-67E4CA14063A}"/>
          </ac:picMkLst>
        </pc:picChg>
      </pc:sldChg>
      <pc:sldChg chg="modSp mod">
        <pc:chgData name="耀泉 马" userId="19e30af8d5659de2" providerId="LiveId" clId="{C3594856-CEDA-5129-B2AF-7962E3CA4CA3}" dt="2026-03-19T15:16:36.398" v="3013" actId="20577"/>
        <pc:sldMkLst>
          <pc:docMk/>
          <pc:sldMk cId="0" sldId="263"/>
        </pc:sldMkLst>
        <pc:spChg chg="mod">
          <ac:chgData name="耀泉 马" userId="19e30af8d5659de2" providerId="LiveId" clId="{C3594856-CEDA-5129-B2AF-7962E3CA4CA3}" dt="2026-03-19T15:16:36.398" v="3013" actId="20577"/>
          <ac:spMkLst>
            <pc:docMk/>
            <pc:sldMk cId="0" sldId="263"/>
            <ac:spMk id="3" creationId="{00000000-0000-0000-0000-000000000000}"/>
          </ac:spMkLst>
        </pc:spChg>
      </pc:sldChg>
      <pc:sldChg chg="modSp del mod">
        <pc:chgData name="耀泉 马" userId="19e30af8d5659de2" providerId="LiveId" clId="{C3594856-CEDA-5129-B2AF-7962E3CA4CA3}" dt="2026-03-21T16:21:59.799" v="3128" actId="2696"/>
        <pc:sldMkLst>
          <pc:docMk/>
          <pc:sldMk cId="0" sldId="264"/>
        </pc:sldMkLst>
        <pc:spChg chg="mod">
          <ac:chgData name="耀泉 马" userId="19e30af8d5659de2" providerId="LiveId" clId="{C3594856-CEDA-5129-B2AF-7962E3CA4CA3}" dt="2026-03-21T13:58:05.230" v="3036" actId="20577"/>
          <ac:spMkLst>
            <pc:docMk/>
            <pc:sldMk cId="0" sldId="264"/>
            <ac:spMk id="3" creationId="{00000000-0000-0000-0000-000000000000}"/>
          </ac:spMkLst>
        </pc:spChg>
      </pc:sldChg>
      <pc:sldChg chg="modSp mod">
        <pc:chgData name="耀泉 马" userId="19e30af8d5659de2" providerId="LiveId" clId="{C3594856-CEDA-5129-B2AF-7962E3CA4CA3}" dt="2026-03-19T15:25:41.900" v="3029" actId="27636"/>
        <pc:sldMkLst>
          <pc:docMk/>
          <pc:sldMk cId="0" sldId="265"/>
        </pc:sldMkLst>
        <pc:spChg chg="mod">
          <ac:chgData name="耀泉 马" userId="19e30af8d5659de2" providerId="LiveId" clId="{C3594856-CEDA-5129-B2AF-7962E3CA4CA3}" dt="2026-03-19T15:25:41.900" v="3029" actId="27636"/>
          <ac:spMkLst>
            <pc:docMk/>
            <pc:sldMk cId="0" sldId="265"/>
            <ac:spMk id="3" creationId="{00000000-0000-0000-0000-000000000000}"/>
          </ac:spMkLst>
        </pc:spChg>
      </pc:sldChg>
      <pc:sldChg chg="addSp delSp modSp add mod modAnim">
        <pc:chgData name="耀泉 马" userId="19e30af8d5659de2" providerId="LiveId" clId="{C3594856-CEDA-5129-B2AF-7962E3CA4CA3}" dt="2026-03-21T17:49:38.641" v="3335" actId="692"/>
        <pc:sldMkLst>
          <pc:docMk/>
          <pc:sldMk cId="814386939" sldId="268"/>
        </pc:sldMkLst>
        <pc:spChg chg="mod">
          <ac:chgData name="耀泉 马" userId="19e30af8d5659de2" providerId="LiveId" clId="{C3594856-CEDA-5129-B2AF-7962E3CA4CA3}" dt="2026-03-18T19:32:26.722" v="1619" actId="1037"/>
          <ac:spMkLst>
            <pc:docMk/>
            <pc:sldMk cId="814386939" sldId="268"/>
            <ac:spMk id="2" creationId="{27A7649C-399B-A7D8-23B6-9103D9339C31}"/>
          </ac:spMkLst>
        </pc:spChg>
        <pc:spChg chg="add mod">
          <ac:chgData name="耀泉 马" userId="19e30af8d5659de2" providerId="LiveId" clId="{C3594856-CEDA-5129-B2AF-7962E3CA4CA3}" dt="2026-03-18T19:17:32.405" v="1448" actId="14100"/>
          <ac:spMkLst>
            <pc:docMk/>
            <pc:sldMk cId="814386939" sldId="268"/>
            <ac:spMk id="3" creationId="{D8F36B1E-4421-62CA-E09E-DFAE03ECBDBB}"/>
          </ac:spMkLst>
        </pc:spChg>
        <pc:spChg chg="add mod">
          <ac:chgData name="耀泉 马" userId="19e30af8d5659de2" providerId="LiveId" clId="{C3594856-CEDA-5129-B2AF-7962E3CA4CA3}" dt="2026-03-18T19:17:26.494" v="1447" actId="14100"/>
          <ac:spMkLst>
            <pc:docMk/>
            <pc:sldMk cId="814386939" sldId="268"/>
            <ac:spMk id="4" creationId="{7C9932A4-32D4-F522-A763-3EB6F836FB90}"/>
          </ac:spMkLst>
        </pc:spChg>
        <pc:spChg chg="add mod">
          <ac:chgData name="耀泉 马" userId="19e30af8d5659de2" providerId="LiveId" clId="{C3594856-CEDA-5129-B2AF-7962E3CA4CA3}" dt="2026-03-18T19:50:40.220" v="1706"/>
          <ac:spMkLst>
            <pc:docMk/>
            <pc:sldMk cId="814386939" sldId="268"/>
            <ac:spMk id="5" creationId="{1770629D-73C8-A0CD-A17F-762F9D35451E}"/>
          </ac:spMkLst>
        </pc:spChg>
        <pc:spChg chg="add mod">
          <ac:chgData name="耀泉 马" userId="19e30af8d5659de2" providerId="LiveId" clId="{C3594856-CEDA-5129-B2AF-7962E3CA4CA3}" dt="2026-03-18T19:45:05.423" v="1699" actId="207"/>
          <ac:spMkLst>
            <pc:docMk/>
            <pc:sldMk cId="814386939" sldId="268"/>
            <ac:spMk id="6" creationId="{951E455F-C561-6E58-CC8E-0C4FC5F238BF}"/>
          </ac:spMkLst>
        </pc:spChg>
        <pc:spChg chg="add mod">
          <ac:chgData name="耀泉 马" userId="19e30af8d5659de2" providerId="LiveId" clId="{C3594856-CEDA-5129-B2AF-7962E3CA4CA3}" dt="2026-03-18T19:50:34.159" v="1705" actId="113"/>
          <ac:spMkLst>
            <pc:docMk/>
            <pc:sldMk cId="814386939" sldId="268"/>
            <ac:spMk id="7" creationId="{854755DE-752C-BCAE-3133-763CFEF59332}"/>
          </ac:spMkLst>
        </pc:spChg>
        <pc:spChg chg="add mod">
          <ac:chgData name="耀泉 马" userId="19e30af8d5659de2" providerId="LiveId" clId="{C3594856-CEDA-5129-B2AF-7962E3CA4CA3}" dt="2026-03-18T19:32:36.191" v="1621" actId="14100"/>
          <ac:spMkLst>
            <pc:docMk/>
            <pc:sldMk cId="814386939" sldId="268"/>
            <ac:spMk id="9" creationId="{16727677-89B0-8CFD-39B7-288A3FDBB57D}"/>
          </ac:spMkLst>
        </pc:spChg>
        <pc:spChg chg="add mod">
          <ac:chgData name="耀泉 马" userId="19e30af8d5659de2" providerId="LiveId" clId="{C3594856-CEDA-5129-B2AF-7962E3CA4CA3}" dt="2026-03-21T17:47:51.353" v="3304" actId="1035"/>
          <ac:spMkLst>
            <pc:docMk/>
            <pc:sldMk cId="814386939" sldId="268"/>
            <ac:spMk id="11" creationId="{3F65E67E-0C4B-E7A7-C2AA-F6ADC83D50A6}"/>
          </ac:spMkLst>
        </pc:spChg>
        <pc:spChg chg="add mod">
          <ac:chgData name="耀泉 马" userId="19e30af8d5659de2" providerId="LiveId" clId="{C3594856-CEDA-5129-B2AF-7962E3CA4CA3}" dt="2026-03-18T19:44:32.014" v="1695" actId="255"/>
          <ac:spMkLst>
            <pc:docMk/>
            <pc:sldMk cId="814386939" sldId="268"/>
            <ac:spMk id="12" creationId="{705DE116-2B12-7A1F-1998-18F0A82996FE}"/>
          </ac:spMkLst>
        </pc:spChg>
        <pc:spChg chg="add mod">
          <ac:chgData name="耀泉 马" userId="19e30af8d5659de2" providerId="LiveId" clId="{C3594856-CEDA-5129-B2AF-7962E3CA4CA3}" dt="2026-03-18T19:40:45.487" v="1651" actId="207"/>
          <ac:spMkLst>
            <pc:docMk/>
            <pc:sldMk cId="814386939" sldId="268"/>
            <ac:spMk id="13" creationId="{5930CA17-7B55-A33A-0F68-6DBBD0F0BD7E}"/>
          </ac:spMkLst>
        </pc:spChg>
        <pc:spChg chg="add mod">
          <ac:chgData name="耀泉 马" userId="19e30af8d5659de2" providerId="LiveId" clId="{C3594856-CEDA-5129-B2AF-7962E3CA4CA3}" dt="2026-03-18T19:44:37.187" v="1696" actId="1036"/>
          <ac:spMkLst>
            <pc:docMk/>
            <pc:sldMk cId="814386939" sldId="268"/>
            <ac:spMk id="14" creationId="{0D87838E-0C28-3EFD-E282-AEC8F5C97DFF}"/>
          </ac:spMkLst>
        </pc:spChg>
        <pc:spChg chg="add mod">
          <ac:chgData name="耀泉 马" userId="19e30af8d5659de2" providerId="LiveId" clId="{C3594856-CEDA-5129-B2AF-7962E3CA4CA3}" dt="2026-03-18T20:54:12.708" v="1919" actId="164"/>
          <ac:spMkLst>
            <pc:docMk/>
            <pc:sldMk cId="814386939" sldId="268"/>
            <ac:spMk id="15" creationId="{A94C761C-48AB-DD60-DA19-85A886820E18}"/>
          </ac:spMkLst>
        </pc:spChg>
        <pc:spChg chg="add mod">
          <ac:chgData name="耀泉 马" userId="19e30af8d5659de2" providerId="LiveId" clId="{C3594856-CEDA-5129-B2AF-7962E3CA4CA3}" dt="2026-03-18T13:36:46.476" v="1072" actId="1037"/>
          <ac:spMkLst>
            <pc:docMk/>
            <pc:sldMk cId="814386939" sldId="268"/>
            <ac:spMk id="16" creationId="{D1390177-FBD9-8F4F-EDA5-30DFBCE23645}"/>
          </ac:spMkLst>
        </pc:spChg>
        <pc:spChg chg="add mod">
          <ac:chgData name="耀泉 马" userId="19e30af8d5659de2" providerId="LiveId" clId="{C3594856-CEDA-5129-B2AF-7962E3CA4CA3}" dt="2026-03-18T20:54:12.708" v="1919" actId="164"/>
          <ac:spMkLst>
            <pc:docMk/>
            <pc:sldMk cId="814386939" sldId="268"/>
            <ac:spMk id="18" creationId="{A207669A-2F18-74DE-EF98-15D460676C8E}"/>
          </ac:spMkLst>
        </pc:spChg>
        <pc:spChg chg="add mod">
          <ac:chgData name="耀泉 马" userId="19e30af8d5659de2" providerId="LiveId" clId="{C3594856-CEDA-5129-B2AF-7962E3CA4CA3}" dt="2026-03-18T20:54:12.708" v="1919" actId="164"/>
          <ac:spMkLst>
            <pc:docMk/>
            <pc:sldMk cId="814386939" sldId="268"/>
            <ac:spMk id="19" creationId="{FA77EB64-8719-EF87-D29C-CA05EF81617A}"/>
          </ac:spMkLst>
        </pc:spChg>
        <pc:spChg chg="add mod">
          <ac:chgData name="耀泉 马" userId="19e30af8d5659de2" providerId="LiveId" clId="{C3594856-CEDA-5129-B2AF-7962E3CA4CA3}" dt="2026-03-18T20:54:12.708" v="1919" actId="164"/>
          <ac:spMkLst>
            <pc:docMk/>
            <pc:sldMk cId="814386939" sldId="268"/>
            <ac:spMk id="20" creationId="{81CD0A4C-F4B8-B425-C0FD-908F17355677}"/>
          </ac:spMkLst>
        </pc:spChg>
        <pc:spChg chg="add mod">
          <ac:chgData name="耀泉 马" userId="19e30af8d5659de2" providerId="LiveId" clId="{C3594856-CEDA-5129-B2AF-7962E3CA4CA3}" dt="2026-03-18T20:54:12.708" v="1919" actId="164"/>
          <ac:spMkLst>
            <pc:docMk/>
            <pc:sldMk cId="814386939" sldId="268"/>
            <ac:spMk id="21" creationId="{D88078BA-E23F-CDEB-61D2-2CD4EE7C9732}"/>
          </ac:spMkLst>
        </pc:spChg>
        <pc:spChg chg="add mod">
          <ac:chgData name="耀泉 马" userId="19e30af8d5659de2" providerId="LiveId" clId="{C3594856-CEDA-5129-B2AF-7962E3CA4CA3}" dt="2026-03-18T20:54:12.708" v="1919" actId="164"/>
          <ac:spMkLst>
            <pc:docMk/>
            <pc:sldMk cId="814386939" sldId="268"/>
            <ac:spMk id="22" creationId="{08CA9175-388D-6099-2700-905D3E649905}"/>
          </ac:spMkLst>
        </pc:spChg>
        <pc:spChg chg="add mod">
          <ac:chgData name="耀泉 马" userId="19e30af8d5659de2" providerId="LiveId" clId="{C3594856-CEDA-5129-B2AF-7962E3CA4CA3}" dt="2026-03-18T20:54:12.708" v="1919" actId="164"/>
          <ac:spMkLst>
            <pc:docMk/>
            <pc:sldMk cId="814386939" sldId="268"/>
            <ac:spMk id="23" creationId="{F7A06578-1DEB-DC17-DAC1-2D3445941FF9}"/>
          </ac:spMkLst>
        </pc:spChg>
        <pc:spChg chg="add mod">
          <ac:chgData name="耀泉 马" userId="19e30af8d5659de2" providerId="LiveId" clId="{C3594856-CEDA-5129-B2AF-7962E3CA4CA3}" dt="2026-03-18T20:54:12.708" v="1919" actId="164"/>
          <ac:spMkLst>
            <pc:docMk/>
            <pc:sldMk cId="814386939" sldId="268"/>
            <ac:spMk id="24" creationId="{17FEF3B6-DEA5-06E3-2898-C204D1ABD2D4}"/>
          </ac:spMkLst>
        </pc:spChg>
        <pc:spChg chg="add mod">
          <ac:chgData name="耀泉 马" userId="19e30af8d5659de2" providerId="LiveId" clId="{C3594856-CEDA-5129-B2AF-7962E3CA4CA3}" dt="2026-03-18T20:54:12.708" v="1919" actId="164"/>
          <ac:spMkLst>
            <pc:docMk/>
            <pc:sldMk cId="814386939" sldId="268"/>
            <ac:spMk id="25" creationId="{286839BE-7C81-1D01-3152-F17330EDCCF5}"/>
          </ac:spMkLst>
        </pc:spChg>
        <pc:spChg chg="add mod">
          <ac:chgData name="耀泉 马" userId="19e30af8d5659de2" providerId="LiveId" clId="{C3594856-CEDA-5129-B2AF-7962E3CA4CA3}" dt="2026-03-21T17:47:54.640" v="3311" actId="1035"/>
          <ac:spMkLst>
            <pc:docMk/>
            <pc:sldMk cId="814386939" sldId="268"/>
            <ac:spMk id="26" creationId="{5A3B2090-F6B4-3581-F8A8-F52D53D6F34F}"/>
          </ac:spMkLst>
        </pc:spChg>
        <pc:spChg chg="add mod">
          <ac:chgData name="耀泉 马" userId="19e30af8d5659de2" providerId="LiveId" clId="{C3594856-CEDA-5129-B2AF-7962E3CA4CA3}" dt="2026-03-21T17:48:14.248" v="3322" actId="1038"/>
          <ac:spMkLst>
            <pc:docMk/>
            <pc:sldMk cId="814386939" sldId="268"/>
            <ac:spMk id="27" creationId="{50D3E9FE-7775-2CFB-20E3-5ECAA03D6AA4}"/>
          </ac:spMkLst>
        </pc:spChg>
        <pc:spChg chg="add mod">
          <ac:chgData name="耀泉 马" userId="19e30af8d5659de2" providerId="LiveId" clId="{C3594856-CEDA-5129-B2AF-7962E3CA4CA3}" dt="2026-03-18T20:53:25.957" v="1906" actId="1076"/>
          <ac:spMkLst>
            <pc:docMk/>
            <pc:sldMk cId="814386939" sldId="268"/>
            <ac:spMk id="29" creationId="{C481748B-DFA3-5040-1741-08C0E6A1CBC3}"/>
          </ac:spMkLst>
        </pc:spChg>
        <pc:spChg chg="add mod">
          <ac:chgData name="耀泉 马" userId="19e30af8d5659de2" providerId="LiveId" clId="{C3594856-CEDA-5129-B2AF-7962E3CA4CA3}" dt="2026-03-21T17:49:06.675" v="3333" actId="20577"/>
          <ac:spMkLst>
            <pc:docMk/>
            <pc:sldMk cId="814386939" sldId="268"/>
            <ac:spMk id="30" creationId="{35A90ADA-4ED2-EA0D-C51B-D9962D708F97}"/>
          </ac:spMkLst>
        </pc:spChg>
        <pc:spChg chg="add mod">
          <ac:chgData name="耀泉 马" userId="19e30af8d5659de2" providerId="LiveId" clId="{C3594856-CEDA-5129-B2AF-7962E3CA4CA3}" dt="2026-03-21T17:44:57.870" v="3271" actId="1037"/>
          <ac:spMkLst>
            <pc:docMk/>
            <pc:sldMk cId="814386939" sldId="268"/>
            <ac:spMk id="31" creationId="{4C4BE4F8-8409-9639-A500-F83409FCFFA7}"/>
          </ac:spMkLst>
        </pc:spChg>
        <pc:spChg chg="add mod">
          <ac:chgData name="耀泉 马" userId="19e30af8d5659de2" providerId="LiveId" clId="{C3594856-CEDA-5129-B2AF-7962E3CA4CA3}" dt="2026-03-21T17:48:51.651" v="3326"/>
          <ac:spMkLst>
            <pc:docMk/>
            <pc:sldMk cId="814386939" sldId="268"/>
            <ac:spMk id="33" creationId="{B8F9C0DF-9C3A-1217-442A-C22496842740}"/>
          </ac:spMkLst>
        </pc:spChg>
        <pc:spChg chg="add mod">
          <ac:chgData name="耀泉 马" userId="19e30af8d5659de2" providerId="LiveId" clId="{C3594856-CEDA-5129-B2AF-7962E3CA4CA3}" dt="2026-03-21T17:44:57.870" v="3271" actId="1037"/>
          <ac:spMkLst>
            <pc:docMk/>
            <pc:sldMk cId="814386939" sldId="268"/>
            <ac:spMk id="34" creationId="{898E5945-17AE-5FBB-BC98-0FD633DC2CAC}"/>
          </ac:spMkLst>
        </pc:spChg>
        <pc:spChg chg="add mod">
          <ac:chgData name="耀泉 马" userId="19e30af8d5659de2" providerId="LiveId" clId="{C3594856-CEDA-5129-B2AF-7962E3CA4CA3}" dt="2026-03-21T17:44:57.870" v="3271" actId="1037"/>
          <ac:spMkLst>
            <pc:docMk/>
            <pc:sldMk cId="814386939" sldId="268"/>
            <ac:spMk id="35" creationId="{BD4FE70E-F51F-727A-A874-33B8D4973ACE}"/>
          </ac:spMkLst>
        </pc:spChg>
        <pc:spChg chg="add mod">
          <ac:chgData name="耀泉 马" userId="19e30af8d5659de2" providerId="LiveId" clId="{C3594856-CEDA-5129-B2AF-7962E3CA4CA3}" dt="2026-03-21T17:44:57.870" v="3271" actId="1037"/>
          <ac:spMkLst>
            <pc:docMk/>
            <pc:sldMk cId="814386939" sldId="268"/>
            <ac:spMk id="36" creationId="{8E465672-FFCF-BCE1-F9B8-C0A0E6B71185}"/>
          </ac:spMkLst>
        </pc:spChg>
        <pc:spChg chg="add mod">
          <ac:chgData name="耀泉 马" userId="19e30af8d5659de2" providerId="LiveId" clId="{C3594856-CEDA-5129-B2AF-7962E3CA4CA3}" dt="2026-03-21T17:44:57.870" v="3271" actId="1037"/>
          <ac:spMkLst>
            <pc:docMk/>
            <pc:sldMk cId="814386939" sldId="268"/>
            <ac:spMk id="37" creationId="{2FE35625-CA79-A0B6-4996-D4741B89A479}"/>
          </ac:spMkLst>
        </pc:spChg>
        <pc:spChg chg="add mod">
          <ac:chgData name="耀泉 马" userId="19e30af8d5659de2" providerId="LiveId" clId="{C3594856-CEDA-5129-B2AF-7962E3CA4CA3}" dt="2026-03-21T17:44:57.870" v="3271" actId="1037"/>
          <ac:spMkLst>
            <pc:docMk/>
            <pc:sldMk cId="814386939" sldId="268"/>
            <ac:spMk id="38" creationId="{CB2106DB-534B-A3C8-74B6-F9ADB9D133FF}"/>
          </ac:spMkLst>
        </pc:spChg>
        <pc:spChg chg="add mod">
          <ac:chgData name="耀泉 马" userId="19e30af8d5659de2" providerId="LiveId" clId="{C3594856-CEDA-5129-B2AF-7962E3CA4CA3}" dt="2026-03-21T17:44:57.870" v="3271" actId="1037"/>
          <ac:spMkLst>
            <pc:docMk/>
            <pc:sldMk cId="814386939" sldId="268"/>
            <ac:spMk id="40" creationId="{20DAA727-43B6-B948-17C0-65167B768785}"/>
          </ac:spMkLst>
        </pc:spChg>
        <pc:spChg chg="add mod">
          <ac:chgData name="耀泉 马" userId="19e30af8d5659de2" providerId="LiveId" clId="{C3594856-CEDA-5129-B2AF-7962E3CA4CA3}" dt="2026-03-21T17:44:57.870" v="3271" actId="1037"/>
          <ac:spMkLst>
            <pc:docMk/>
            <pc:sldMk cId="814386939" sldId="268"/>
            <ac:spMk id="41" creationId="{E8ACCC30-8847-DDF5-0E99-0273CCFD743E}"/>
          </ac:spMkLst>
        </pc:spChg>
        <pc:spChg chg="add mod">
          <ac:chgData name="耀泉 马" userId="19e30af8d5659de2" providerId="LiveId" clId="{C3594856-CEDA-5129-B2AF-7962E3CA4CA3}" dt="2026-03-21T17:44:57.870" v="3271" actId="1037"/>
          <ac:spMkLst>
            <pc:docMk/>
            <pc:sldMk cId="814386939" sldId="268"/>
            <ac:spMk id="45" creationId="{770BE998-DE42-AC75-3931-827DAE46A753}"/>
          </ac:spMkLst>
        </pc:spChg>
        <pc:spChg chg="add mod">
          <ac:chgData name="耀泉 马" userId="19e30af8d5659de2" providerId="LiveId" clId="{C3594856-CEDA-5129-B2AF-7962E3CA4CA3}" dt="2026-03-18T13:47:10.656" v="1142" actId="14100"/>
          <ac:spMkLst>
            <pc:docMk/>
            <pc:sldMk cId="814386939" sldId="268"/>
            <ac:spMk id="51" creationId="{C104F36B-F534-4203-4C3B-1A7267A0950D}"/>
          </ac:spMkLst>
        </pc:spChg>
        <pc:spChg chg="add mod">
          <ac:chgData name="耀泉 马" userId="19e30af8d5659de2" providerId="LiveId" clId="{C3594856-CEDA-5129-B2AF-7962E3CA4CA3}" dt="2026-03-18T19:35:56.571" v="1637"/>
          <ac:spMkLst>
            <pc:docMk/>
            <pc:sldMk cId="814386939" sldId="268"/>
            <ac:spMk id="52" creationId="{8B8FC5B0-A1F5-D5BD-3910-5A2F09AEB404}"/>
          </ac:spMkLst>
        </pc:spChg>
        <pc:spChg chg="add mod">
          <ac:chgData name="耀泉 马" userId="19e30af8d5659de2" providerId="LiveId" clId="{C3594856-CEDA-5129-B2AF-7962E3CA4CA3}" dt="2026-03-18T13:38:33.485" v="1128" actId="692"/>
          <ac:spMkLst>
            <pc:docMk/>
            <pc:sldMk cId="814386939" sldId="268"/>
            <ac:spMk id="57" creationId="{4102F10F-61FB-ACF1-672C-97A8402E3AFB}"/>
          </ac:spMkLst>
        </pc:spChg>
        <pc:spChg chg="add mod">
          <ac:chgData name="耀泉 马" userId="19e30af8d5659de2" providerId="LiveId" clId="{C3594856-CEDA-5129-B2AF-7962E3CA4CA3}" dt="2026-03-18T13:38:33.485" v="1128" actId="692"/>
          <ac:spMkLst>
            <pc:docMk/>
            <pc:sldMk cId="814386939" sldId="268"/>
            <ac:spMk id="58" creationId="{6EE0CBBE-B553-FAB0-5A8E-9FFE28521536}"/>
          </ac:spMkLst>
        </pc:spChg>
        <pc:spChg chg="add mod">
          <ac:chgData name="耀泉 马" userId="19e30af8d5659de2" providerId="LiveId" clId="{C3594856-CEDA-5129-B2AF-7962E3CA4CA3}" dt="2026-03-18T19:45:10.065" v="1700" actId="207"/>
          <ac:spMkLst>
            <pc:docMk/>
            <pc:sldMk cId="814386939" sldId="268"/>
            <ac:spMk id="61" creationId="{EF3E311E-249D-8AE8-40EB-C4B8841E7274}"/>
          </ac:spMkLst>
        </pc:spChg>
        <pc:spChg chg="add mod">
          <ac:chgData name="耀泉 马" userId="19e30af8d5659de2" providerId="LiveId" clId="{C3594856-CEDA-5129-B2AF-7962E3CA4CA3}" dt="2026-03-18T13:33:44.348" v="984" actId="692"/>
          <ac:spMkLst>
            <pc:docMk/>
            <pc:sldMk cId="814386939" sldId="268"/>
            <ac:spMk id="68" creationId="{0C82C30F-DB6C-8563-EE0F-95A70A254AB1}"/>
          </ac:spMkLst>
        </pc:spChg>
        <pc:spChg chg="add mod">
          <ac:chgData name="耀泉 马" userId="19e30af8d5659de2" providerId="LiveId" clId="{C3594856-CEDA-5129-B2AF-7962E3CA4CA3}" dt="2026-03-18T13:33:44.348" v="984" actId="692"/>
          <ac:spMkLst>
            <pc:docMk/>
            <pc:sldMk cId="814386939" sldId="268"/>
            <ac:spMk id="69" creationId="{29B6B052-7ABF-86FB-50DC-081D1374EB08}"/>
          </ac:spMkLst>
        </pc:spChg>
        <pc:spChg chg="add mod">
          <ac:chgData name="耀泉 马" userId="19e30af8d5659de2" providerId="LiveId" clId="{C3594856-CEDA-5129-B2AF-7962E3CA4CA3}" dt="2026-03-18T13:33:44.348" v="984" actId="692"/>
          <ac:spMkLst>
            <pc:docMk/>
            <pc:sldMk cId="814386939" sldId="268"/>
            <ac:spMk id="70" creationId="{CF703202-FE4F-CA62-0EF6-FF8049605C7A}"/>
          </ac:spMkLst>
        </pc:spChg>
        <pc:spChg chg="add mod">
          <ac:chgData name="耀泉 马" userId="19e30af8d5659de2" providerId="LiveId" clId="{C3594856-CEDA-5129-B2AF-7962E3CA4CA3}" dt="2026-03-18T13:33:35.532" v="983" actId="20577"/>
          <ac:spMkLst>
            <pc:docMk/>
            <pc:sldMk cId="814386939" sldId="268"/>
            <ac:spMk id="71" creationId="{BB23A304-3133-FFFC-BA77-35B0AB9925F7}"/>
          </ac:spMkLst>
        </pc:spChg>
        <pc:spChg chg="add mod">
          <ac:chgData name="耀泉 马" userId="19e30af8d5659de2" providerId="LiveId" clId="{C3594856-CEDA-5129-B2AF-7962E3CA4CA3}" dt="2026-03-18T13:34:45.321" v="1003" actId="1076"/>
          <ac:spMkLst>
            <pc:docMk/>
            <pc:sldMk cId="814386939" sldId="268"/>
            <ac:spMk id="72" creationId="{E4E5F51E-54AE-A4DA-44E3-3B28801864C1}"/>
          </ac:spMkLst>
        </pc:spChg>
        <pc:spChg chg="add mod">
          <ac:chgData name="耀泉 马" userId="19e30af8d5659de2" providerId="LiveId" clId="{C3594856-CEDA-5129-B2AF-7962E3CA4CA3}" dt="2026-03-18T13:34:52.297" v="1012" actId="1037"/>
          <ac:spMkLst>
            <pc:docMk/>
            <pc:sldMk cId="814386939" sldId="268"/>
            <ac:spMk id="73" creationId="{58C31ACD-ACA6-096C-05E0-6A8CDCEDE838}"/>
          </ac:spMkLst>
        </pc:spChg>
        <pc:spChg chg="add mod">
          <ac:chgData name="耀泉 马" userId="19e30af8d5659de2" providerId="LiveId" clId="{C3594856-CEDA-5129-B2AF-7962E3CA4CA3}" dt="2026-03-18T13:35:54.652" v="1055" actId="14100"/>
          <ac:spMkLst>
            <pc:docMk/>
            <pc:sldMk cId="814386939" sldId="268"/>
            <ac:spMk id="74" creationId="{85A42BEC-E9EF-9C69-762A-A4EE23D7D400}"/>
          </ac:spMkLst>
        </pc:spChg>
        <pc:spChg chg="add mod">
          <ac:chgData name="耀泉 马" userId="19e30af8d5659de2" providerId="LiveId" clId="{C3594856-CEDA-5129-B2AF-7962E3CA4CA3}" dt="2026-03-18T20:47:17.038" v="1827" actId="1076"/>
          <ac:spMkLst>
            <pc:docMk/>
            <pc:sldMk cId="814386939" sldId="268"/>
            <ac:spMk id="77" creationId="{BAF0A316-76DD-478D-567B-A5050D8F6F37}"/>
          </ac:spMkLst>
        </pc:spChg>
        <pc:spChg chg="add mod">
          <ac:chgData name="耀泉 马" userId="19e30af8d5659de2" providerId="LiveId" clId="{C3594856-CEDA-5129-B2AF-7962E3CA4CA3}" dt="2026-03-18T13:37:44.519" v="1120" actId="255"/>
          <ac:spMkLst>
            <pc:docMk/>
            <pc:sldMk cId="814386939" sldId="268"/>
            <ac:spMk id="78" creationId="{CFCC8544-DE2C-F5C4-BC42-B00DD8CE1FD7}"/>
          </ac:spMkLst>
        </pc:spChg>
        <pc:spChg chg="add mod">
          <ac:chgData name="耀泉 马" userId="19e30af8d5659de2" providerId="LiveId" clId="{C3594856-CEDA-5129-B2AF-7962E3CA4CA3}" dt="2026-03-18T13:37:26.286" v="1115" actId="1076"/>
          <ac:spMkLst>
            <pc:docMk/>
            <pc:sldMk cId="814386939" sldId="268"/>
            <ac:spMk id="79" creationId="{40FEA40F-045D-3818-232F-1989D72E2D17}"/>
          </ac:spMkLst>
        </pc:spChg>
        <pc:grpChg chg="add mod">
          <ac:chgData name="耀泉 马" userId="19e30af8d5659de2" providerId="LiveId" clId="{C3594856-CEDA-5129-B2AF-7962E3CA4CA3}" dt="2026-03-18T20:54:12.708" v="1919" actId="164"/>
          <ac:grpSpMkLst>
            <pc:docMk/>
            <pc:sldMk cId="814386939" sldId="268"/>
            <ac:grpSpMk id="116" creationId="{3DD13C83-1060-62D8-BA3C-30E3B2934AA8}"/>
          </ac:grpSpMkLst>
        </pc:grpChg>
        <pc:picChg chg="add mod">
          <ac:chgData name="耀泉 马" userId="19e30af8d5659de2" providerId="LiveId" clId="{C3594856-CEDA-5129-B2AF-7962E3CA4CA3}" dt="2026-03-18T19:38:29.058" v="1643" actId="14100"/>
          <ac:picMkLst>
            <pc:docMk/>
            <pc:sldMk cId="814386939" sldId="268"/>
            <ac:picMk id="10" creationId="{96811831-89C9-59F0-2294-9692BCB60E51}"/>
          </ac:picMkLst>
        </pc:picChg>
        <pc:picChg chg="add mod">
          <ac:chgData name="耀泉 马" userId="19e30af8d5659de2" providerId="LiveId" clId="{C3594856-CEDA-5129-B2AF-7962E3CA4CA3}" dt="2026-03-21T17:44:57.870" v="3271" actId="1037"/>
          <ac:picMkLst>
            <pc:docMk/>
            <pc:sldMk cId="814386939" sldId="268"/>
            <ac:picMk id="47" creationId="{21949BEA-0A35-9974-7DA4-7DA769B30521}"/>
          </ac:picMkLst>
        </pc:picChg>
        <pc:picChg chg="add mod">
          <ac:chgData name="耀泉 马" userId="19e30af8d5659de2" providerId="LiveId" clId="{C3594856-CEDA-5129-B2AF-7962E3CA4CA3}" dt="2026-03-18T13:47:06.962" v="1141" actId="1076"/>
          <ac:picMkLst>
            <pc:docMk/>
            <pc:sldMk cId="814386939" sldId="268"/>
            <ac:picMk id="80" creationId="{6488728A-F82B-5347-ACAE-568692FF907D}"/>
          </ac:picMkLst>
        </pc:picChg>
        <pc:picChg chg="add mod">
          <ac:chgData name="耀泉 马" userId="19e30af8d5659de2" providerId="LiveId" clId="{C3594856-CEDA-5129-B2AF-7962E3CA4CA3}" dt="2026-03-18T19:33:30.658" v="1632" actId="1036"/>
          <ac:picMkLst>
            <pc:docMk/>
            <pc:sldMk cId="814386939" sldId="268"/>
            <ac:picMk id="81" creationId="{C0550D18-DE3C-F599-E431-5240A0F0D7A9}"/>
          </ac:picMkLst>
        </pc:picChg>
        <pc:cxnChg chg="add mod">
          <ac:chgData name="耀泉 马" userId="19e30af8d5659de2" providerId="LiveId" clId="{C3594856-CEDA-5129-B2AF-7962E3CA4CA3}" dt="2026-03-18T13:19:45.960" v="728" actId="14100"/>
          <ac:cxnSpMkLst>
            <pc:docMk/>
            <pc:sldMk cId="814386939" sldId="268"/>
            <ac:cxnSpMk id="8" creationId="{FB96A4DD-1145-4C3E-1DBD-CC982FF21C79}"/>
          </ac:cxnSpMkLst>
        </pc:cxnChg>
        <pc:cxnChg chg="add mod">
          <ac:chgData name="耀泉 马" userId="19e30af8d5659de2" providerId="LiveId" clId="{C3594856-CEDA-5129-B2AF-7962E3CA4CA3}" dt="2026-03-18T13:19:42.953" v="727" actId="14100"/>
          <ac:cxnSpMkLst>
            <pc:docMk/>
            <pc:sldMk cId="814386939" sldId="268"/>
            <ac:cxnSpMk id="17" creationId="{2CB87647-8814-233A-C933-61DE9775BEDC}"/>
          </ac:cxnSpMkLst>
        </pc:cxnChg>
        <pc:cxnChg chg="add">
          <ac:chgData name="耀泉 马" userId="19e30af8d5659de2" providerId="LiveId" clId="{C3594856-CEDA-5129-B2AF-7962E3CA4CA3}" dt="2026-03-18T20:48:40.911" v="1863" actId="11529"/>
          <ac:cxnSpMkLst>
            <pc:docMk/>
            <pc:sldMk cId="814386939" sldId="268"/>
            <ac:cxnSpMk id="28" creationId="{34DDCD68-8F02-A359-8621-B05D8EE44064}"/>
          </ac:cxnSpMkLst>
        </pc:cxnChg>
        <pc:cxnChg chg="add">
          <ac:chgData name="耀泉 马" userId="19e30af8d5659de2" providerId="LiveId" clId="{C3594856-CEDA-5129-B2AF-7962E3CA4CA3}" dt="2026-03-18T20:48:50.115" v="1864" actId="11529"/>
          <ac:cxnSpMkLst>
            <pc:docMk/>
            <pc:sldMk cId="814386939" sldId="268"/>
            <ac:cxnSpMk id="32" creationId="{B0A9F970-7426-4426-6B02-369409561D22}"/>
          </ac:cxnSpMkLst>
        </pc:cxnChg>
        <pc:cxnChg chg="add">
          <ac:chgData name="耀泉 马" userId="19e30af8d5659de2" providerId="LiveId" clId="{C3594856-CEDA-5129-B2AF-7962E3CA4CA3}" dt="2026-03-18T20:48:54.829" v="1865" actId="11529"/>
          <ac:cxnSpMkLst>
            <pc:docMk/>
            <pc:sldMk cId="814386939" sldId="268"/>
            <ac:cxnSpMk id="39" creationId="{7BABCC0E-F8FC-0C35-13FF-8123DF0F4204}"/>
          </ac:cxnSpMkLst>
        </pc:cxnChg>
        <pc:cxnChg chg="add">
          <ac:chgData name="耀泉 马" userId="19e30af8d5659de2" providerId="LiveId" clId="{C3594856-CEDA-5129-B2AF-7962E3CA4CA3}" dt="2026-03-18T20:49:00.414" v="1866" actId="11529"/>
          <ac:cxnSpMkLst>
            <pc:docMk/>
            <pc:sldMk cId="814386939" sldId="268"/>
            <ac:cxnSpMk id="43" creationId="{F65AD1BA-1D61-77BB-3072-54FC94A052AE}"/>
          </ac:cxnSpMkLst>
        </pc:cxnChg>
        <pc:cxnChg chg="add mod">
          <ac:chgData name="耀泉 马" userId="19e30af8d5659de2" providerId="LiveId" clId="{C3594856-CEDA-5129-B2AF-7962E3CA4CA3}" dt="2026-03-21T17:49:38.641" v="3335" actId="692"/>
          <ac:cxnSpMkLst>
            <pc:docMk/>
            <pc:sldMk cId="814386939" sldId="268"/>
            <ac:cxnSpMk id="44" creationId="{AB8106FF-636B-AB03-E5F0-D78D50008D2F}"/>
          </ac:cxnSpMkLst>
        </pc:cxnChg>
        <pc:cxnChg chg="add mod">
          <ac:chgData name="耀泉 马" userId="19e30af8d5659de2" providerId="LiveId" clId="{C3594856-CEDA-5129-B2AF-7962E3CA4CA3}" dt="2026-03-18T20:49:13.767" v="1869" actId="14100"/>
          <ac:cxnSpMkLst>
            <pc:docMk/>
            <pc:sldMk cId="814386939" sldId="268"/>
            <ac:cxnSpMk id="46" creationId="{F65A1A90-EECF-1E55-66A6-A58FEB0919FC}"/>
          </ac:cxnSpMkLst>
        </pc:cxnChg>
        <pc:cxnChg chg="add mod">
          <ac:chgData name="耀泉 马" userId="19e30af8d5659de2" providerId="LiveId" clId="{C3594856-CEDA-5129-B2AF-7962E3CA4CA3}" dt="2026-03-18T20:49:21.187" v="1872" actId="14100"/>
          <ac:cxnSpMkLst>
            <pc:docMk/>
            <pc:sldMk cId="814386939" sldId="268"/>
            <ac:cxnSpMk id="50" creationId="{15661BE8-F387-30BA-EB5E-E92587F30829}"/>
          </ac:cxnSpMkLst>
        </pc:cxnChg>
        <pc:cxnChg chg="add mod">
          <ac:chgData name="耀泉 马" userId="19e30af8d5659de2" providerId="LiveId" clId="{C3594856-CEDA-5129-B2AF-7962E3CA4CA3}" dt="2026-03-18T20:49:40.200" v="1876" actId="14100"/>
          <ac:cxnSpMkLst>
            <pc:docMk/>
            <pc:sldMk cId="814386939" sldId="268"/>
            <ac:cxnSpMk id="55" creationId="{DFDC7C1B-2E23-B016-C7A0-616CEF14F7E4}"/>
          </ac:cxnSpMkLst>
        </pc:cxnChg>
        <pc:cxnChg chg="add mod">
          <ac:chgData name="耀泉 马" userId="19e30af8d5659de2" providerId="LiveId" clId="{C3594856-CEDA-5129-B2AF-7962E3CA4CA3}" dt="2026-03-18T19:35:11.896" v="1635" actId="692"/>
          <ac:cxnSpMkLst>
            <pc:docMk/>
            <pc:sldMk cId="814386939" sldId="268"/>
            <ac:cxnSpMk id="56" creationId="{E454A758-71CA-2BDE-0059-C54C08D00CD7}"/>
          </ac:cxnSpMkLst>
        </pc:cxnChg>
        <pc:cxnChg chg="add mod">
          <ac:chgData name="耀泉 马" userId="19e30af8d5659de2" providerId="LiveId" clId="{C3594856-CEDA-5129-B2AF-7962E3CA4CA3}" dt="2026-03-18T20:51:29.237" v="1879" actId="14100"/>
          <ac:cxnSpMkLst>
            <pc:docMk/>
            <pc:sldMk cId="814386939" sldId="268"/>
            <ac:cxnSpMk id="63" creationId="{BD8FB90B-90FF-C112-5F3C-75A6A528086E}"/>
          </ac:cxnSpMkLst>
        </pc:cxnChg>
        <pc:cxnChg chg="add mod">
          <ac:chgData name="耀泉 马" userId="19e30af8d5659de2" providerId="LiveId" clId="{C3594856-CEDA-5129-B2AF-7962E3CA4CA3}" dt="2026-03-18T13:47:26.198" v="1146" actId="14100"/>
          <ac:cxnSpMkLst>
            <pc:docMk/>
            <pc:sldMk cId="814386939" sldId="268"/>
            <ac:cxnSpMk id="64" creationId="{097E2E20-F783-3FBA-F095-1120DB9F8B47}"/>
          </ac:cxnSpMkLst>
        </pc:cxnChg>
        <pc:cxnChg chg="add mod">
          <ac:chgData name="耀泉 马" userId="19e30af8d5659de2" providerId="LiveId" clId="{C3594856-CEDA-5129-B2AF-7962E3CA4CA3}" dt="2026-03-18T13:47:18.503" v="1144" actId="14100"/>
          <ac:cxnSpMkLst>
            <pc:docMk/>
            <pc:sldMk cId="814386939" sldId="268"/>
            <ac:cxnSpMk id="66" creationId="{064E9001-AEBD-CC4E-EEA8-630A81455DDF}"/>
          </ac:cxnSpMkLst>
        </pc:cxnChg>
        <pc:cxnChg chg="add mod">
          <ac:chgData name="耀泉 马" userId="19e30af8d5659de2" providerId="LiveId" clId="{C3594856-CEDA-5129-B2AF-7962E3CA4CA3}" dt="2026-03-18T20:51:38.446" v="1883" actId="14100"/>
          <ac:cxnSpMkLst>
            <pc:docMk/>
            <pc:sldMk cId="814386939" sldId="268"/>
            <ac:cxnSpMk id="75" creationId="{65EBE0A5-D893-7320-8BC3-463038D6876F}"/>
          </ac:cxnSpMkLst>
        </pc:cxnChg>
        <pc:cxnChg chg="add mod">
          <ac:chgData name="耀泉 马" userId="19e30af8d5659de2" providerId="LiveId" clId="{C3594856-CEDA-5129-B2AF-7962E3CA4CA3}" dt="2026-03-18T13:47:10.656" v="1142" actId="14100"/>
          <ac:cxnSpMkLst>
            <pc:docMk/>
            <pc:sldMk cId="814386939" sldId="268"/>
            <ac:cxnSpMk id="76" creationId="{10389F9C-4598-137B-4745-F71A0E0830AC}"/>
          </ac:cxnSpMkLst>
        </pc:cxnChg>
        <pc:cxnChg chg="add mod">
          <ac:chgData name="耀泉 马" userId="19e30af8d5659de2" providerId="LiveId" clId="{C3594856-CEDA-5129-B2AF-7962E3CA4CA3}" dt="2026-03-18T20:51:48.587" v="1886" actId="14100"/>
          <ac:cxnSpMkLst>
            <pc:docMk/>
            <pc:sldMk cId="814386939" sldId="268"/>
            <ac:cxnSpMk id="85" creationId="{035FA15B-CA74-7178-C274-A0A47B85A06F}"/>
          </ac:cxnSpMkLst>
        </pc:cxnChg>
        <pc:cxnChg chg="add mod">
          <ac:chgData name="耀泉 马" userId="19e30af8d5659de2" providerId="LiveId" clId="{C3594856-CEDA-5129-B2AF-7962E3CA4CA3}" dt="2026-03-18T20:52:13.960" v="1891" actId="167"/>
          <ac:cxnSpMkLst>
            <pc:docMk/>
            <pc:sldMk cId="814386939" sldId="268"/>
            <ac:cxnSpMk id="88" creationId="{DCB826BE-F844-691B-358F-0C553F9A8DAC}"/>
          </ac:cxnSpMkLst>
        </pc:cxnChg>
        <pc:cxnChg chg="add mod">
          <ac:chgData name="耀泉 马" userId="19e30af8d5659de2" providerId="LiveId" clId="{C3594856-CEDA-5129-B2AF-7962E3CA4CA3}" dt="2026-03-18T20:52:27.628" v="1894" actId="14100"/>
          <ac:cxnSpMkLst>
            <pc:docMk/>
            <pc:sldMk cId="814386939" sldId="268"/>
            <ac:cxnSpMk id="92" creationId="{BB0FD705-8853-E663-707C-C4550C077C53}"/>
          </ac:cxnSpMkLst>
        </pc:cxnChg>
        <pc:cxnChg chg="add mod">
          <ac:chgData name="耀泉 马" userId="19e30af8d5659de2" providerId="LiveId" clId="{C3594856-CEDA-5129-B2AF-7962E3CA4CA3}" dt="2026-03-18T20:52:57.300" v="1899" actId="14100"/>
          <ac:cxnSpMkLst>
            <pc:docMk/>
            <pc:sldMk cId="814386939" sldId="268"/>
            <ac:cxnSpMk id="96" creationId="{4D30A4EE-E93D-D63A-80CA-ECAF292146D0}"/>
          </ac:cxnSpMkLst>
        </pc:cxnChg>
        <pc:cxnChg chg="add mod">
          <ac:chgData name="耀泉 马" userId="19e30af8d5659de2" providerId="LiveId" clId="{C3594856-CEDA-5129-B2AF-7962E3CA4CA3}" dt="2026-03-18T20:53:17.390" v="1902" actId="14100"/>
          <ac:cxnSpMkLst>
            <pc:docMk/>
            <pc:sldMk cId="814386939" sldId="268"/>
            <ac:cxnSpMk id="100" creationId="{A16BA774-7839-397E-4333-76460E6B8CC1}"/>
          </ac:cxnSpMkLst>
        </pc:cxnChg>
        <pc:cxnChg chg="add mod">
          <ac:chgData name="耀泉 马" userId="19e30af8d5659de2" providerId="LiveId" clId="{C3594856-CEDA-5129-B2AF-7962E3CA4CA3}" dt="2026-03-18T20:53:29.357" v="1907" actId="14100"/>
          <ac:cxnSpMkLst>
            <pc:docMk/>
            <pc:sldMk cId="814386939" sldId="268"/>
            <ac:cxnSpMk id="103" creationId="{37CD8CAE-8DAC-9547-DFD2-91E665ECE7A8}"/>
          </ac:cxnSpMkLst>
        </pc:cxnChg>
        <pc:cxnChg chg="add mod">
          <ac:chgData name="耀泉 马" userId="19e30af8d5659de2" providerId="LiveId" clId="{C3594856-CEDA-5129-B2AF-7962E3CA4CA3}" dt="2026-03-18T20:53:37.615" v="1910" actId="14100"/>
          <ac:cxnSpMkLst>
            <pc:docMk/>
            <pc:sldMk cId="814386939" sldId="268"/>
            <ac:cxnSpMk id="106" creationId="{3BD99D00-CDB6-5B15-A569-8B0A0CD78BB4}"/>
          </ac:cxnSpMkLst>
        </pc:cxnChg>
        <pc:cxnChg chg="add mod">
          <ac:chgData name="耀泉 马" userId="19e30af8d5659de2" providerId="LiveId" clId="{C3594856-CEDA-5129-B2AF-7962E3CA4CA3}" dt="2026-03-18T20:53:44.737" v="1913" actId="14100"/>
          <ac:cxnSpMkLst>
            <pc:docMk/>
            <pc:sldMk cId="814386939" sldId="268"/>
            <ac:cxnSpMk id="109" creationId="{8D1F28F6-8428-0750-3B2A-CE1EF3451695}"/>
          </ac:cxnSpMkLst>
        </pc:cxnChg>
        <pc:cxnChg chg="add mod">
          <ac:chgData name="耀泉 马" userId="19e30af8d5659de2" providerId="LiveId" clId="{C3594856-CEDA-5129-B2AF-7962E3CA4CA3}" dt="2026-03-18T20:53:55.917" v="1918" actId="14100"/>
          <ac:cxnSpMkLst>
            <pc:docMk/>
            <pc:sldMk cId="814386939" sldId="268"/>
            <ac:cxnSpMk id="113" creationId="{3368ACD3-90AD-57E6-B76A-8BCAC0095095}"/>
          </ac:cxnSpMkLst>
        </pc:cxnChg>
      </pc:sldChg>
      <pc:sldChg chg="addSp delSp modSp add mod setBg delDesignElem">
        <pc:chgData name="耀泉 马" userId="19e30af8d5659de2" providerId="LiveId" clId="{C3594856-CEDA-5129-B2AF-7962E3CA4CA3}" dt="2026-03-18T19:28:40.004" v="1602" actId="26606"/>
        <pc:sldMkLst>
          <pc:docMk/>
          <pc:sldMk cId="3009339318" sldId="270"/>
        </pc:sldMkLst>
        <pc:spChg chg="mod">
          <ac:chgData name="耀泉 马" userId="19e30af8d5659de2" providerId="LiveId" clId="{C3594856-CEDA-5129-B2AF-7962E3CA4CA3}" dt="2026-03-18T19:28:40.004" v="1602" actId="26606"/>
          <ac:spMkLst>
            <pc:docMk/>
            <pc:sldMk cId="3009339318" sldId="270"/>
            <ac:spMk id="2" creationId="{8C2E78B4-A90C-BC7A-E23E-EE76AD962353}"/>
          </ac:spMkLst>
        </pc:spChg>
        <pc:spChg chg="add">
          <ac:chgData name="耀泉 马" userId="19e30af8d5659de2" providerId="LiveId" clId="{C3594856-CEDA-5129-B2AF-7962E3CA4CA3}" dt="2026-03-18T19:28:40.004" v="1602" actId="26606"/>
          <ac:spMkLst>
            <pc:docMk/>
            <pc:sldMk cId="3009339318" sldId="270"/>
            <ac:spMk id="21" creationId="{BACC6370-2D7E-4714-9D71-7542949D7D5D}"/>
          </ac:spMkLst>
        </pc:spChg>
        <pc:spChg chg="add">
          <ac:chgData name="耀泉 马" userId="19e30af8d5659de2" providerId="LiveId" clId="{C3594856-CEDA-5129-B2AF-7962E3CA4CA3}" dt="2026-03-18T19:28:40.004" v="1602" actId="26606"/>
          <ac:spMkLst>
            <pc:docMk/>
            <pc:sldMk cId="3009339318" sldId="270"/>
            <ac:spMk id="23" creationId="{F68B3F68-107C-434F-AA38-110D5EA91B85}"/>
          </ac:spMkLst>
        </pc:spChg>
        <pc:spChg chg="add">
          <ac:chgData name="耀泉 马" userId="19e30af8d5659de2" providerId="LiveId" clId="{C3594856-CEDA-5129-B2AF-7962E3CA4CA3}" dt="2026-03-18T19:28:40.004" v="1602" actId="26606"/>
          <ac:spMkLst>
            <pc:docMk/>
            <pc:sldMk cId="3009339318" sldId="270"/>
            <ac:spMk id="25" creationId="{AAD0DBB9-1A4B-4391-81D4-CB19F9AB918A}"/>
          </ac:spMkLst>
        </pc:spChg>
        <pc:spChg chg="add">
          <ac:chgData name="耀泉 马" userId="19e30af8d5659de2" providerId="LiveId" clId="{C3594856-CEDA-5129-B2AF-7962E3CA4CA3}" dt="2026-03-18T19:28:40.004" v="1602" actId="26606"/>
          <ac:spMkLst>
            <pc:docMk/>
            <pc:sldMk cId="3009339318" sldId="270"/>
            <ac:spMk id="27" creationId="{063BBA22-50EA-4C4D-BE05-F1CE4E63AA56}"/>
          </ac:spMkLst>
        </pc:spChg>
        <pc:graphicFrameChg chg="mod modGraphic">
          <ac:chgData name="耀泉 马" userId="19e30af8d5659de2" providerId="LiveId" clId="{C3594856-CEDA-5129-B2AF-7962E3CA4CA3}" dt="2026-03-18T19:28:40.004" v="1602" actId="26606"/>
          <ac:graphicFrameMkLst>
            <pc:docMk/>
            <pc:sldMk cId="3009339318" sldId="270"/>
            <ac:graphicFrameMk id="5" creationId="{55F2656B-7BC1-DCDD-312E-E2BB305069EA}"/>
          </ac:graphicFrameMkLst>
        </pc:graphicFrameChg>
      </pc:sldChg>
      <pc:sldChg chg="addSp delSp modSp add mod">
        <pc:chgData name="耀泉 马" userId="19e30af8d5659de2" providerId="LiveId" clId="{C3594856-CEDA-5129-B2AF-7962E3CA4CA3}" dt="2026-03-18T22:09:00.643" v="2888" actId="1076"/>
        <pc:sldMkLst>
          <pc:docMk/>
          <pc:sldMk cId="2133037477" sldId="271"/>
        </pc:sldMkLst>
        <pc:spChg chg="mod">
          <ac:chgData name="耀泉 马" userId="19e30af8d5659de2" providerId="LiveId" clId="{C3594856-CEDA-5129-B2AF-7962E3CA4CA3}" dt="2026-03-18T21:59:58.046" v="2647" actId="1076"/>
          <ac:spMkLst>
            <pc:docMk/>
            <pc:sldMk cId="2133037477" sldId="271"/>
            <ac:spMk id="2" creationId="{793227C8-30AE-AE14-CC4F-B01D4565D7EB}"/>
          </ac:spMkLst>
        </pc:spChg>
        <pc:spChg chg="add mod">
          <ac:chgData name="耀泉 马" userId="19e30af8d5659de2" providerId="LiveId" clId="{C3594856-CEDA-5129-B2AF-7962E3CA4CA3}" dt="2026-03-18T22:04:01.402" v="2735" actId="1076"/>
          <ac:spMkLst>
            <pc:docMk/>
            <pc:sldMk cId="2133037477" sldId="271"/>
            <ac:spMk id="5" creationId="{D32C7F81-0E01-BE85-B655-0A52F328F077}"/>
          </ac:spMkLst>
        </pc:spChg>
        <pc:spChg chg="mod">
          <ac:chgData name="耀泉 马" userId="19e30af8d5659de2" providerId="LiveId" clId="{C3594856-CEDA-5129-B2AF-7962E3CA4CA3}" dt="2026-03-18T22:04:01.402" v="2735" actId="1076"/>
          <ac:spMkLst>
            <pc:docMk/>
            <pc:sldMk cId="2133037477" sldId="271"/>
            <ac:spMk id="18" creationId="{1A56E461-F94A-FDCA-AF97-907A28BF8144}"/>
          </ac:spMkLst>
        </pc:spChg>
        <pc:spChg chg="mod">
          <ac:chgData name="耀泉 马" userId="19e30af8d5659de2" providerId="LiveId" clId="{C3594856-CEDA-5129-B2AF-7962E3CA4CA3}" dt="2026-03-18T22:04:01.402" v="2735" actId="1076"/>
          <ac:spMkLst>
            <pc:docMk/>
            <pc:sldMk cId="2133037477" sldId="271"/>
            <ac:spMk id="232" creationId="{8EC8B21E-AC6C-34B0-D503-3151A85833F8}"/>
          </ac:spMkLst>
        </pc:spChg>
        <pc:spChg chg="mod">
          <ac:chgData name="耀泉 马" userId="19e30af8d5659de2" providerId="LiveId" clId="{C3594856-CEDA-5129-B2AF-7962E3CA4CA3}" dt="2026-03-18T21:05:50.382" v="2006"/>
          <ac:spMkLst>
            <pc:docMk/>
            <pc:sldMk cId="2133037477" sldId="271"/>
            <ac:spMk id="239" creationId="{81D07FE3-63BB-B531-020A-0DDE0D19A018}"/>
          </ac:spMkLst>
        </pc:spChg>
        <pc:spChg chg="mod">
          <ac:chgData name="耀泉 马" userId="19e30af8d5659de2" providerId="LiveId" clId="{C3594856-CEDA-5129-B2AF-7962E3CA4CA3}" dt="2026-03-18T21:05:50.382" v="2006"/>
          <ac:spMkLst>
            <pc:docMk/>
            <pc:sldMk cId="2133037477" sldId="271"/>
            <ac:spMk id="242" creationId="{4B9E92F9-3826-7A9F-D135-1302313A8FA7}"/>
          </ac:spMkLst>
        </pc:spChg>
        <pc:spChg chg="mod">
          <ac:chgData name="耀泉 马" userId="19e30af8d5659de2" providerId="LiveId" clId="{C3594856-CEDA-5129-B2AF-7962E3CA4CA3}" dt="2026-03-18T21:05:50.382" v="2006"/>
          <ac:spMkLst>
            <pc:docMk/>
            <pc:sldMk cId="2133037477" sldId="271"/>
            <ac:spMk id="243" creationId="{E4CEFF2A-6133-91BB-72C7-F6F751DDE5B6}"/>
          </ac:spMkLst>
        </pc:spChg>
        <pc:spChg chg="mod">
          <ac:chgData name="耀泉 马" userId="19e30af8d5659de2" providerId="LiveId" clId="{C3594856-CEDA-5129-B2AF-7962E3CA4CA3}" dt="2026-03-18T21:05:50.382" v="2006"/>
          <ac:spMkLst>
            <pc:docMk/>
            <pc:sldMk cId="2133037477" sldId="271"/>
            <ac:spMk id="267" creationId="{1C7614DB-9AE7-E6BF-6583-2D503A0779E6}"/>
          </ac:spMkLst>
        </pc:spChg>
        <pc:spChg chg="mod">
          <ac:chgData name="耀泉 马" userId="19e30af8d5659de2" providerId="LiveId" clId="{C3594856-CEDA-5129-B2AF-7962E3CA4CA3}" dt="2026-03-18T21:05:50.382" v="2006"/>
          <ac:spMkLst>
            <pc:docMk/>
            <pc:sldMk cId="2133037477" sldId="271"/>
            <ac:spMk id="268" creationId="{AF4A6ED2-3F23-73BB-FA61-68837F30118D}"/>
          </ac:spMkLst>
        </pc:spChg>
        <pc:spChg chg="mod">
          <ac:chgData name="耀泉 马" userId="19e30af8d5659de2" providerId="LiveId" clId="{C3594856-CEDA-5129-B2AF-7962E3CA4CA3}" dt="2026-03-18T21:05:50.382" v="2006"/>
          <ac:spMkLst>
            <pc:docMk/>
            <pc:sldMk cId="2133037477" sldId="271"/>
            <ac:spMk id="269" creationId="{C17302F6-6662-31C1-0A20-8A275601480B}"/>
          </ac:spMkLst>
        </pc:spChg>
        <pc:spChg chg="mod">
          <ac:chgData name="耀泉 马" userId="19e30af8d5659de2" providerId="LiveId" clId="{C3594856-CEDA-5129-B2AF-7962E3CA4CA3}" dt="2026-03-18T21:05:50.382" v="2006"/>
          <ac:spMkLst>
            <pc:docMk/>
            <pc:sldMk cId="2133037477" sldId="271"/>
            <ac:spMk id="270" creationId="{455A2479-EF6D-29B9-70BC-EABA5AD88ABD}"/>
          </ac:spMkLst>
        </pc:spChg>
        <pc:spChg chg="mod">
          <ac:chgData name="耀泉 马" userId="19e30af8d5659de2" providerId="LiveId" clId="{C3594856-CEDA-5129-B2AF-7962E3CA4CA3}" dt="2026-03-18T21:05:50.382" v="2006"/>
          <ac:spMkLst>
            <pc:docMk/>
            <pc:sldMk cId="2133037477" sldId="271"/>
            <ac:spMk id="274" creationId="{E199E684-E057-23C8-AA04-CDE1EC85C63C}"/>
          </ac:spMkLst>
        </pc:spChg>
        <pc:spChg chg="mod">
          <ac:chgData name="耀泉 马" userId="19e30af8d5659de2" providerId="LiveId" clId="{C3594856-CEDA-5129-B2AF-7962E3CA4CA3}" dt="2026-03-18T21:05:50.382" v="2006"/>
          <ac:spMkLst>
            <pc:docMk/>
            <pc:sldMk cId="2133037477" sldId="271"/>
            <ac:spMk id="276" creationId="{7BBBB7B1-CDEF-836E-E780-E7B3395370A3}"/>
          </ac:spMkLst>
        </pc:spChg>
        <pc:spChg chg="mod">
          <ac:chgData name="耀泉 马" userId="19e30af8d5659de2" providerId="LiveId" clId="{C3594856-CEDA-5129-B2AF-7962E3CA4CA3}" dt="2026-03-18T21:05:50.382" v="2006"/>
          <ac:spMkLst>
            <pc:docMk/>
            <pc:sldMk cId="2133037477" sldId="271"/>
            <ac:spMk id="277" creationId="{8FDFB96E-B251-02EC-0EF2-0FFD9FFAAB69}"/>
          </ac:spMkLst>
        </pc:spChg>
        <pc:spChg chg="add mod">
          <ac:chgData name="耀泉 马" userId="19e30af8d5659de2" providerId="LiveId" clId="{C3594856-CEDA-5129-B2AF-7962E3CA4CA3}" dt="2026-03-18T22:04:01.402" v="2735" actId="1076"/>
          <ac:spMkLst>
            <pc:docMk/>
            <pc:sldMk cId="2133037477" sldId="271"/>
            <ac:spMk id="328" creationId="{1920C516-4BA7-4DB1-1807-19F8A1521461}"/>
          </ac:spMkLst>
        </pc:spChg>
        <pc:spChg chg="add mod">
          <ac:chgData name="耀泉 马" userId="19e30af8d5659de2" providerId="LiveId" clId="{C3594856-CEDA-5129-B2AF-7962E3CA4CA3}" dt="2026-03-18T22:04:01.402" v="2735" actId="1076"/>
          <ac:spMkLst>
            <pc:docMk/>
            <pc:sldMk cId="2133037477" sldId="271"/>
            <ac:spMk id="329" creationId="{A8B91990-3EF6-2817-6F81-0DC4D550C3B4}"/>
          </ac:spMkLst>
        </pc:spChg>
        <pc:spChg chg="mod">
          <ac:chgData name="耀泉 马" userId="19e30af8d5659de2" providerId="LiveId" clId="{C3594856-CEDA-5129-B2AF-7962E3CA4CA3}" dt="2026-03-18T22:04:01.402" v="2735" actId="1076"/>
          <ac:spMkLst>
            <pc:docMk/>
            <pc:sldMk cId="2133037477" sldId="271"/>
            <ac:spMk id="330" creationId="{40C5A6FE-FB89-2F94-CBD7-AD364035DAE6}"/>
          </ac:spMkLst>
        </pc:spChg>
        <pc:spChg chg="mod">
          <ac:chgData name="耀泉 马" userId="19e30af8d5659de2" providerId="LiveId" clId="{C3594856-CEDA-5129-B2AF-7962E3CA4CA3}" dt="2026-03-18T21:08:36.685" v="2130"/>
          <ac:spMkLst>
            <pc:docMk/>
            <pc:sldMk cId="2133037477" sldId="271"/>
            <ac:spMk id="336" creationId="{9108E625-AE2E-12D0-0709-1AE04E168CC2}"/>
          </ac:spMkLst>
        </pc:spChg>
        <pc:spChg chg="mod">
          <ac:chgData name="耀泉 马" userId="19e30af8d5659de2" providerId="LiveId" clId="{C3594856-CEDA-5129-B2AF-7962E3CA4CA3}" dt="2026-03-18T21:08:36.685" v="2130"/>
          <ac:spMkLst>
            <pc:docMk/>
            <pc:sldMk cId="2133037477" sldId="271"/>
            <ac:spMk id="339" creationId="{0EA57B70-7541-FD3C-75EC-CF3A81DA0DE7}"/>
          </ac:spMkLst>
        </pc:spChg>
        <pc:spChg chg="mod">
          <ac:chgData name="耀泉 马" userId="19e30af8d5659de2" providerId="LiveId" clId="{C3594856-CEDA-5129-B2AF-7962E3CA4CA3}" dt="2026-03-18T21:08:36.685" v="2130"/>
          <ac:spMkLst>
            <pc:docMk/>
            <pc:sldMk cId="2133037477" sldId="271"/>
            <ac:spMk id="341" creationId="{ECA3F1C8-2891-B318-D5DC-F01A146B6708}"/>
          </ac:spMkLst>
        </pc:spChg>
        <pc:spChg chg="mod">
          <ac:chgData name="耀泉 马" userId="19e30af8d5659de2" providerId="LiveId" clId="{C3594856-CEDA-5129-B2AF-7962E3CA4CA3}" dt="2026-03-18T21:08:36.685" v="2130"/>
          <ac:spMkLst>
            <pc:docMk/>
            <pc:sldMk cId="2133037477" sldId="271"/>
            <ac:spMk id="343" creationId="{96965F48-45A9-8B47-DF2A-DE9A7103BF57}"/>
          </ac:spMkLst>
        </pc:spChg>
        <pc:spChg chg="mod">
          <ac:chgData name="耀泉 马" userId="19e30af8d5659de2" providerId="LiveId" clId="{C3594856-CEDA-5129-B2AF-7962E3CA4CA3}" dt="2026-03-18T21:08:36.685" v="2130"/>
          <ac:spMkLst>
            <pc:docMk/>
            <pc:sldMk cId="2133037477" sldId="271"/>
            <ac:spMk id="363" creationId="{C714E171-EA27-0C6B-4386-302C3ADC2747}"/>
          </ac:spMkLst>
        </pc:spChg>
        <pc:spChg chg="mod">
          <ac:chgData name="耀泉 马" userId="19e30af8d5659de2" providerId="LiveId" clId="{C3594856-CEDA-5129-B2AF-7962E3CA4CA3}" dt="2026-03-18T21:08:36.685" v="2130"/>
          <ac:spMkLst>
            <pc:docMk/>
            <pc:sldMk cId="2133037477" sldId="271"/>
            <ac:spMk id="366" creationId="{524C087E-4AAD-2DA6-0E15-61B83FF9FC0E}"/>
          </ac:spMkLst>
        </pc:spChg>
        <pc:spChg chg="mod">
          <ac:chgData name="耀泉 马" userId="19e30af8d5659de2" providerId="LiveId" clId="{C3594856-CEDA-5129-B2AF-7962E3CA4CA3}" dt="2026-03-18T21:08:36.685" v="2130"/>
          <ac:spMkLst>
            <pc:docMk/>
            <pc:sldMk cId="2133037477" sldId="271"/>
            <ac:spMk id="369" creationId="{11D5EEA7-8370-99D4-D28E-6D3793B83E0D}"/>
          </ac:spMkLst>
        </pc:spChg>
        <pc:spChg chg="mod">
          <ac:chgData name="耀泉 马" userId="19e30af8d5659de2" providerId="LiveId" clId="{C3594856-CEDA-5129-B2AF-7962E3CA4CA3}" dt="2026-03-18T21:08:36.685" v="2130"/>
          <ac:spMkLst>
            <pc:docMk/>
            <pc:sldMk cId="2133037477" sldId="271"/>
            <ac:spMk id="370" creationId="{3B35F607-DA74-87A4-273E-500C29164EB0}"/>
          </ac:spMkLst>
        </pc:spChg>
        <pc:spChg chg="mod">
          <ac:chgData name="耀泉 马" userId="19e30af8d5659de2" providerId="LiveId" clId="{C3594856-CEDA-5129-B2AF-7962E3CA4CA3}" dt="2026-03-18T21:08:36.685" v="2130"/>
          <ac:spMkLst>
            <pc:docMk/>
            <pc:sldMk cId="2133037477" sldId="271"/>
            <ac:spMk id="371" creationId="{47A84861-413C-1396-AFE4-31A13F493192}"/>
          </ac:spMkLst>
        </pc:spChg>
        <pc:spChg chg="mod">
          <ac:chgData name="耀泉 马" userId="19e30af8d5659de2" providerId="LiveId" clId="{C3594856-CEDA-5129-B2AF-7962E3CA4CA3}" dt="2026-03-18T21:08:36.685" v="2130"/>
          <ac:spMkLst>
            <pc:docMk/>
            <pc:sldMk cId="2133037477" sldId="271"/>
            <ac:spMk id="372" creationId="{E2C8711A-0605-DFB0-7675-CB896508163E}"/>
          </ac:spMkLst>
        </pc:spChg>
        <pc:spChg chg="mod">
          <ac:chgData name="耀泉 马" userId="19e30af8d5659de2" providerId="LiveId" clId="{C3594856-CEDA-5129-B2AF-7962E3CA4CA3}" dt="2026-03-18T21:08:57.097" v="2135" actId="167"/>
          <ac:spMkLst>
            <pc:docMk/>
            <pc:sldMk cId="2133037477" sldId="271"/>
            <ac:spMk id="378" creationId="{2DDB95E2-B962-8514-C77C-D6FFB1D6D4FB}"/>
          </ac:spMkLst>
        </pc:spChg>
        <pc:spChg chg="mod">
          <ac:chgData name="耀泉 马" userId="19e30af8d5659de2" providerId="LiveId" clId="{C3594856-CEDA-5129-B2AF-7962E3CA4CA3}" dt="2026-03-18T22:04:01.402" v="2735" actId="1076"/>
          <ac:spMkLst>
            <pc:docMk/>
            <pc:sldMk cId="2133037477" sldId="271"/>
            <ac:spMk id="379" creationId="{F55EF7F9-7827-1E7F-AF68-81CFD38D3B0C}"/>
          </ac:spMkLst>
        </pc:spChg>
        <pc:spChg chg="mod">
          <ac:chgData name="耀泉 马" userId="19e30af8d5659de2" providerId="LiveId" clId="{C3594856-CEDA-5129-B2AF-7962E3CA4CA3}" dt="2026-03-18T21:09:09.283" v="2140" actId="167"/>
          <ac:spMkLst>
            <pc:docMk/>
            <pc:sldMk cId="2133037477" sldId="271"/>
            <ac:spMk id="380" creationId="{DCC918A6-C2B1-5957-5784-49BD7ED209B0}"/>
          </ac:spMkLst>
        </pc:spChg>
        <pc:spChg chg="mod">
          <ac:chgData name="耀泉 马" userId="19e30af8d5659de2" providerId="LiveId" clId="{C3594856-CEDA-5129-B2AF-7962E3CA4CA3}" dt="2026-03-18T21:08:41.544" v="2132"/>
          <ac:spMkLst>
            <pc:docMk/>
            <pc:sldMk cId="2133037477" sldId="271"/>
            <ac:spMk id="387" creationId="{D469AAC8-8824-B5D4-D833-C72184946D7F}"/>
          </ac:spMkLst>
        </pc:spChg>
        <pc:spChg chg="mod">
          <ac:chgData name="耀泉 马" userId="19e30af8d5659de2" providerId="LiveId" clId="{C3594856-CEDA-5129-B2AF-7962E3CA4CA3}" dt="2026-03-18T21:08:41.544" v="2132"/>
          <ac:spMkLst>
            <pc:docMk/>
            <pc:sldMk cId="2133037477" sldId="271"/>
            <ac:spMk id="392" creationId="{4DA70FC2-5A59-578A-D85F-8692B5D2405E}"/>
          </ac:spMkLst>
        </pc:spChg>
        <pc:spChg chg="mod">
          <ac:chgData name="耀泉 马" userId="19e30af8d5659de2" providerId="LiveId" clId="{C3594856-CEDA-5129-B2AF-7962E3CA4CA3}" dt="2026-03-18T21:08:41.544" v="2132"/>
          <ac:spMkLst>
            <pc:docMk/>
            <pc:sldMk cId="2133037477" sldId="271"/>
            <ac:spMk id="393" creationId="{E43963C1-0BB5-C469-B260-291B2E96BE52}"/>
          </ac:spMkLst>
        </pc:spChg>
        <pc:spChg chg="mod">
          <ac:chgData name="耀泉 马" userId="19e30af8d5659de2" providerId="LiveId" clId="{C3594856-CEDA-5129-B2AF-7962E3CA4CA3}" dt="2026-03-18T21:08:41.544" v="2132"/>
          <ac:spMkLst>
            <pc:docMk/>
            <pc:sldMk cId="2133037477" sldId="271"/>
            <ac:spMk id="414" creationId="{8B3C8D11-142F-19B6-69E8-E972A4C9CFD9}"/>
          </ac:spMkLst>
        </pc:spChg>
        <pc:spChg chg="mod">
          <ac:chgData name="耀泉 马" userId="19e30af8d5659de2" providerId="LiveId" clId="{C3594856-CEDA-5129-B2AF-7962E3CA4CA3}" dt="2026-03-18T21:08:41.544" v="2132"/>
          <ac:spMkLst>
            <pc:docMk/>
            <pc:sldMk cId="2133037477" sldId="271"/>
            <ac:spMk id="417" creationId="{E2D8D801-6751-6174-0218-0911C46469F9}"/>
          </ac:spMkLst>
        </pc:spChg>
        <pc:spChg chg="mod">
          <ac:chgData name="耀泉 马" userId="19e30af8d5659de2" providerId="LiveId" clId="{C3594856-CEDA-5129-B2AF-7962E3CA4CA3}" dt="2026-03-18T21:08:41.544" v="2132"/>
          <ac:spMkLst>
            <pc:docMk/>
            <pc:sldMk cId="2133037477" sldId="271"/>
            <ac:spMk id="422" creationId="{FC4E9031-637C-F4A7-0EB2-BF41BC016E2D}"/>
          </ac:spMkLst>
        </pc:spChg>
        <pc:spChg chg="mod">
          <ac:chgData name="耀泉 马" userId="19e30af8d5659de2" providerId="LiveId" clId="{C3594856-CEDA-5129-B2AF-7962E3CA4CA3}" dt="2026-03-18T21:08:41.544" v="2132"/>
          <ac:spMkLst>
            <pc:docMk/>
            <pc:sldMk cId="2133037477" sldId="271"/>
            <ac:spMk id="423" creationId="{9318FA35-0A8E-B0AC-84C9-FE28C5D85284}"/>
          </ac:spMkLst>
        </pc:spChg>
        <pc:spChg chg="mod">
          <ac:chgData name="耀泉 马" userId="19e30af8d5659de2" providerId="LiveId" clId="{C3594856-CEDA-5129-B2AF-7962E3CA4CA3}" dt="2026-03-18T21:08:41.544" v="2132"/>
          <ac:spMkLst>
            <pc:docMk/>
            <pc:sldMk cId="2133037477" sldId="271"/>
            <ac:spMk id="424" creationId="{4D5913C9-CABF-4B6D-1FC4-26DB82F9CB9E}"/>
          </ac:spMkLst>
        </pc:spChg>
        <pc:spChg chg="mod">
          <ac:chgData name="耀泉 马" userId="19e30af8d5659de2" providerId="LiveId" clId="{C3594856-CEDA-5129-B2AF-7962E3CA4CA3}" dt="2026-03-18T21:08:41.544" v="2132"/>
          <ac:spMkLst>
            <pc:docMk/>
            <pc:sldMk cId="2133037477" sldId="271"/>
            <ac:spMk id="425" creationId="{076E38B1-0B7D-A5AA-8FCE-60E8AF25F63D}"/>
          </ac:spMkLst>
        </pc:spChg>
        <pc:spChg chg="mod">
          <ac:chgData name="耀泉 马" userId="19e30af8d5659de2" providerId="LiveId" clId="{C3594856-CEDA-5129-B2AF-7962E3CA4CA3}" dt="2026-03-18T21:08:41.544" v="2132"/>
          <ac:spMkLst>
            <pc:docMk/>
            <pc:sldMk cId="2133037477" sldId="271"/>
            <ac:spMk id="427" creationId="{E4F13893-8BDF-DA81-C18A-FC43F23EA853}"/>
          </ac:spMkLst>
        </pc:spChg>
        <pc:spChg chg="mod">
          <ac:chgData name="耀泉 马" userId="19e30af8d5659de2" providerId="LiveId" clId="{C3594856-CEDA-5129-B2AF-7962E3CA4CA3}" dt="2026-03-18T21:09:09.283" v="2140" actId="167"/>
          <ac:spMkLst>
            <pc:docMk/>
            <pc:sldMk cId="2133037477" sldId="271"/>
            <ac:spMk id="428" creationId="{5D51F65A-D9F2-9A40-6B6B-A8DCC85445DD}"/>
          </ac:spMkLst>
        </pc:spChg>
        <pc:spChg chg="mod">
          <ac:chgData name="耀泉 马" userId="19e30af8d5659de2" providerId="LiveId" clId="{C3594856-CEDA-5129-B2AF-7962E3CA4CA3}" dt="2026-03-18T22:04:01.402" v="2735" actId="1076"/>
          <ac:spMkLst>
            <pc:docMk/>
            <pc:sldMk cId="2133037477" sldId="271"/>
            <ac:spMk id="429" creationId="{D65E95F0-E0A0-9925-65F5-9A300A99749E}"/>
          </ac:spMkLst>
        </pc:spChg>
        <pc:spChg chg="mod">
          <ac:chgData name="耀泉 马" userId="19e30af8d5659de2" providerId="LiveId" clId="{C3594856-CEDA-5129-B2AF-7962E3CA4CA3}" dt="2026-03-18T21:09:41.797" v="2149" actId="167"/>
          <ac:spMkLst>
            <pc:docMk/>
            <pc:sldMk cId="2133037477" sldId="271"/>
            <ac:spMk id="430" creationId="{27301F13-5DB8-817A-1D52-B534B71DDB49}"/>
          </ac:spMkLst>
        </pc:spChg>
        <pc:spChg chg="mod">
          <ac:chgData name="耀泉 马" userId="19e30af8d5659de2" providerId="LiveId" clId="{C3594856-CEDA-5129-B2AF-7962E3CA4CA3}" dt="2026-03-18T21:09:33.849" v="2147"/>
          <ac:spMkLst>
            <pc:docMk/>
            <pc:sldMk cId="2133037477" sldId="271"/>
            <ac:spMk id="436" creationId="{B05CF1CC-DFC7-69FD-D938-13E929C6C157}"/>
          </ac:spMkLst>
        </pc:spChg>
        <pc:spChg chg="mod">
          <ac:chgData name="耀泉 马" userId="19e30af8d5659de2" providerId="LiveId" clId="{C3594856-CEDA-5129-B2AF-7962E3CA4CA3}" dt="2026-03-18T21:09:33.849" v="2147"/>
          <ac:spMkLst>
            <pc:docMk/>
            <pc:sldMk cId="2133037477" sldId="271"/>
            <ac:spMk id="440" creationId="{9BE493E2-2106-63BA-9ECE-CC88005D93B1}"/>
          </ac:spMkLst>
        </pc:spChg>
        <pc:spChg chg="mod">
          <ac:chgData name="耀泉 马" userId="19e30af8d5659de2" providerId="LiveId" clId="{C3594856-CEDA-5129-B2AF-7962E3CA4CA3}" dt="2026-03-18T21:09:33.849" v="2147"/>
          <ac:spMkLst>
            <pc:docMk/>
            <pc:sldMk cId="2133037477" sldId="271"/>
            <ac:spMk id="444" creationId="{BA1A310E-E027-A79F-C604-D6FDE8A2866B}"/>
          </ac:spMkLst>
        </pc:spChg>
        <pc:spChg chg="mod">
          <ac:chgData name="耀泉 马" userId="19e30af8d5659de2" providerId="LiveId" clId="{C3594856-CEDA-5129-B2AF-7962E3CA4CA3}" dt="2026-03-18T21:09:33.849" v="2147"/>
          <ac:spMkLst>
            <pc:docMk/>
            <pc:sldMk cId="2133037477" sldId="271"/>
            <ac:spMk id="463" creationId="{90A17BA8-4D6B-E774-6EA7-0BD05FCB6772}"/>
          </ac:spMkLst>
        </pc:spChg>
        <pc:spChg chg="mod">
          <ac:chgData name="耀泉 马" userId="19e30af8d5659de2" providerId="LiveId" clId="{C3594856-CEDA-5129-B2AF-7962E3CA4CA3}" dt="2026-03-18T21:09:33.849" v="2147"/>
          <ac:spMkLst>
            <pc:docMk/>
            <pc:sldMk cId="2133037477" sldId="271"/>
            <ac:spMk id="467" creationId="{39C4627D-49C5-6638-E9EE-3B8D19256911}"/>
          </ac:spMkLst>
        </pc:spChg>
        <pc:spChg chg="mod">
          <ac:chgData name="耀泉 马" userId="19e30af8d5659de2" providerId="LiveId" clId="{C3594856-CEDA-5129-B2AF-7962E3CA4CA3}" dt="2026-03-18T21:09:33.849" v="2147"/>
          <ac:spMkLst>
            <pc:docMk/>
            <pc:sldMk cId="2133037477" sldId="271"/>
            <ac:spMk id="470" creationId="{2CC3B84A-8E37-0916-64CC-9DCC4A34C251}"/>
          </ac:spMkLst>
        </pc:spChg>
        <pc:spChg chg="mod">
          <ac:chgData name="耀泉 马" userId="19e30af8d5659de2" providerId="LiveId" clId="{C3594856-CEDA-5129-B2AF-7962E3CA4CA3}" dt="2026-03-18T21:09:33.849" v="2147"/>
          <ac:spMkLst>
            <pc:docMk/>
            <pc:sldMk cId="2133037477" sldId="271"/>
            <ac:spMk id="472" creationId="{0C845629-19BC-BA99-A78E-F1DBF418906E}"/>
          </ac:spMkLst>
        </pc:spChg>
        <pc:spChg chg="mod">
          <ac:chgData name="耀泉 马" userId="19e30af8d5659de2" providerId="LiveId" clId="{C3594856-CEDA-5129-B2AF-7962E3CA4CA3}" dt="2026-03-18T21:09:33.849" v="2147"/>
          <ac:spMkLst>
            <pc:docMk/>
            <pc:sldMk cId="2133037477" sldId="271"/>
            <ac:spMk id="474" creationId="{90DDA9F0-F3D5-4DDA-3E85-339B8A4C3F51}"/>
          </ac:spMkLst>
        </pc:spChg>
        <pc:spChg chg="mod">
          <ac:chgData name="耀泉 马" userId="19e30af8d5659de2" providerId="LiveId" clId="{C3594856-CEDA-5129-B2AF-7962E3CA4CA3}" dt="2026-03-18T21:09:33.849" v="2147"/>
          <ac:spMkLst>
            <pc:docMk/>
            <pc:sldMk cId="2133037477" sldId="271"/>
            <ac:spMk id="475" creationId="{1CA403CA-58EE-74F8-FFEB-CBE535A803BE}"/>
          </ac:spMkLst>
        </pc:spChg>
        <pc:spChg chg="add mod">
          <ac:chgData name="耀泉 马" userId="19e30af8d5659de2" providerId="LiveId" clId="{C3594856-CEDA-5129-B2AF-7962E3CA4CA3}" dt="2026-03-18T22:04:01.402" v="2735" actId="1076"/>
          <ac:spMkLst>
            <pc:docMk/>
            <pc:sldMk cId="2133037477" sldId="271"/>
            <ac:spMk id="478" creationId="{A401C4D7-A707-827B-5592-1427C6F39B8A}"/>
          </ac:spMkLst>
        </pc:spChg>
        <pc:spChg chg="mod">
          <ac:chgData name="耀泉 马" userId="19e30af8d5659de2" providerId="LiveId" clId="{C3594856-CEDA-5129-B2AF-7962E3CA4CA3}" dt="2026-03-18T22:04:01.402" v="2735" actId="1076"/>
          <ac:spMkLst>
            <pc:docMk/>
            <pc:sldMk cId="2133037477" sldId="271"/>
            <ac:spMk id="479" creationId="{37392986-2CA5-6BBF-B0CB-BE21597FFBAC}"/>
          </ac:spMkLst>
        </pc:spChg>
        <pc:spChg chg="add mod">
          <ac:chgData name="耀泉 马" userId="19e30af8d5659de2" providerId="LiveId" clId="{C3594856-CEDA-5129-B2AF-7962E3CA4CA3}" dt="2026-03-18T22:08:53.659" v="2885" actId="14100"/>
          <ac:spMkLst>
            <pc:docMk/>
            <pc:sldMk cId="2133037477" sldId="271"/>
            <ac:spMk id="480" creationId="{20FD71E4-508E-8519-AFD1-7269365E1EFC}"/>
          </ac:spMkLst>
        </pc:spChg>
        <pc:spChg chg="add mod">
          <ac:chgData name="耀泉 马" userId="19e30af8d5659de2" providerId="LiveId" clId="{C3594856-CEDA-5129-B2AF-7962E3CA4CA3}" dt="2026-03-18T22:00:06.955" v="2648" actId="164"/>
          <ac:spMkLst>
            <pc:docMk/>
            <pc:sldMk cId="2133037477" sldId="271"/>
            <ac:spMk id="486" creationId="{2494C33B-B780-2169-3459-5DB317E7DA84}"/>
          </ac:spMkLst>
        </pc:spChg>
        <pc:spChg chg="add mod">
          <ac:chgData name="耀泉 马" userId="19e30af8d5659de2" providerId="LiveId" clId="{C3594856-CEDA-5129-B2AF-7962E3CA4CA3}" dt="2026-03-18T22:00:06.955" v="2648" actId="164"/>
          <ac:spMkLst>
            <pc:docMk/>
            <pc:sldMk cId="2133037477" sldId="271"/>
            <ac:spMk id="487" creationId="{0111EF75-F924-2A17-17A6-9AE4782238FC}"/>
          </ac:spMkLst>
        </pc:spChg>
        <pc:spChg chg="add mod">
          <ac:chgData name="耀泉 马" userId="19e30af8d5659de2" providerId="LiveId" clId="{C3594856-CEDA-5129-B2AF-7962E3CA4CA3}" dt="2026-03-18T22:00:14.479" v="2649" actId="164"/>
          <ac:spMkLst>
            <pc:docMk/>
            <pc:sldMk cId="2133037477" sldId="271"/>
            <ac:spMk id="488" creationId="{662D9809-041F-1077-A55A-7B455C6BA6C8}"/>
          </ac:spMkLst>
        </pc:spChg>
        <pc:spChg chg="add mod">
          <ac:chgData name="耀泉 马" userId="19e30af8d5659de2" providerId="LiveId" clId="{C3594856-CEDA-5129-B2AF-7962E3CA4CA3}" dt="2026-03-18T22:00:54.158" v="2651" actId="164"/>
          <ac:spMkLst>
            <pc:docMk/>
            <pc:sldMk cId="2133037477" sldId="271"/>
            <ac:spMk id="502" creationId="{7C1418D1-D99D-C247-FBB1-7F9354E035E1}"/>
          </ac:spMkLst>
        </pc:spChg>
        <pc:spChg chg="add mod">
          <ac:chgData name="耀泉 马" userId="19e30af8d5659de2" providerId="LiveId" clId="{C3594856-CEDA-5129-B2AF-7962E3CA4CA3}" dt="2026-03-18T22:00:54.158" v="2651" actId="164"/>
          <ac:spMkLst>
            <pc:docMk/>
            <pc:sldMk cId="2133037477" sldId="271"/>
            <ac:spMk id="503" creationId="{6BE3E2B5-358C-EC7E-3225-CA27A74B80FA}"/>
          </ac:spMkLst>
        </pc:spChg>
        <pc:spChg chg="add mod">
          <ac:chgData name="耀泉 马" userId="19e30af8d5659de2" providerId="LiveId" clId="{C3594856-CEDA-5129-B2AF-7962E3CA4CA3}" dt="2026-03-18T21:46:43.790" v="2431" actId="1076"/>
          <ac:spMkLst>
            <pc:docMk/>
            <pc:sldMk cId="2133037477" sldId="271"/>
            <ac:spMk id="506" creationId="{0C019290-0A8F-82D9-C0A7-6CE2DB1DCB68}"/>
          </ac:spMkLst>
        </pc:spChg>
        <pc:spChg chg="add mod">
          <ac:chgData name="耀泉 马" userId="19e30af8d5659de2" providerId="LiveId" clId="{C3594856-CEDA-5129-B2AF-7962E3CA4CA3}" dt="2026-03-18T21:46:59.815" v="2444" actId="1035"/>
          <ac:spMkLst>
            <pc:docMk/>
            <pc:sldMk cId="2133037477" sldId="271"/>
            <ac:spMk id="507" creationId="{0AED0BAF-E743-FC7C-CD1F-BCA564DFA459}"/>
          </ac:spMkLst>
        </pc:spChg>
        <pc:spChg chg="add mod">
          <ac:chgData name="耀泉 马" userId="19e30af8d5659de2" providerId="LiveId" clId="{C3594856-CEDA-5129-B2AF-7962E3CA4CA3}" dt="2026-03-18T21:47:18.712" v="2470" actId="1035"/>
          <ac:spMkLst>
            <pc:docMk/>
            <pc:sldMk cId="2133037477" sldId="271"/>
            <ac:spMk id="508" creationId="{1BD9C6DF-3146-67CC-BF65-026A88DF594C}"/>
          </ac:spMkLst>
        </pc:spChg>
        <pc:spChg chg="add mod">
          <ac:chgData name="耀泉 马" userId="19e30af8d5659de2" providerId="LiveId" clId="{C3594856-CEDA-5129-B2AF-7962E3CA4CA3}" dt="2026-03-18T22:05:11.163" v="2778" actId="1037"/>
          <ac:spMkLst>
            <pc:docMk/>
            <pc:sldMk cId="2133037477" sldId="271"/>
            <ac:spMk id="520" creationId="{5CEC393F-5065-D4E0-A737-F298544000B8}"/>
          </ac:spMkLst>
        </pc:spChg>
        <pc:spChg chg="add mod">
          <ac:chgData name="耀泉 马" userId="19e30af8d5659de2" providerId="LiveId" clId="{C3594856-CEDA-5129-B2AF-7962E3CA4CA3}" dt="2026-03-18T22:07:40.726" v="2866" actId="14100"/>
          <ac:spMkLst>
            <pc:docMk/>
            <pc:sldMk cId="2133037477" sldId="271"/>
            <ac:spMk id="521" creationId="{450F8727-51CF-DFC7-5676-E2A3E3F37F64}"/>
          </ac:spMkLst>
        </pc:spChg>
        <pc:spChg chg="add mod">
          <ac:chgData name="耀泉 马" userId="19e30af8d5659de2" providerId="LiveId" clId="{C3594856-CEDA-5129-B2AF-7962E3CA4CA3}" dt="2026-03-18T22:05:47.213" v="2817" actId="1076"/>
          <ac:spMkLst>
            <pc:docMk/>
            <pc:sldMk cId="2133037477" sldId="271"/>
            <ac:spMk id="539" creationId="{A833D424-4117-140C-1CFD-D31DB4111D30}"/>
          </ac:spMkLst>
        </pc:spChg>
        <pc:spChg chg="add mod">
          <ac:chgData name="耀泉 马" userId="19e30af8d5659de2" providerId="LiveId" clId="{C3594856-CEDA-5129-B2AF-7962E3CA4CA3}" dt="2026-03-18T22:05:49.130" v="2818" actId="1076"/>
          <ac:spMkLst>
            <pc:docMk/>
            <pc:sldMk cId="2133037477" sldId="271"/>
            <ac:spMk id="541" creationId="{9C221195-4E14-6C2E-E699-955EDAE2E121}"/>
          </ac:spMkLst>
        </pc:spChg>
        <pc:spChg chg="add mod">
          <ac:chgData name="耀泉 马" userId="19e30af8d5659de2" providerId="LiveId" clId="{C3594856-CEDA-5129-B2AF-7962E3CA4CA3}" dt="2026-03-18T22:06:23.310" v="2825" actId="1076"/>
          <ac:spMkLst>
            <pc:docMk/>
            <pc:sldMk cId="2133037477" sldId="271"/>
            <ac:spMk id="546" creationId="{B5BE367B-9F68-9009-485F-BF052854C57F}"/>
          </ac:spMkLst>
        </pc:spChg>
        <pc:spChg chg="add mod">
          <ac:chgData name="耀泉 马" userId="19e30af8d5659de2" providerId="LiveId" clId="{C3594856-CEDA-5129-B2AF-7962E3CA4CA3}" dt="2026-03-18T22:05:14.740" v="2791" actId="1035"/>
          <ac:spMkLst>
            <pc:docMk/>
            <pc:sldMk cId="2133037477" sldId="271"/>
            <ac:spMk id="556" creationId="{AE990C64-5F76-203C-7BC2-DB490D0CA21F}"/>
          </ac:spMkLst>
        </pc:spChg>
        <pc:spChg chg="add mod">
          <ac:chgData name="耀泉 马" userId="19e30af8d5659de2" providerId="LiveId" clId="{C3594856-CEDA-5129-B2AF-7962E3CA4CA3}" dt="2026-03-18T22:05:31.682" v="2815" actId="1036"/>
          <ac:spMkLst>
            <pc:docMk/>
            <pc:sldMk cId="2133037477" sldId="271"/>
            <ac:spMk id="557" creationId="{50145E00-AFE4-74D3-EF0B-4D07301BB57E}"/>
          </ac:spMkLst>
        </pc:spChg>
        <pc:spChg chg="add mod">
          <ac:chgData name="耀泉 马" userId="19e30af8d5659de2" providerId="LiveId" clId="{C3594856-CEDA-5129-B2AF-7962E3CA4CA3}" dt="2026-03-18T22:05:29.879" v="2810" actId="1036"/>
          <ac:spMkLst>
            <pc:docMk/>
            <pc:sldMk cId="2133037477" sldId="271"/>
            <ac:spMk id="558" creationId="{C5BDD97A-02E6-1F57-66E7-82EA81B916AF}"/>
          </ac:spMkLst>
        </pc:spChg>
        <pc:spChg chg="add mod">
          <ac:chgData name="耀泉 马" userId="19e30af8d5659de2" providerId="LiveId" clId="{C3594856-CEDA-5129-B2AF-7962E3CA4CA3}" dt="2026-03-18T22:06:17.525" v="2824" actId="20577"/>
          <ac:spMkLst>
            <pc:docMk/>
            <pc:sldMk cId="2133037477" sldId="271"/>
            <ac:spMk id="564" creationId="{924D6D18-77D5-FA64-B928-D5DCF50771DC}"/>
          </ac:spMkLst>
        </pc:spChg>
        <pc:spChg chg="add mod">
          <ac:chgData name="耀泉 马" userId="19e30af8d5659de2" providerId="LiveId" clId="{C3594856-CEDA-5129-B2AF-7962E3CA4CA3}" dt="2026-03-18T22:06:45.168" v="2863" actId="20577"/>
          <ac:spMkLst>
            <pc:docMk/>
            <pc:sldMk cId="2133037477" sldId="271"/>
            <ac:spMk id="565" creationId="{5F06E0B9-783A-984A-F532-1DCDAA0710C5}"/>
          </ac:spMkLst>
        </pc:spChg>
        <pc:spChg chg="add mod">
          <ac:chgData name="耀泉 马" userId="19e30af8d5659de2" providerId="LiveId" clId="{C3594856-CEDA-5129-B2AF-7962E3CA4CA3}" dt="2026-03-18T22:08:03.575" v="2868" actId="692"/>
          <ac:spMkLst>
            <pc:docMk/>
            <pc:sldMk cId="2133037477" sldId="271"/>
            <ac:spMk id="566" creationId="{C6AC29B0-9C07-2CDF-FA35-0A9DD19A9C1D}"/>
          </ac:spMkLst>
        </pc:spChg>
        <pc:grpChg chg="mod">
          <ac:chgData name="耀泉 马" userId="19e30af8d5659de2" providerId="LiveId" clId="{C3594856-CEDA-5129-B2AF-7962E3CA4CA3}" dt="2026-03-18T21:05:58.347" v="2008" actId="167"/>
          <ac:grpSpMkLst>
            <pc:docMk/>
            <pc:sldMk cId="2133037477" sldId="271"/>
            <ac:grpSpMk id="236" creationId="{697FCE8D-81CE-2328-E2DB-169379B5EB65}"/>
          </ac:grpSpMkLst>
        </pc:grpChg>
        <pc:grpChg chg="mod">
          <ac:chgData name="耀泉 马" userId="19e30af8d5659de2" providerId="LiveId" clId="{C3594856-CEDA-5129-B2AF-7962E3CA4CA3}" dt="2026-03-18T21:07:54.861" v="2079" actId="1036"/>
          <ac:grpSpMkLst>
            <pc:docMk/>
            <pc:sldMk cId="2133037477" sldId="271"/>
            <ac:grpSpMk id="264" creationId="{A6818306-EA68-4DAC-E5D0-9E03CD29D4CE}"/>
          </ac:grpSpMkLst>
        </pc:grpChg>
        <pc:grpChg chg="mod">
          <ac:chgData name="耀泉 马" userId="19e30af8d5659de2" providerId="LiveId" clId="{C3594856-CEDA-5129-B2AF-7962E3CA4CA3}" dt="2026-03-18T21:08:57.097" v="2135" actId="167"/>
          <ac:grpSpMkLst>
            <pc:docMk/>
            <pc:sldMk cId="2133037477" sldId="271"/>
            <ac:grpSpMk id="334" creationId="{561FAF07-8B34-F8C7-9AB1-979CCF90176C}"/>
          </ac:grpSpMkLst>
        </pc:grpChg>
        <pc:grpChg chg="mod">
          <ac:chgData name="耀泉 马" userId="19e30af8d5659de2" providerId="LiveId" clId="{C3594856-CEDA-5129-B2AF-7962E3CA4CA3}" dt="2026-03-18T21:08:57.097" v="2135" actId="167"/>
          <ac:grpSpMkLst>
            <pc:docMk/>
            <pc:sldMk cId="2133037477" sldId="271"/>
            <ac:grpSpMk id="362" creationId="{79A331EE-59F2-2473-62CC-1F172A7305DB}"/>
          </ac:grpSpMkLst>
        </pc:grpChg>
        <pc:grpChg chg="mod">
          <ac:chgData name="耀泉 马" userId="19e30af8d5659de2" providerId="LiveId" clId="{C3594856-CEDA-5129-B2AF-7962E3CA4CA3}" dt="2026-03-18T21:09:09.283" v="2140" actId="167"/>
          <ac:grpSpMkLst>
            <pc:docMk/>
            <pc:sldMk cId="2133037477" sldId="271"/>
            <ac:grpSpMk id="384" creationId="{D110780A-DCE0-6AD4-565C-87EB284BBA46}"/>
          </ac:grpSpMkLst>
        </pc:grpChg>
        <pc:grpChg chg="mod">
          <ac:chgData name="耀泉 马" userId="19e30af8d5659de2" providerId="LiveId" clId="{C3594856-CEDA-5129-B2AF-7962E3CA4CA3}" dt="2026-03-18T21:09:09.283" v="2140" actId="167"/>
          <ac:grpSpMkLst>
            <pc:docMk/>
            <pc:sldMk cId="2133037477" sldId="271"/>
            <ac:grpSpMk id="412" creationId="{53DED084-2C99-5A5A-8542-BB90C5EA432D}"/>
          </ac:grpSpMkLst>
        </pc:grpChg>
        <pc:grpChg chg="mod">
          <ac:chgData name="耀泉 马" userId="19e30af8d5659de2" providerId="LiveId" clId="{C3594856-CEDA-5129-B2AF-7962E3CA4CA3}" dt="2026-03-18T21:09:41.797" v="2149" actId="167"/>
          <ac:grpSpMkLst>
            <pc:docMk/>
            <pc:sldMk cId="2133037477" sldId="271"/>
            <ac:grpSpMk id="434" creationId="{EC62E5A0-DD40-A71B-0AA0-1DF8A065C42E}"/>
          </ac:grpSpMkLst>
        </pc:grpChg>
        <pc:grpChg chg="mod">
          <ac:chgData name="耀泉 马" userId="19e30af8d5659de2" providerId="LiveId" clId="{C3594856-CEDA-5129-B2AF-7962E3CA4CA3}" dt="2026-03-18T21:09:41.797" v="2149" actId="167"/>
          <ac:grpSpMkLst>
            <pc:docMk/>
            <pc:sldMk cId="2133037477" sldId="271"/>
            <ac:grpSpMk id="462" creationId="{04F0EBDA-2A83-DFBD-DAA0-FA9B212B2F2E}"/>
          </ac:grpSpMkLst>
        </pc:grpChg>
        <pc:grpChg chg="add mod">
          <ac:chgData name="耀泉 马" userId="19e30af8d5659de2" providerId="LiveId" clId="{C3594856-CEDA-5129-B2AF-7962E3CA4CA3}" dt="2026-03-18T22:00:14.479" v="2649" actId="164"/>
          <ac:grpSpMkLst>
            <pc:docMk/>
            <pc:sldMk cId="2133037477" sldId="271"/>
            <ac:grpSpMk id="551" creationId="{CB678EB2-C624-9AC7-B3DF-E0311FB6D19C}"/>
          </ac:grpSpMkLst>
        </pc:grpChg>
        <pc:grpChg chg="add mod">
          <ac:chgData name="耀泉 马" userId="19e30af8d5659de2" providerId="LiveId" clId="{C3594856-CEDA-5129-B2AF-7962E3CA4CA3}" dt="2026-03-18T22:01:26.418" v="2654" actId="1076"/>
          <ac:grpSpMkLst>
            <pc:docMk/>
            <pc:sldMk cId="2133037477" sldId="271"/>
            <ac:grpSpMk id="552" creationId="{F1AAA73F-FFD0-80B1-7760-FB9444EC5655}"/>
          </ac:grpSpMkLst>
        </pc:grpChg>
        <pc:grpChg chg="add mod">
          <ac:chgData name="耀泉 马" userId="19e30af8d5659de2" providerId="LiveId" clId="{C3594856-CEDA-5129-B2AF-7962E3CA4CA3}" dt="2026-03-18T22:01:22.571" v="2652" actId="164"/>
          <ac:grpSpMkLst>
            <pc:docMk/>
            <pc:sldMk cId="2133037477" sldId="271"/>
            <ac:grpSpMk id="553" creationId="{594AF955-C2CB-B7CE-50FA-8370B1E24B96}"/>
          </ac:grpSpMkLst>
        </pc:grpChg>
        <pc:grpChg chg="add mod">
          <ac:chgData name="耀泉 马" userId="19e30af8d5659de2" providerId="LiveId" clId="{C3594856-CEDA-5129-B2AF-7962E3CA4CA3}" dt="2026-03-18T22:01:22.571" v="2652" actId="164"/>
          <ac:grpSpMkLst>
            <pc:docMk/>
            <pc:sldMk cId="2133037477" sldId="271"/>
            <ac:grpSpMk id="554" creationId="{D2087604-FE28-2FA5-AC91-9D1B5F496399}"/>
          </ac:grpSpMkLst>
        </pc:grpChg>
        <pc:grpChg chg="add mod">
          <ac:chgData name="耀泉 马" userId="19e30af8d5659de2" providerId="LiveId" clId="{C3594856-CEDA-5129-B2AF-7962E3CA4CA3}" dt="2026-03-18T22:01:28.834" v="2655" actId="1076"/>
          <ac:grpSpMkLst>
            <pc:docMk/>
            <pc:sldMk cId="2133037477" sldId="271"/>
            <ac:grpSpMk id="555" creationId="{7D9A83F2-55D2-C718-E229-B788BD6DB0BD}"/>
          </ac:grpSpMkLst>
        </pc:grpChg>
        <pc:picChg chg="mod">
          <ac:chgData name="耀泉 马" userId="19e30af8d5659de2" providerId="LiveId" clId="{C3594856-CEDA-5129-B2AF-7962E3CA4CA3}" dt="2026-03-18T21:05:58.347" v="2008" actId="167"/>
          <ac:picMkLst>
            <pc:docMk/>
            <pc:sldMk cId="2133037477" sldId="271"/>
            <ac:picMk id="233" creationId="{2FA09888-AC3E-3B7C-F934-3E82CD51E038}"/>
          </ac:picMkLst>
        </pc:picChg>
        <pc:picChg chg="mod">
          <ac:chgData name="耀泉 马" userId="19e30af8d5659de2" providerId="LiveId" clId="{C3594856-CEDA-5129-B2AF-7962E3CA4CA3}" dt="2026-03-18T21:05:58.347" v="2008" actId="167"/>
          <ac:picMkLst>
            <pc:docMk/>
            <pc:sldMk cId="2133037477" sldId="271"/>
            <ac:picMk id="235" creationId="{4DF830D0-6E9C-A16E-0FB4-17D1D36CD718}"/>
          </ac:picMkLst>
        </pc:picChg>
        <pc:picChg chg="mod">
          <ac:chgData name="耀泉 马" userId="19e30af8d5659de2" providerId="LiveId" clId="{C3594856-CEDA-5129-B2AF-7962E3CA4CA3}" dt="2026-03-18T21:08:57.097" v="2135" actId="167"/>
          <ac:picMkLst>
            <pc:docMk/>
            <pc:sldMk cId="2133037477" sldId="271"/>
            <ac:picMk id="331" creationId="{CDC0019F-6184-BD59-074C-F343B788D1D8}"/>
          </ac:picMkLst>
        </pc:picChg>
        <pc:picChg chg="mod">
          <ac:chgData name="耀泉 马" userId="19e30af8d5659de2" providerId="LiveId" clId="{C3594856-CEDA-5129-B2AF-7962E3CA4CA3}" dt="2026-03-18T21:08:57.097" v="2135" actId="167"/>
          <ac:picMkLst>
            <pc:docMk/>
            <pc:sldMk cId="2133037477" sldId="271"/>
            <ac:picMk id="333" creationId="{CD4D500B-EE7C-9C47-C3BD-0C4362142313}"/>
          </ac:picMkLst>
        </pc:picChg>
        <pc:picChg chg="mod">
          <ac:chgData name="耀泉 马" userId="19e30af8d5659de2" providerId="LiveId" clId="{C3594856-CEDA-5129-B2AF-7962E3CA4CA3}" dt="2026-03-18T21:09:09.283" v="2140" actId="167"/>
          <ac:picMkLst>
            <pc:docMk/>
            <pc:sldMk cId="2133037477" sldId="271"/>
            <ac:picMk id="381" creationId="{B6EF110F-A988-61CB-E366-FC87738F0738}"/>
          </ac:picMkLst>
        </pc:picChg>
        <pc:picChg chg="mod">
          <ac:chgData name="耀泉 马" userId="19e30af8d5659de2" providerId="LiveId" clId="{C3594856-CEDA-5129-B2AF-7962E3CA4CA3}" dt="2026-03-18T21:09:09.283" v="2140" actId="167"/>
          <ac:picMkLst>
            <pc:docMk/>
            <pc:sldMk cId="2133037477" sldId="271"/>
            <ac:picMk id="383" creationId="{6660FD71-D699-2881-B064-6930CBD78524}"/>
          </ac:picMkLst>
        </pc:picChg>
        <pc:picChg chg="mod">
          <ac:chgData name="耀泉 马" userId="19e30af8d5659de2" providerId="LiveId" clId="{C3594856-CEDA-5129-B2AF-7962E3CA4CA3}" dt="2026-03-18T21:09:41.797" v="2149" actId="167"/>
          <ac:picMkLst>
            <pc:docMk/>
            <pc:sldMk cId="2133037477" sldId="271"/>
            <ac:picMk id="431" creationId="{00253C87-CF44-20E8-8EF7-A388A61A9A5B}"/>
          </ac:picMkLst>
        </pc:picChg>
        <pc:picChg chg="mod">
          <ac:chgData name="耀泉 马" userId="19e30af8d5659de2" providerId="LiveId" clId="{C3594856-CEDA-5129-B2AF-7962E3CA4CA3}" dt="2026-03-18T21:09:41.797" v="2149" actId="167"/>
          <ac:picMkLst>
            <pc:docMk/>
            <pc:sldMk cId="2133037477" sldId="271"/>
            <ac:picMk id="433" creationId="{13AB4931-BF98-02A2-2348-1997C88267B0}"/>
          </ac:picMkLst>
        </pc:picChg>
        <pc:picChg chg="add mod">
          <ac:chgData name="耀泉 马" userId="19e30af8d5659de2" providerId="LiveId" clId="{C3594856-CEDA-5129-B2AF-7962E3CA4CA3}" dt="2026-03-18T22:00:06.955" v="2648" actId="164"/>
          <ac:picMkLst>
            <pc:docMk/>
            <pc:sldMk cId="2133037477" sldId="271"/>
            <ac:picMk id="484" creationId="{3F725597-31B7-6C90-80D7-32124B419566}"/>
          </ac:picMkLst>
        </pc:picChg>
        <pc:picChg chg="add mod">
          <ac:chgData name="耀泉 马" userId="19e30af8d5659de2" providerId="LiveId" clId="{C3594856-CEDA-5129-B2AF-7962E3CA4CA3}" dt="2026-03-18T22:00:06.955" v="2648" actId="164"/>
          <ac:picMkLst>
            <pc:docMk/>
            <pc:sldMk cId="2133037477" sldId="271"/>
            <ac:picMk id="485" creationId="{E00D58FF-AF04-E7F1-F633-8F2224F4C60E}"/>
          </ac:picMkLst>
        </pc:picChg>
        <pc:picChg chg="add mod">
          <ac:chgData name="耀泉 马" userId="19e30af8d5659de2" providerId="LiveId" clId="{C3594856-CEDA-5129-B2AF-7962E3CA4CA3}" dt="2026-03-18T22:05:47.213" v="2817" actId="1076"/>
          <ac:picMkLst>
            <pc:docMk/>
            <pc:sldMk cId="2133037477" sldId="271"/>
            <ac:picMk id="489" creationId="{1DA41B00-837D-A957-2F3B-1D6677AAEECD}"/>
          </ac:picMkLst>
        </pc:picChg>
        <pc:picChg chg="add mod">
          <ac:chgData name="耀泉 马" userId="19e30af8d5659de2" providerId="LiveId" clId="{C3594856-CEDA-5129-B2AF-7962E3CA4CA3}" dt="2026-03-18T21:42:48.140" v="2394" actId="1076"/>
          <ac:picMkLst>
            <pc:docMk/>
            <pc:sldMk cId="2133037477" sldId="271"/>
            <ac:picMk id="490" creationId="{E3E2CB8C-65BF-A5AF-3AE3-7483F600A942}"/>
          </ac:picMkLst>
        </pc:picChg>
        <pc:picChg chg="add mod">
          <ac:chgData name="耀泉 马" userId="19e30af8d5659de2" providerId="LiveId" clId="{C3594856-CEDA-5129-B2AF-7962E3CA4CA3}" dt="2026-03-18T21:38:42.149" v="2343" actId="1076"/>
          <ac:picMkLst>
            <pc:docMk/>
            <pc:sldMk cId="2133037477" sldId="271"/>
            <ac:picMk id="491" creationId="{F9B18140-8245-DCD7-384E-DB6DB50ADDB3}"/>
          </ac:picMkLst>
        </pc:picChg>
        <pc:picChg chg="add mod">
          <ac:chgData name="耀泉 马" userId="19e30af8d5659de2" providerId="LiveId" clId="{C3594856-CEDA-5129-B2AF-7962E3CA4CA3}" dt="2026-03-18T22:04:52.093" v="2748" actId="1076"/>
          <ac:picMkLst>
            <pc:docMk/>
            <pc:sldMk cId="2133037477" sldId="271"/>
            <ac:picMk id="497" creationId="{CA2D5E9C-340F-99A8-B8ED-43EBE0A1C58B}"/>
          </ac:picMkLst>
        </pc:picChg>
        <pc:picChg chg="add mod">
          <ac:chgData name="耀泉 马" userId="19e30af8d5659de2" providerId="LiveId" clId="{C3594856-CEDA-5129-B2AF-7962E3CA4CA3}" dt="2026-03-18T22:00:47.994" v="2650" actId="164"/>
          <ac:picMkLst>
            <pc:docMk/>
            <pc:sldMk cId="2133037477" sldId="271"/>
            <ac:picMk id="498" creationId="{004FA189-652D-4B6E-E4CF-70EA48FE712C}"/>
          </ac:picMkLst>
        </pc:picChg>
        <pc:picChg chg="add mod">
          <ac:chgData name="耀泉 马" userId="19e30af8d5659de2" providerId="LiveId" clId="{C3594856-CEDA-5129-B2AF-7962E3CA4CA3}" dt="2026-03-18T22:00:47.994" v="2650" actId="164"/>
          <ac:picMkLst>
            <pc:docMk/>
            <pc:sldMk cId="2133037477" sldId="271"/>
            <ac:picMk id="499" creationId="{AED2AA6F-8413-6F77-F0DA-9FF1B127549E}"/>
          </ac:picMkLst>
        </pc:picChg>
        <pc:picChg chg="add mod">
          <ac:chgData name="耀泉 马" userId="19e30af8d5659de2" providerId="LiveId" clId="{C3594856-CEDA-5129-B2AF-7962E3CA4CA3}" dt="2026-03-18T21:38:42.149" v="2343" actId="1076"/>
          <ac:picMkLst>
            <pc:docMk/>
            <pc:sldMk cId="2133037477" sldId="271"/>
            <ac:picMk id="501" creationId="{A34BA1A9-A0FE-B524-466C-81C61FF62204}"/>
          </ac:picMkLst>
        </pc:picChg>
        <pc:picChg chg="add mod">
          <ac:chgData name="耀泉 马" userId="19e30af8d5659de2" providerId="LiveId" clId="{C3594856-CEDA-5129-B2AF-7962E3CA4CA3}" dt="2026-03-18T21:42:49.007" v="2395" actId="1076"/>
          <ac:picMkLst>
            <pc:docMk/>
            <pc:sldMk cId="2133037477" sldId="271"/>
            <ac:picMk id="504" creationId="{9B7EC64C-BEA6-235A-328E-85205C077313}"/>
          </ac:picMkLst>
        </pc:picChg>
        <pc:picChg chg="add mod">
          <ac:chgData name="耀泉 马" userId="19e30af8d5659de2" providerId="LiveId" clId="{C3594856-CEDA-5129-B2AF-7962E3CA4CA3}" dt="2026-03-18T21:46:02.330" v="2401" actId="1076"/>
          <ac:picMkLst>
            <pc:docMk/>
            <pc:sldMk cId="2133037477" sldId="271"/>
            <ac:picMk id="505" creationId="{5BB980D7-B2D4-3DF9-C615-F9D33C7B45B2}"/>
          </ac:picMkLst>
        </pc:picChg>
        <pc:picChg chg="add mod">
          <ac:chgData name="耀泉 马" userId="19e30af8d5659de2" providerId="LiveId" clId="{C3594856-CEDA-5129-B2AF-7962E3CA4CA3}" dt="2026-03-18T22:06:23.310" v="2825" actId="1076"/>
          <ac:picMkLst>
            <pc:docMk/>
            <pc:sldMk cId="2133037477" sldId="271"/>
            <ac:picMk id="545" creationId="{C690DFA2-CFEA-3D3C-414A-9EF73C055B2A}"/>
          </ac:picMkLst>
        </pc:picChg>
        <pc:picChg chg="add mod">
          <ac:chgData name="耀泉 马" userId="19e30af8d5659de2" providerId="LiveId" clId="{C3594856-CEDA-5129-B2AF-7962E3CA4CA3}" dt="2026-03-18T22:08:33.571" v="2876" actId="1038"/>
          <ac:picMkLst>
            <pc:docMk/>
            <pc:sldMk cId="2133037477" sldId="271"/>
            <ac:picMk id="567" creationId="{EF1830C7-89C7-C849-A04A-C3E794550CE9}"/>
          </ac:picMkLst>
        </pc:picChg>
        <pc:picChg chg="add mod">
          <ac:chgData name="耀泉 马" userId="19e30af8d5659de2" providerId="LiveId" clId="{C3594856-CEDA-5129-B2AF-7962E3CA4CA3}" dt="2026-03-18T22:08:42.218" v="2881" actId="1076"/>
          <ac:picMkLst>
            <pc:docMk/>
            <pc:sldMk cId="2133037477" sldId="271"/>
            <ac:picMk id="569" creationId="{07082627-779C-5766-F416-42204AC6C8DD}"/>
          </ac:picMkLst>
        </pc:picChg>
        <pc:picChg chg="add mod">
          <ac:chgData name="耀泉 马" userId="19e30af8d5659de2" providerId="LiveId" clId="{C3594856-CEDA-5129-B2AF-7962E3CA4CA3}" dt="2026-03-18T22:08:48.710" v="2884" actId="1076"/>
          <ac:picMkLst>
            <pc:docMk/>
            <pc:sldMk cId="2133037477" sldId="271"/>
            <ac:picMk id="570" creationId="{D762E1E1-36B3-74A5-D689-DC0F30DA4EAB}"/>
          </ac:picMkLst>
        </pc:picChg>
        <pc:picChg chg="add mod">
          <ac:chgData name="耀泉 马" userId="19e30af8d5659de2" providerId="LiveId" clId="{C3594856-CEDA-5129-B2AF-7962E3CA4CA3}" dt="2026-03-18T22:09:00.643" v="2888" actId="1076"/>
          <ac:picMkLst>
            <pc:docMk/>
            <pc:sldMk cId="2133037477" sldId="271"/>
            <ac:picMk id="571" creationId="{7D461BD1-BEE4-31AC-A99D-54070E13DA17}"/>
          </ac:picMkLst>
        </pc:picChg>
        <pc:cxnChg chg="add mod">
          <ac:chgData name="耀泉 马" userId="19e30af8d5659de2" providerId="LiveId" clId="{C3594856-CEDA-5129-B2AF-7962E3CA4CA3}" dt="2026-03-18T22:04:10.327" v="2737" actId="14100"/>
          <ac:cxnSpMkLst>
            <pc:docMk/>
            <pc:sldMk cId="2133037477" sldId="271"/>
            <ac:cxnSpMk id="510" creationId="{C8B9A858-4199-4A47-074C-0B318B6FC636}"/>
          </ac:cxnSpMkLst>
        </pc:cxnChg>
        <pc:cxnChg chg="add mod">
          <ac:chgData name="耀泉 马" userId="19e30af8d5659de2" providerId="LiveId" clId="{C3594856-CEDA-5129-B2AF-7962E3CA4CA3}" dt="2026-03-18T22:01:57.695" v="2657" actId="692"/>
          <ac:cxnSpMkLst>
            <pc:docMk/>
            <pc:sldMk cId="2133037477" sldId="271"/>
            <ac:cxnSpMk id="512" creationId="{6AD0DD49-74C4-5B75-A16D-A0D3322CB3EF}"/>
          </ac:cxnSpMkLst>
        </pc:cxnChg>
        <pc:cxnChg chg="add mod">
          <ac:chgData name="耀泉 马" userId="19e30af8d5659de2" providerId="LiveId" clId="{C3594856-CEDA-5129-B2AF-7962E3CA4CA3}" dt="2026-03-18T22:02:01.619" v="2658" actId="692"/>
          <ac:cxnSpMkLst>
            <pc:docMk/>
            <pc:sldMk cId="2133037477" sldId="271"/>
            <ac:cxnSpMk id="514" creationId="{B52B9C4C-D0B1-7676-D4F4-73B5B01588B8}"/>
          </ac:cxnSpMkLst>
        </pc:cxnChg>
        <pc:cxnChg chg="add mod">
          <ac:chgData name="耀泉 马" userId="19e30af8d5659de2" providerId="LiveId" clId="{C3594856-CEDA-5129-B2AF-7962E3CA4CA3}" dt="2026-03-18T22:02:05.717" v="2659" actId="692"/>
          <ac:cxnSpMkLst>
            <pc:docMk/>
            <pc:sldMk cId="2133037477" sldId="271"/>
            <ac:cxnSpMk id="515" creationId="{56CCAAB1-EF3C-2AE6-4C20-DB17489230FC}"/>
          </ac:cxnSpMkLst>
        </pc:cxnChg>
        <pc:cxnChg chg="add mod">
          <ac:chgData name="耀泉 马" userId="19e30af8d5659de2" providerId="LiveId" clId="{C3594856-CEDA-5129-B2AF-7962E3CA4CA3}" dt="2026-03-18T22:04:15.152" v="2739" actId="14100"/>
          <ac:cxnSpMkLst>
            <pc:docMk/>
            <pc:sldMk cId="2133037477" sldId="271"/>
            <ac:cxnSpMk id="522" creationId="{0B1E9F79-70AD-FD3B-BF6F-5EC7BFF10F8E}"/>
          </ac:cxnSpMkLst>
        </pc:cxnChg>
        <pc:cxnChg chg="add mod">
          <ac:chgData name="耀泉 马" userId="19e30af8d5659de2" providerId="LiveId" clId="{C3594856-CEDA-5129-B2AF-7962E3CA4CA3}" dt="2026-03-18T21:51:48.494" v="2598" actId="692"/>
          <ac:cxnSpMkLst>
            <pc:docMk/>
            <pc:sldMk cId="2133037477" sldId="271"/>
            <ac:cxnSpMk id="525" creationId="{3C8BEF32-DEB8-FFD2-4D07-32B88B819F8A}"/>
          </ac:cxnSpMkLst>
        </pc:cxnChg>
        <pc:cxnChg chg="add mod">
          <ac:chgData name="耀泉 马" userId="19e30af8d5659de2" providerId="LiveId" clId="{C3594856-CEDA-5129-B2AF-7962E3CA4CA3}" dt="2026-03-18T22:04:23.372" v="2741" actId="14100"/>
          <ac:cxnSpMkLst>
            <pc:docMk/>
            <pc:sldMk cId="2133037477" sldId="271"/>
            <ac:cxnSpMk id="529" creationId="{3480E212-627F-E856-AE36-1A318034451C}"/>
          </ac:cxnSpMkLst>
        </pc:cxnChg>
        <pc:cxnChg chg="add mod">
          <ac:chgData name="耀泉 马" userId="19e30af8d5659de2" providerId="LiveId" clId="{C3594856-CEDA-5129-B2AF-7962E3CA4CA3}" dt="2026-03-18T22:04:19.004" v="2740" actId="14100"/>
          <ac:cxnSpMkLst>
            <pc:docMk/>
            <pc:sldMk cId="2133037477" sldId="271"/>
            <ac:cxnSpMk id="532" creationId="{2CC5E84D-832D-95D9-FEF4-FB0F2ABCC6F4}"/>
          </ac:cxnSpMkLst>
        </pc:cxnChg>
      </pc:sldChg>
      <pc:sldChg chg="addSp delSp modSp add mod">
        <pc:chgData name="耀泉 马" userId="19e30af8d5659de2" providerId="LiveId" clId="{C3594856-CEDA-5129-B2AF-7962E3CA4CA3}" dt="2026-03-21T18:35:33.059" v="3525" actId="1037"/>
        <pc:sldMkLst>
          <pc:docMk/>
          <pc:sldMk cId="684900568" sldId="272"/>
        </pc:sldMkLst>
        <pc:spChg chg="del mod">
          <ac:chgData name="耀泉 马" userId="19e30af8d5659de2" providerId="LiveId" clId="{C3594856-CEDA-5129-B2AF-7962E3CA4CA3}" dt="2026-03-21T16:11:51.929" v="3055" actId="478"/>
          <ac:spMkLst>
            <pc:docMk/>
            <pc:sldMk cId="684900568" sldId="272"/>
            <ac:spMk id="3" creationId="{9F7D9FD7-6584-8BC7-9633-FB4F14DE9D60}"/>
          </ac:spMkLst>
        </pc:spChg>
        <pc:spChg chg="add mod">
          <ac:chgData name="耀泉 马" userId="19e30af8d5659de2" providerId="LiveId" clId="{C3594856-CEDA-5129-B2AF-7962E3CA4CA3}" dt="2026-03-21T18:35:33.059" v="3525" actId="1037"/>
          <ac:spMkLst>
            <pc:docMk/>
            <pc:sldMk cId="684900568" sldId="272"/>
            <ac:spMk id="4" creationId="{4A46B1AD-DCA5-D506-A98C-72B83CB0B721}"/>
          </ac:spMkLst>
        </pc:spChg>
        <pc:spChg chg="del mod">
          <ac:chgData name="耀泉 马" userId="19e30af8d5659de2" providerId="LiveId" clId="{C3594856-CEDA-5129-B2AF-7962E3CA4CA3}" dt="2026-03-21T16:11:54.251" v="3057"/>
          <ac:spMkLst>
            <pc:docMk/>
            <pc:sldMk cId="684900568" sldId="272"/>
            <ac:spMk id="6" creationId="{97739623-186C-FA06-00A2-18FADFCD9D94}"/>
          </ac:spMkLst>
        </pc:spChg>
        <pc:spChg chg="mod">
          <ac:chgData name="耀泉 马" userId="19e30af8d5659de2" providerId="LiveId" clId="{C3594856-CEDA-5129-B2AF-7962E3CA4CA3}" dt="2026-03-21T18:35:30.386" v="3518" actId="1035"/>
          <ac:spMkLst>
            <pc:docMk/>
            <pc:sldMk cId="684900568" sldId="272"/>
            <ac:spMk id="7" creationId="{6C7FE30B-EC05-CC7E-DB7D-275D31A6649B}"/>
          </ac:spMkLst>
        </pc:spChg>
        <pc:picChg chg="del">
          <ac:chgData name="耀泉 马" userId="19e30af8d5659de2" providerId="LiveId" clId="{C3594856-CEDA-5129-B2AF-7962E3CA4CA3}" dt="2026-03-21T16:11:49.689" v="3054" actId="478"/>
          <ac:picMkLst>
            <pc:docMk/>
            <pc:sldMk cId="684900568" sldId="272"/>
            <ac:picMk id="5" creationId="{0B121C87-D645-CE82-0C28-A1648B1580C8}"/>
          </ac:picMkLst>
        </pc:picChg>
        <pc:cxnChg chg="add mod">
          <ac:chgData name="耀泉 马" userId="19e30af8d5659de2" providerId="LiveId" clId="{C3594856-CEDA-5129-B2AF-7962E3CA4CA3}" dt="2026-03-21T18:35:25.086" v="3509" actId="1035"/>
          <ac:cxnSpMkLst>
            <pc:docMk/>
            <pc:sldMk cId="684900568" sldId="272"/>
            <ac:cxnSpMk id="9" creationId="{107EBE3E-0E8D-DE9E-00AF-95D6517658CC}"/>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5AEBB4-D16F-4249-AC33-0A3E518B8777}" type="doc">
      <dgm:prSet loTypeId="urn:microsoft.com/office/officeart/2016/7/layout/RepeatingBendingProcessNew" loCatId="process" qsTypeId="urn:microsoft.com/office/officeart/2005/8/quickstyle/simple1" qsCatId="simple" csTypeId="urn:microsoft.com/office/officeart/2005/8/colors/colorful1" csCatId="colorful" phldr="1"/>
      <dgm:spPr/>
      <dgm:t>
        <a:bodyPr/>
        <a:lstStyle/>
        <a:p>
          <a:endParaRPr lang="en-US"/>
        </a:p>
      </dgm:t>
    </dgm:pt>
    <dgm:pt modelId="{753FA6E6-80EC-4760-AD87-61E44CE23EBD}">
      <dgm:prSet/>
      <dgm:spPr/>
      <dgm:t>
        <a:bodyPr/>
        <a:lstStyle/>
        <a:p>
          <a:r>
            <a:rPr lang="en-US" dirty="0"/>
            <a:t>IoMT systems generate sensitive medical data</a:t>
          </a:r>
        </a:p>
      </dgm:t>
    </dgm:pt>
    <dgm:pt modelId="{997CA735-10F7-4F50-A428-ED8D65691DA1}" type="parTrans" cxnId="{6797F67C-522F-48A0-94CF-2E6A04898B64}">
      <dgm:prSet/>
      <dgm:spPr/>
      <dgm:t>
        <a:bodyPr/>
        <a:lstStyle/>
        <a:p>
          <a:endParaRPr lang="en-US"/>
        </a:p>
      </dgm:t>
    </dgm:pt>
    <dgm:pt modelId="{736D7E8B-FCFF-4626-85C0-74BF889A921C}" type="sibTrans" cxnId="{6797F67C-522F-48A0-94CF-2E6A04898B64}">
      <dgm:prSet/>
      <dgm:spPr/>
      <dgm:t>
        <a:bodyPr/>
        <a:lstStyle/>
        <a:p>
          <a:endParaRPr lang="en-US" dirty="0"/>
        </a:p>
      </dgm:t>
    </dgm:pt>
    <dgm:pt modelId="{D4BDB65D-FBD7-43E3-9D4F-A012D765BA31}">
      <dgm:prSet/>
      <dgm:spPr/>
      <dgm:t>
        <a:bodyPr/>
        <a:lstStyle/>
        <a:p>
          <a:r>
            <a:rPr lang="en-US" dirty="0"/>
            <a:t>Edge gateways act as critical nodes</a:t>
          </a:r>
        </a:p>
      </dgm:t>
    </dgm:pt>
    <dgm:pt modelId="{40845A10-B951-4816-9456-E397B0D1DE81}" type="parTrans" cxnId="{081D8FDE-8400-41CB-B4ED-E6CED464FC83}">
      <dgm:prSet/>
      <dgm:spPr/>
      <dgm:t>
        <a:bodyPr/>
        <a:lstStyle/>
        <a:p>
          <a:endParaRPr lang="en-US"/>
        </a:p>
      </dgm:t>
    </dgm:pt>
    <dgm:pt modelId="{EE1CB50C-C220-4C1B-A32F-AB1307CD9218}" type="sibTrans" cxnId="{081D8FDE-8400-41CB-B4ED-E6CED464FC83}">
      <dgm:prSet/>
      <dgm:spPr/>
      <dgm:t>
        <a:bodyPr/>
        <a:lstStyle/>
        <a:p>
          <a:endParaRPr lang="en-US" dirty="0"/>
        </a:p>
      </dgm:t>
    </dgm:pt>
    <dgm:pt modelId="{675B3BD2-0252-419A-8D09-6D89866F8260}">
      <dgm:prSet/>
      <dgm:spPr/>
      <dgm:t>
        <a:bodyPr/>
        <a:lstStyle/>
        <a:p>
          <a:r>
            <a:rPr lang="en-US" dirty="0"/>
            <a:t>Gateways are vulnerable to cyber attacks</a:t>
          </a:r>
        </a:p>
      </dgm:t>
    </dgm:pt>
    <dgm:pt modelId="{731F905F-A62C-4B57-9DE3-2C5A2FFFAA97}" type="parTrans" cxnId="{55523400-CC8E-4A55-8350-AE99AE94E832}">
      <dgm:prSet/>
      <dgm:spPr/>
      <dgm:t>
        <a:bodyPr/>
        <a:lstStyle/>
        <a:p>
          <a:endParaRPr lang="en-US"/>
        </a:p>
      </dgm:t>
    </dgm:pt>
    <dgm:pt modelId="{A42E4D80-7DE3-4903-87B9-88B13CF87721}" type="sibTrans" cxnId="{55523400-CC8E-4A55-8350-AE99AE94E832}">
      <dgm:prSet/>
      <dgm:spPr/>
      <dgm:t>
        <a:bodyPr/>
        <a:lstStyle/>
        <a:p>
          <a:endParaRPr lang="en-US" dirty="0"/>
        </a:p>
      </dgm:t>
    </dgm:pt>
    <dgm:pt modelId="{89C065A7-E6DB-44F0-8A0F-9D9E2EB20393}">
      <dgm:prSet/>
      <dgm:spPr/>
      <dgm:t>
        <a:bodyPr/>
        <a:lstStyle/>
        <a:p>
          <a:r>
            <a:rPr lang="en-US" dirty="0"/>
            <a:t>Intrusion Detection Systems (IDS) are required</a:t>
          </a:r>
        </a:p>
      </dgm:t>
    </dgm:pt>
    <dgm:pt modelId="{5A3DA665-2E56-4EAA-87BC-A47C7CF634C1}" type="parTrans" cxnId="{1B07EDC5-6821-4861-8127-E4A1B7B14021}">
      <dgm:prSet/>
      <dgm:spPr/>
      <dgm:t>
        <a:bodyPr/>
        <a:lstStyle/>
        <a:p>
          <a:endParaRPr lang="en-US"/>
        </a:p>
      </dgm:t>
    </dgm:pt>
    <dgm:pt modelId="{25C5CF33-68F6-43BC-82A3-B38A573FB778}" type="sibTrans" cxnId="{1B07EDC5-6821-4861-8127-E4A1B7B14021}">
      <dgm:prSet/>
      <dgm:spPr/>
      <dgm:t>
        <a:bodyPr/>
        <a:lstStyle/>
        <a:p>
          <a:endParaRPr lang="en-US" dirty="0"/>
        </a:p>
      </dgm:t>
    </dgm:pt>
    <dgm:pt modelId="{09244D15-24EE-437D-B11A-A54D4E63CB95}">
      <dgm:prSet/>
      <dgm:spPr/>
      <dgm:t>
        <a:bodyPr/>
        <a:lstStyle/>
        <a:p>
          <a:r>
            <a:rPr lang="en-US" dirty="0"/>
            <a:t>Edge devices have limited computational resources</a:t>
          </a:r>
        </a:p>
      </dgm:t>
    </dgm:pt>
    <dgm:pt modelId="{85E93D28-3230-4C09-983F-E9AF546F1334}" type="parTrans" cxnId="{B2281FFD-925E-4C23-A479-2A6847AC2A9E}">
      <dgm:prSet/>
      <dgm:spPr/>
      <dgm:t>
        <a:bodyPr/>
        <a:lstStyle/>
        <a:p>
          <a:endParaRPr lang="en-US"/>
        </a:p>
      </dgm:t>
    </dgm:pt>
    <dgm:pt modelId="{99E3DCB7-94C1-4634-A66A-C07EFEBC427B}" type="sibTrans" cxnId="{B2281FFD-925E-4C23-A479-2A6847AC2A9E}">
      <dgm:prSet/>
      <dgm:spPr/>
      <dgm:t>
        <a:bodyPr/>
        <a:lstStyle/>
        <a:p>
          <a:endParaRPr lang="en-US"/>
        </a:p>
      </dgm:t>
    </dgm:pt>
    <dgm:pt modelId="{E09B1DD6-1D24-F74B-840E-32327CC3029B}" type="pres">
      <dgm:prSet presAssocID="{AD5AEBB4-D16F-4249-AC33-0A3E518B8777}" presName="Name0" presStyleCnt="0">
        <dgm:presLayoutVars>
          <dgm:dir/>
          <dgm:resizeHandles val="exact"/>
        </dgm:presLayoutVars>
      </dgm:prSet>
      <dgm:spPr/>
    </dgm:pt>
    <dgm:pt modelId="{27EB800B-41F3-A24E-8ABE-EBBA28E2403D}" type="pres">
      <dgm:prSet presAssocID="{753FA6E6-80EC-4760-AD87-61E44CE23EBD}" presName="node" presStyleLbl="node1" presStyleIdx="0" presStyleCnt="5">
        <dgm:presLayoutVars>
          <dgm:bulletEnabled val="1"/>
        </dgm:presLayoutVars>
      </dgm:prSet>
      <dgm:spPr/>
    </dgm:pt>
    <dgm:pt modelId="{F4C5F44E-41A5-DB47-A643-FF0B25E9DDC1}" type="pres">
      <dgm:prSet presAssocID="{736D7E8B-FCFF-4626-85C0-74BF889A921C}" presName="sibTrans" presStyleLbl="sibTrans1D1" presStyleIdx="0" presStyleCnt="4"/>
      <dgm:spPr/>
    </dgm:pt>
    <dgm:pt modelId="{B3287593-D7A7-E447-AE0F-72AF22A86652}" type="pres">
      <dgm:prSet presAssocID="{736D7E8B-FCFF-4626-85C0-74BF889A921C}" presName="connectorText" presStyleLbl="sibTrans1D1" presStyleIdx="0" presStyleCnt="4"/>
      <dgm:spPr/>
    </dgm:pt>
    <dgm:pt modelId="{03EB92BC-C108-2B4E-9EE0-1A7476A49F5E}" type="pres">
      <dgm:prSet presAssocID="{D4BDB65D-FBD7-43E3-9D4F-A012D765BA31}" presName="node" presStyleLbl="node1" presStyleIdx="1" presStyleCnt="5">
        <dgm:presLayoutVars>
          <dgm:bulletEnabled val="1"/>
        </dgm:presLayoutVars>
      </dgm:prSet>
      <dgm:spPr/>
    </dgm:pt>
    <dgm:pt modelId="{2A5139F1-CEE7-5A47-9649-5280CB884AF9}" type="pres">
      <dgm:prSet presAssocID="{EE1CB50C-C220-4C1B-A32F-AB1307CD9218}" presName="sibTrans" presStyleLbl="sibTrans1D1" presStyleIdx="1" presStyleCnt="4"/>
      <dgm:spPr/>
    </dgm:pt>
    <dgm:pt modelId="{574FCD7F-4B3B-9944-9DD1-14D59B03ECAB}" type="pres">
      <dgm:prSet presAssocID="{EE1CB50C-C220-4C1B-A32F-AB1307CD9218}" presName="connectorText" presStyleLbl="sibTrans1D1" presStyleIdx="1" presStyleCnt="4"/>
      <dgm:spPr/>
    </dgm:pt>
    <dgm:pt modelId="{1F7D9E6C-0E1B-4A44-8598-23E9F1DA7E5B}" type="pres">
      <dgm:prSet presAssocID="{675B3BD2-0252-419A-8D09-6D89866F8260}" presName="node" presStyleLbl="node1" presStyleIdx="2" presStyleCnt="5">
        <dgm:presLayoutVars>
          <dgm:bulletEnabled val="1"/>
        </dgm:presLayoutVars>
      </dgm:prSet>
      <dgm:spPr/>
    </dgm:pt>
    <dgm:pt modelId="{6C5321FC-C364-1D4E-9226-70F8D1C8B9F5}" type="pres">
      <dgm:prSet presAssocID="{A42E4D80-7DE3-4903-87B9-88B13CF87721}" presName="sibTrans" presStyleLbl="sibTrans1D1" presStyleIdx="2" presStyleCnt="4"/>
      <dgm:spPr/>
    </dgm:pt>
    <dgm:pt modelId="{5D9EA630-ABA0-5A4C-B482-AA54E7F73857}" type="pres">
      <dgm:prSet presAssocID="{A42E4D80-7DE3-4903-87B9-88B13CF87721}" presName="connectorText" presStyleLbl="sibTrans1D1" presStyleIdx="2" presStyleCnt="4"/>
      <dgm:spPr/>
    </dgm:pt>
    <dgm:pt modelId="{7825CAE3-D771-804C-8107-D190DF9CA6C9}" type="pres">
      <dgm:prSet presAssocID="{89C065A7-E6DB-44F0-8A0F-9D9E2EB20393}" presName="node" presStyleLbl="node1" presStyleIdx="3" presStyleCnt="5">
        <dgm:presLayoutVars>
          <dgm:bulletEnabled val="1"/>
        </dgm:presLayoutVars>
      </dgm:prSet>
      <dgm:spPr/>
    </dgm:pt>
    <dgm:pt modelId="{8A2723CF-7BCA-1142-A850-A54459D582E1}" type="pres">
      <dgm:prSet presAssocID="{25C5CF33-68F6-43BC-82A3-B38A573FB778}" presName="sibTrans" presStyleLbl="sibTrans1D1" presStyleIdx="3" presStyleCnt="4"/>
      <dgm:spPr/>
    </dgm:pt>
    <dgm:pt modelId="{61EFFB76-01F9-3541-BAC4-ADD0EAFB22FC}" type="pres">
      <dgm:prSet presAssocID="{25C5CF33-68F6-43BC-82A3-B38A573FB778}" presName="connectorText" presStyleLbl="sibTrans1D1" presStyleIdx="3" presStyleCnt="4"/>
      <dgm:spPr/>
    </dgm:pt>
    <dgm:pt modelId="{84390915-F3DE-2D4C-9F1E-47726BDD4778}" type="pres">
      <dgm:prSet presAssocID="{09244D15-24EE-437D-B11A-A54D4E63CB95}" presName="node" presStyleLbl="node1" presStyleIdx="4" presStyleCnt="5">
        <dgm:presLayoutVars>
          <dgm:bulletEnabled val="1"/>
        </dgm:presLayoutVars>
      </dgm:prSet>
      <dgm:spPr/>
    </dgm:pt>
  </dgm:ptLst>
  <dgm:cxnLst>
    <dgm:cxn modelId="{55523400-CC8E-4A55-8350-AE99AE94E832}" srcId="{AD5AEBB4-D16F-4249-AC33-0A3E518B8777}" destId="{675B3BD2-0252-419A-8D09-6D89866F8260}" srcOrd="2" destOrd="0" parTransId="{731F905F-A62C-4B57-9DE3-2C5A2FFFAA97}" sibTransId="{A42E4D80-7DE3-4903-87B9-88B13CF87721}"/>
    <dgm:cxn modelId="{4F9C3303-CD18-BC45-8D62-04215237AE06}" type="presOf" srcId="{AD5AEBB4-D16F-4249-AC33-0A3E518B8777}" destId="{E09B1DD6-1D24-F74B-840E-32327CC3029B}" srcOrd="0" destOrd="0" presId="urn:microsoft.com/office/officeart/2016/7/layout/RepeatingBendingProcessNew"/>
    <dgm:cxn modelId="{10FB3014-EDE3-3642-BF28-5865005E566D}" type="presOf" srcId="{675B3BD2-0252-419A-8D09-6D89866F8260}" destId="{1F7D9E6C-0E1B-4A44-8598-23E9F1DA7E5B}" srcOrd="0" destOrd="0" presId="urn:microsoft.com/office/officeart/2016/7/layout/RepeatingBendingProcessNew"/>
    <dgm:cxn modelId="{BCE26339-DC04-2A41-81A5-6941488D94A9}" type="presOf" srcId="{736D7E8B-FCFF-4626-85C0-74BF889A921C}" destId="{F4C5F44E-41A5-DB47-A643-FF0B25E9DDC1}" srcOrd="0" destOrd="0" presId="urn:microsoft.com/office/officeart/2016/7/layout/RepeatingBendingProcessNew"/>
    <dgm:cxn modelId="{2FFE9655-AF2C-E946-BB76-AC70C2F0B469}" type="presOf" srcId="{736D7E8B-FCFF-4626-85C0-74BF889A921C}" destId="{B3287593-D7A7-E447-AE0F-72AF22A86652}" srcOrd="1" destOrd="0" presId="urn:microsoft.com/office/officeart/2016/7/layout/RepeatingBendingProcessNew"/>
    <dgm:cxn modelId="{6797F67C-522F-48A0-94CF-2E6A04898B64}" srcId="{AD5AEBB4-D16F-4249-AC33-0A3E518B8777}" destId="{753FA6E6-80EC-4760-AD87-61E44CE23EBD}" srcOrd="0" destOrd="0" parTransId="{997CA735-10F7-4F50-A428-ED8D65691DA1}" sibTransId="{736D7E8B-FCFF-4626-85C0-74BF889A921C}"/>
    <dgm:cxn modelId="{DC96DB88-072D-6848-894F-D4AA80FDA858}" type="presOf" srcId="{A42E4D80-7DE3-4903-87B9-88B13CF87721}" destId="{6C5321FC-C364-1D4E-9226-70F8D1C8B9F5}" srcOrd="0" destOrd="0" presId="urn:microsoft.com/office/officeart/2016/7/layout/RepeatingBendingProcessNew"/>
    <dgm:cxn modelId="{F23D529A-2A62-3645-8E2F-FB90B12834D6}" type="presOf" srcId="{09244D15-24EE-437D-B11A-A54D4E63CB95}" destId="{84390915-F3DE-2D4C-9F1E-47726BDD4778}" srcOrd="0" destOrd="0" presId="urn:microsoft.com/office/officeart/2016/7/layout/RepeatingBendingProcessNew"/>
    <dgm:cxn modelId="{70BB719E-0ED2-2840-AF04-48B7C95F5A00}" type="presOf" srcId="{25C5CF33-68F6-43BC-82A3-B38A573FB778}" destId="{61EFFB76-01F9-3541-BAC4-ADD0EAFB22FC}" srcOrd="1" destOrd="0" presId="urn:microsoft.com/office/officeart/2016/7/layout/RepeatingBendingProcessNew"/>
    <dgm:cxn modelId="{884A67A4-7EFF-7844-B5A7-5E195C1B3B95}" type="presOf" srcId="{D4BDB65D-FBD7-43E3-9D4F-A012D765BA31}" destId="{03EB92BC-C108-2B4E-9EE0-1A7476A49F5E}" srcOrd="0" destOrd="0" presId="urn:microsoft.com/office/officeart/2016/7/layout/RepeatingBendingProcessNew"/>
    <dgm:cxn modelId="{4F4017A5-038F-4243-9896-8D4D879F101A}" type="presOf" srcId="{25C5CF33-68F6-43BC-82A3-B38A573FB778}" destId="{8A2723CF-7BCA-1142-A850-A54459D582E1}" srcOrd="0" destOrd="0" presId="urn:microsoft.com/office/officeart/2016/7/layout/RepeatingBendingProcessNew"/>
    <dgm:cxn modelId="{04F44EB1-34E0-6F48-A100-86C7A9FFFDDD}" type="presOf" srcId="{EE1CB50C-C220-4C1B-A32F-AB1307CD9218}" destId="{2A5139F1-CEE7-5A47-9649-5280CB884AF9}" srcOrd="0" destOrd="0" presId="urn:microsoft.com/office/officeart/2016/7/layout/RepeatingBendingProcessNew"/>
    <dgm:cxn modelId="{4127F2B9-8666-B34B-BEEB-E5C3DB232497}" type="presOf" srcId="{753FA6E6-80EC-4760-AD87-61E44CE23EBD}" destId="{27EB800B-41F3-A24E-8ABE-EBBA28E2403D}" srcOrd="0" destOrd="0" presId="urn:microsoft.com/office/officeart/2016/7/layout/RepeatingBendingProcessNew"/>
    <dgm:cxn modelId="{1B07EDC5-6821-4861-8127-E4A1B7B14021}" srcId="{AD5AEBB4-D16F-4249-AC33-0A3E518B8777}" destId="{89C065A7-E6DB-44F0-8A0F-9D9E2EB20393}" srcOrd="3" destOrd="0" parTransId="{5A3DA665-2E56-4EAA-87BC-A47C7CF634C1}" sibTransId="{25C5CF33-68F6-43BC-82A3-B38A573FB778}"/>
    <dgm:cxn modelId="{A4C2CAD6-8581-5948-9CC6-6E9C517A8C20}" type="presOf" srcId="{A42E4D80-7DE3-4903-87B9-88B13CF87721}" destId="{5D9EA630-ABA0-5A4C-B482-AA54E7F73857}" srcOrd="1" destOrd="0" presId="urn:microsoft.com/office/officeart/2016/7/layout/RepeatingBendingProcessNew"/>
    <dgm:cxn modelId="{081D8FDE-8400-41CB-B4ED-E6CED464FC83}" srcId="{AD5AEBB4-D16F-4249-AC33-0A3E518B8777}" destId="{D4BDB65D-FBD7-43E3-9D4F-A012D765BA31}" srcOrd="1" destOrd="0" parTransId="{40845A10-B951-4816-9456-E397B0D1DE81}" sibTransId="{EE1CB50C-C220-4C1B-A32F-AB1307CD9218}"/>
    <dgm:cxn modelId="{94A34DE4-5D7F-0648-BDEE-77577172FD58}" type="presOf" srcId="{EE1CB50C-C220-4C1B-A32F-AB1307CD9218}" destId="{574FCD7F-4B3B-9944-9DD1-14D59B03ECAB}" srcOrd="1" destOrd="0" presId="urn:microsoft.com/office/officeart/2016/7/layout/RepeatingBendingProcessNew"/>
    <dgm:cxn modelId="{9991F4E7-12D5-7C4C-84C6-57AC3B42D873}" type="presOf" srcId="{89C065A7-E6DB-44F0-8A0F-9D9E2EB20393}" destId="{7825CAE3-D771-804C-8107-D190DF9CA6C9}" srcOrd="0" destOrd="0" presId="urn:microsoft.com/office/officeart/2016/7/layout/RepeatingBendingProcessNew"/>
    <dgm:cxn modelId="{B2281FFD-925E-4C23-A479-2A6847AC2A9E}" srcId="{AD5AEBB4-D16F-4249-AC33-0A3E518B8777}" destId="{09244D15-24EE-437D-B11A-A54D4E63CB95}" srcOrd="4" destOrd="0" parTransId="{85E93D28-3230-4C09-983F-E9AF546F1334}" sibTransId="{99E3DCB7-94C1-4634-A66A-C07EFEBC427B}"/>
    <dgm:cxn modelId="{353B60A1-A596-5F4A-AF60-3BE3E24E578F}" type="presParOf" srcId="{E09B1DD6-1D24-F74B-840E-32327CC3029B}" destId="{27EB800B-41F3-A24E-8ABE-EBBA28E2403D}" srcOrd="0" destOrd="0" presId="urn:microsoft.com/office/officeart/2016/7/layout/RepeatingBendingProcessNew"/>
    <dgm:cxn modelId="{3491A9F7-F00F-244B-A59D-1FFDD12963BE}" type="presParOf" srcId="{E09B1DD6-1D24-F74B-840E-32327CC3029B}" destId="{F4C5F44E-41A5-DB47-A643-FF0B25E9DDC1}" srcOrd="1" destOrd="0" presId="urn:microsoft.com/office/officeart/2016/7/layout/RepeatingBendingProcessNew"/>
    <dgm:cxn modelId="{0CAB8249-AD68-9E46-9554-A89D2129D7FD}" type="presParOf" srcId="{F4C5F44E-41A5-DB47-A643-FF0B25E9DDC1}" destId="{B3287593-D7A7-E447-AE0F-72AF22A86652}" srcOrd="0" destOrd="0" presId="urn:microsoft.com/office/officeart/2016/7/layout/RepeatingBendingProcessNew"/>
    <dgm:cxn modelId="{C9F59AB1-3400-3345-9E89-9A87D5A296EA}" type="presParOf" srcId="{E09B1DD6-1D24-F74B-840E-32327CC3029B}" destId="{03EB92BC-C108-2B4E-9EE0-1A7476A49F5E}" srcOrd="2" destOrd="0" presId="urn:microsoft.com/office/officeart/2016/7/layout/RepeatingBendingProcessNew"/>
    <dgm:cxn modelId="{8CE60507-1716-A941-A79E-C86111D73B4A}" type="presParOf" srcId="{E09B1DD6-1D24-F74B-840E-32327CC3029B}" destId="{2A5139F1-CEE7-5A47-9649-5280CB884AF9}" srcOrd="3" destOrd="0" presId="urn:microsoft.com/office/officeart/2016/7/layout/RepeatingBendingProcessNew"/>
    <dgm:cxn modelId="{B6D9523E-A517-C842-A46C-5ECB145D073F}" type="presParOf" srcId="{2A5139F1-CEE7-5A47-9649-5280CB884AF9}" destId="{574FCD7F-4B3B-9944-9DD1-14D59B03ECAB}" srcOrd="0" destOrd="0" presId="urn:microsoft.com/office/officeart/2016/7/layout/RepeatingBendingProcessNew"/>
    <dgm:cxn modelId="{4830035F-45DB-3C4C-8689-7810336D4A9D}" type="presParOf" srcId="{E09B1DD6-1D24-F74B-840E-32327CC3029B}" destId="{1F7D9E6C-0E1B-4A44-8598-23E9F1DA7E5B}" srcOrd="4" destOrd="0" presId="urn:microsoft.com/office/officeart/2016/7/layout/RepeatingBendingProcessNew"/>
    <dgm:cxn modelId="{C8FBC471-3C64-264A-A04F-5559C46AAF23}" type="presParOf" srcId="{E09B1DD6-1D24-F74B-840E-32327CC3029B}" destId="{6C5321FC-C364-1D4E-9226-70F8D1C8B9F5}" srcOrd="5" destOrd="0" presId="urn:microsoft.com/office/officeart/2016/7/layout/RepeatingBendingProcessNew"/>
    <dgm:cxn modelId="{87280C29-3387-4F4F-908D-C6F3C0FF3000}" type="presParOf" srcId="{6C5321FC-C364-1D4E-9226-70F8D1C8B9F5}" destId="{5D9EA630-ABA0-5A4C-B482-AA54E7F73857}" srcOrd="0" destOrd="0" presId="urn:microsoft.com/office/officeart/2016/7/layout/RepeatingBendingProcessNew"/>
    <dgm:cxn modelId="{9C78D707-0096-A743-9D44-72AD2F65081C}" type="presParOf" srcId="{E09B1DD6-1D24-F74B-840E-32327CC3029B}" destId="{7825CAE3-D771-804C-8107-D190DF9CA6C9}" srcOrd="6" destOrd="0" presId="urn:microsoft.com/office/officeart/2016/7/layout/RepeatingBendingProcessNew"/>
    <dgm:cxn modelId="{C9A10DDB-83CA-284D-B954-6D2AE3A33009}" type="presParOf" srcId="{E09B1DD6-1D24-F74B-840E-32327CC3029B}" destId="{8A2723CF-7BCA-1142-A850-A54459D582E1}" srcOrd="7" destOrd="0" presId="urn:microsoft.com/office/officeart/2016/7/layout/RepeatingBendingProcessNew"/>
    <dgm:cxn modelId="{7520ED5B-08A5-5E4C-9308-292CBD3FF3C9}" type="presParOf" srcId="{8A2723CF-7BCA-1142-A850-A54459D582E1}" destId="{61EFFB76-01F9-3541-BAC4-ADD0EAFB22FC}" srcOrd="0" destOrd="0" presId="urn:microsoft.com/office/officeart/2016/7/layout/RepeatingBendingProcessNew"/>
    <dgm:cxn modelId="{FAC42F7B-8875-C840-9AA5-5C5A16BDB818}" type="presParOf" srcId="{E09B1DD6-1D24-F74B-840E-32327CC3029B}" destId="{84390915-F3DE-2D4C-9F1E-47726BDD4778}" srcOrd="8"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A4916D-7DCD-40D5-8BD3-DCE5674F79AF}"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7C77D05D-7ECD-470C-994F-3ED80D38F416}">
      <dgm:prSet/>
      <dgm:spPr/>
      <dgm:t>
        <a:bodyPr/>
        <a:lstStyle/>
        <a:p>
          <a:r>
            <a:rPr lang="en-US" dirty="0"/>
            <a:t>IDS types: Signature-based, ML/DL-based</a:t>
          </a:r>
        </a:p>
      </dgm:t>
    </dgm:pt>
    <dgm:pt modelId="{1D511BD1-AE99-46DA-A972-AD1B00D5AD63}" type="parTrans" cxnId="{5DF21E04-D6EC-4BA1-A527-13AD3B783025}">
      <dgm:prSet/>
      <dgm:spPr/>
      <dgm:t>
        <a:bodyPr/>
        <a:lstStyle/>
        <a:p>
          <a:endParaRPr lang="en-US"/>
        </a:p>
      </dgm:t>
    </dgm:pt>
    <dgm:pt modelId="{CEB900CF-EE72-49CC-86B7-8282564177D4}" type="sibTrans" cxnId="{5DF21E04-D6EC-4BA1-A527-13AD3B783025}">
      <dgm:prSet/>
      <dgm:spPr/>
      <dgm:t>
        <a:bodyPr/>
        <a:lstStyle/>
        <a:p>
          <a:endParaRPr lang="en-US"/>
        </a:p>
      </dgm:t>
    </dgm:pt>
    <dgm:pt modelId="{16F21481-9EAA-462F-B9CF-790B62A6F651}">
      <dgm:prSet/>
      <dgm:spPr/>
      <dgm:t>
        <a:bodyPr/>
        <a:lstStyle/>
        <a:p>
          <a:r>
            <a:rPr lang="en-US" dirty="0"/>
            <a:t>Deployment: Edge-based, Cloud-based, Hybrid</a:t>
          </a:r>
        </a:p>
      </dgm:t>
    </dgm:pt>
    <dgm:pt modelId="{B94C2162-5478-4F77-8C0C-68DCE28EA1E8}" type="parTrans" cxnId="{8FCEB910-0915-469E-8FC4-CBCD2417ECC4}">
      <dgm:prSet/>
      <dgm:spPr/>
      <dgm:t>
        <a:bodyPr/>
        <a:lstStyle/>
        <a:p>
          <a:endParaRPr lang="en-US"/>
        </a:p>
      </dgm:t>
    </dgm:pt>
    <dgm:pt modelId="{D31F04B6-C194-40CE-8CEC-1698A4E486D2}" type="sibTrans" cxnId="{8FCEB910-0915-469E-8FC4-CBCD2417ECC4}">
      <dgm:prSet/>
      <dgm:spPr/>
      <dgm:t>
        <a:bodyPr/>
        <a:lstStyle/>
        <a:p>
          <a:endParaRPr lang="en-US"/>
        </a:p>
      </dgm:t>
    </dgm:pt>
    <dgm:pt modelId="{0D087EA8-8FB3-4A03-B511-CF76474334D0}">
      <dgm:prSet/>
      <dgm:spPr/>
      <dgm:t>
        <a:bodyPr/>
        <a:lstStyle/>
        <a:p>
          <a:r>
            <a:rPr lang="en-US" dirty="0"/>
            <a:t>Existing methods: Lightweight ML, Federated Learning, Split Learning</a:t>
          </a:r>
        </a:p>
      </dgm:t>
    </dgm:pt>
    <dgm:pt modelId="{EE07AD03-F736-4523-85B0-8A3D2F82E902}" type="parTrans" cxnId="{233499AE-60E5-4396-BAE8-8F6454AE668D}">
      <dgm:prSet/>
      <dgm:spPr/>
      <dgm:t>
        <a:bodyPr/>
        <a:lstStyle/>
        <a:p>
          <a:endParaRPr lang="en-US"/>
        </a:p>
      </dgm:t>
    </dgm:pt>
    <dgm:pt modelId="{AB70CCD3-3CF4-4F8E-B203-CB78DC227FC4}" type="sibTrans" cxnId="{233499AE-60E5-4396-BAE8-8F6454AE668D}">
      <dgm:prSet/>
      <dgm:spPr/>
      <dgm:t>
        <a:bodyPr/>
        <a:lstStyle/>
        <a:p>
          <a:endParaRPr lang="en-US"/>
        </a:p>
      </dgm:t>
    </dgm:pt>
    <dgm:pt modelId="{3B3B8EFB-359E-46EC-BB04-F6BD1D2255FF}">
      <dgm:prSet/>
      <dgm:spPr/>
      <dgm:t>
        <a:bodyPr/>
        <a:lstStyle/>
        <a:p>
          <a:r>
            <a:rPr lang="en-US" dirty="0"/>
            <a:t>Limitations: Accuracy vs </a:t>
          </a:r>
          <a:r>
            <a:rPr lang="en-US" dirty="0" err="1"/>
            <a:t>Deployability</a:t>
          </a:r>
          <a:r>
            <a:rPr lang="en-US"/>
            <a:t> trade-off</a:t>
          </a:r>
        </a:p>
      </dgm:t>
    </dgm:pt>
    <dgm:pt modelId="{865651CE-1ED2-44E7-80C0-F96EDE769044}" type="parTrans" cxnId="{58CAAC71-94CA-46B4-BD3F-6CE3127F8927}">
      <dgm:prSet/>
      <dgm:spPr/>
      <dgm:t>
        <a:bodyPr/>
        <a:lstStyle/>
        <a:p>
          <a:endParaRPr lang="en-US"/>
        </a:p>
      </dgm:t>
    </dgm:pt>
    <dgm:pt modelId="{1DBAE32E-5BCA-4AA1-B6B3-FFBB03D410A5}" type="sibTrans" cxnId="{58CAAC71-94CA-46B4-BD3F-6CE3127F8927}">
      <dgm:prSet/>
      <dgm:spPr/>
      <dgm:t>
        <a:bodyPr/>
        <a:lstStyle/>
        <a:p>
          <a:endParaRPr lang="en-US"/>
        </a:p>
      </dgm:t>
    </dgm:pt>
    <dgm:pt modelId="{53E6F531-77D6-7141-9EFB-4571A43779F6}" type="pres">
      <dgm:prSet presAssocID="{A7A4916D-7DCD-40D5-8BD3-DCE5674F79AF}" presName="linear" presStyleCnt="0">
        <dgm:presLayoutVars>
          <dgm:animLvl val="lvl"/>
          <dgm:resizeHandles val="exact"/>
        </dgm:presLayoutVars>
      </dgm:prSet>
      <dgm:spPr/>
    </dgm:pt>
    <dgm:pt modelId="{C7F9EE4A-24A5-9345-A119-B8C816C07A13}" type="pres">
      <dgm:prSet presAssocID="{7C77D05D-7ECD-470C-994F-3ED80D38F416}" presName="parentText" presStyleLbl="node1" presStyleIdx="0" presStyleCnt="4">
        <dgm:presLayoutVars>
          <dgm:chMax val="0"/>
          <dgm:bulletEnabled val="1"/>
        </dgm:presLayoutVars>
      </dgm:prSet>
      <dgm:spPr/>
    </dgm:pt>
    <dgm:pt modelId="{C0AD4C45-23FA-9147-9F2A-A84DF7AA8A69}" type="pres">
      <dgm:prSet presAssocID="{CEB900CF-EE72-49CC-86B7-8282564177D4}" presName="spacer" presStyleCnt="0"/>
      <dgm:spPr/>
    </dgm:pt>
    <dgm:pt modelId="{1F0EC540-2480-1E43-BCE3-AF33D505527A}" type="pres">
      <dgm:prSet presAssocID="{16F21481-9EAA-462F-B9CF-790B62A6F651}" presName="parentText" presStyleLbl="node1" presStyleIdx="1" presStyleCnt="4">
        <dgm:presLayoutVars>
          <dgm:chMax val="0"/>
          <dgm:bulletEnabled val="1"/>
        </dgm:presLayoutVars>
      </dgm:prSet>
      <dgm:spPr/>
    </dgm:pt>
    <dgm:pt modelId="{9B6CF020-D6CA-F74A-9270-4F167FD77186}" type="pres">
      <dgm:prSet presAssocID="{D31F04B6-C194-40CE-8CEC-1698A4E486D2}" presName="spacer" presStyleCnt="0"/>
      <dgm:spPr/>
    </dgm:pt>
    <dgm:pt modelId="{98EE8CE7-EF04-D046-B422-7EA045CA0264}" type="pres">
      <dgm:prSet presAssocID="{0D087EA8-8FB3-4A03-B511-CF76474334D0}" presName="parentText" presStyleLbl="node1" presStyleIdx="2" presStyleCnt="4">
        <dgm:presLayoutVars>
          <dgm:chMax val="0"/>
          <dgm:bulletEnabled val="1"/>
        </dgm:presLayoutVars>
      </dgm:prSet>
      <dgm:spPr/>
    </dgm:pt>
    <dgm:pt modelId="{C58AB61F-3233-4744-824D-6B6562003F44}" type="pres">
      <dgm:prSet presAssocID="{AB70CCD3-3CF4-4F8E-B203-CB78DC227FC4}" presName="spacer" presStyleCnt="0"/>
      <dgm:spPr/>
    </dgm:pt>
    <dgm:pt modelId="{8FB4E67D-BF61-244E-8F96-A5B784349BED}" type="pres">
      <dgm:prSet presAssocID="{3B3B8EFB-359E-46EC-BB04-F6BD1D2255FF}" presName="parentText" presStyleLbl="node1" presStyleIdx="3" presStyleCnt="4">
        <dgm:presLayoutVars>
          <dgm:chMax val="0"/>
          <dgm:bulletEnabled val="1"/>
        </dgm:presLayoutVars>
      </dgm:prSet>
      <dgm:spPr/>
    </dgm:pt>
  </dgm:ptLst>
  <dgm:cxnLst>
    <dgm:cxn modelId="{5DF21E04-D6EC-4BA1-A527-13AD3B783025}" srcId="{A7A4916D-7DCD-40D5-8BD3-DCE5674F79AF}" destId="{7C77D05D-7ECD-470C-994F-3ED80D38F416}" srcOrd="0" destOrd="0" parTransId="{1D511BD1-AE99-46DA-A972-AD1B00D5AD63}" sibTransId="{CEB900CF-EE72-49CC-86B7-8282564177D4}"/>
    <dgm:cxn modelId="{8FCEB910-0915-469E-8FC4-CBCD2417ECC4}" srcId="{A7A4916D-7DCD-40D5-8BD3-DCE5674F79AF}" destId="{16F21481-9EAA-462F-B9CF-790B62A6F651}" srcOrd="1" destOrd="0" parTransId="{B94C2162-5478-4F77-8C0C-68DCE28EA1E8}" sibTransId="{D31F04B6-C194-40CE-8CEC-1698A4E486D2}"/>
    <dgm:cxn modelId="{6744D513-2712-F544-8F2D-61BD4A1AE18A}" type="presOf" srcId="{A7A4916D-7DCD-40D5-8BD3-DCE5674F79AF}" destId="{53E6F531-77D6-7141-9EFB-4571A43779F6}" srcOrd="0" destOrd="0" presId="urn:microsoft.com/office/officeart/2005/8/layout/vList2"/>
    <dgm:cxn modelId="{58CAAC71-94CA-46B4-BD3F-6CE3127F8927}" srcId="{A7A4916D-7DCD-40D5-8BD3-DCE5674F79AF}" destId="{3B3B8EFB-359E-46EC-BB04-F6BD1D2255FF}" srcOrd="3" destOrd="0" parTransId="{865651CE-1ED2-44E7-80C0-F96EDE769044}" sibTransId="{1DBAE32E-5BCA-4AA1-B6B3-FFBB03D410A5}"/>
    <dgm:cxn modelId="{233499AE-60E5-4396-BAE8-8F6454AE668D}" srcId="{A7A4916D-7DCD-40D5-8BD3-DCE5674F79AF}" destId="{0D087EA8-8FB3-4A03-B511-CF76474334D0}" srcOrd="2" destOrd="0" parTransId="{EE07AD03-F736-4523-85B0-8A3D2F82E902}" sibTransId="{AB70CCD3-3CF4-4F8E-B203-CB78DC227FC4}"/>
    <dgm:cxn modelId="{404B3BCA-BFEF-BC49-8E1D-B8F7EC425330}" type="presOf" srcId="{16F21481-9EAA-462F-B9CF-790B62A6F651}" destId="{1F0EC540-2480-1E43-BCE3-AF33D505527A}" srcOrd="0" destOrd="0" presId="urn:microsoft.com/office/officeart/2005/8/layout/vList2"/>
    <dgm:cxn modelId="{C75EE7D5-A989-A747-9E71-4FF1D0042A80}" type="presOf" srcId="{7C77D05D-7ECD-470C-994F-3ED80D38F416}" destId="{C7F9EE4A-24A5-9345-A119-B8C816C07A13}" srcOrd="0" destOrd="0" presId="urn:microsoft.com/office/officeart/2005/8/layout/vList2"/>
    <dgm:cxn modelId="{D4B31EDB-8B6A-2143-A9D6-69BE69CC2148}" type="presOf" srcId="{3B3B8EFB-359E-46EC-BB04-F6BD1D2255FF}" destId="{8FB4E67D-BF61-244E-8F96-A5B784349BED}" srcOrd="0" destOrd="0" presId="urn:microsoft.com/office/officeart/2005/8/layout/vList2"/>
    <dgm:cxn modelId="{7B100FDC-5EFB-E146-969E-03824F018314}" type="presOf" srcId="{0D087EA8-8FB3-4A03-B511-CF76474334D0}" destId="{98EE8CE7-EF04-D046-B422-7EA045CA0264}" srcOrd="0" destOrd="0" presId="urn:microsoft.com/office/officeart/2005/8/layout/vList2"/>
    <dgm:cxn modelId="{63549D73-DC43-0F43-88B0-03388302885F}" type="presParOf" srcId="{53E6F531-77D6-7141-9EFB-4571A43779F6}" destId="{C7F9EE4A-24A5-9345-A119-B8C816C07A13}" srcOrd="0" destOrd="0" presId="urn:microsoft.com/office/officeart/2005/8/layout/vList2"/>
    <dgm:cxn modelId="{DA1FC843-4743-2B4D-B77C-BCB41BE314DA}" type="presParOf" srcId="{53E6F531-77D6-7141-9EFB-4571A43779F6}" destId="{C0AD4C45-23FA-9147-9F2A-A84DF7AA8A69}" srcOrd="1" destOrd="0" presId="urn:microsoft.com/office/officeart/2005/8/layout/vList2"/>
    <dgm:cxn modelId="{AF660E4B-378C-314E-A467-5B0C2D7D829D}" type="presParOf" srcId="{53E6F531-77D6-7141-9EFB-4571A43779F6}" destId="{1F0EC540-2480-1E43-BCE3-AF33D505527A}" srcOrd="2" destOrd="0" presId="urn:microsoft.com/office/officeart/2005/8/layout/vList2"/>
    <dgm:cxn modelId="{625E0BE3-A57A-7540-90A6-42FBC2751C6B}" type="presParOf" srcId="{53E6F531-77D6-7141-9EFB-4571A43779F6}" destId="{9B6CF020-D6CA-F74A-9270-4F167FD77186}" srcOrd="3" destOrd="0" presId="urn:microsoft.com/office/officeart/2005/8/layout/vList2"/>
    <dgm:cxn modelId="{5852E6A2-F520-A249-9940-C00164B949B3}" type="presParOf" srcId="{53E6F531-77D6-7141-9EFB-4571A43779F6}" destId="{98EE8CE7-EF04-D046-B422-7EA045CA0264}" srcOrd="4" destOrd="0" presId="urn:microsoft.com/office/officeart/2005/8/layout/vList2"/>
    <dgm:cxn modelId="{801EFA4B-5585-0E4B-A409-F2B85E17672A}" type="presParOf" srcId="{53E6F531-77D6-7141-9EFB-4571A43779F6}" destId="{C58AB61F-3233-4744-824D-6B6562003F44}" srcOrd="5" destOrd="0" presId="urn:microsoft.com/office/officeart/2005/8/layout/vList2"/>
    <dgm:cxn modelId="{A839DE2A-012B-014A-AF06-A905A907B7C9}" type="presParOf" srcId="{53E6F531-77D6-7141-9EFB-4571A43779F6}" destId="{8FB4E67D-BF61-244E-8F96-A5B784349BED}"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C8EA44-32E8-4BB9-9706-C70B2994E556}" type="doc">
      <dgm:prSet loTypeId="urn:microsoft.com/office/officeart/2008/layout/LinedList" loCatId="list" qsTypeId="urn:microsoft.com/office/officeart/2005/8/quickstyle/simple4" qsCatId="simple" csTypeId="urn:microsoft.com/office/officeart/2005/8/colors/colorful5" csCatId="colorful" phldr="1"/>
      <dgm:spPr/>
      <dgm:t>
        <a:bodyPr/>
        <a:lstStyle/>
        <a:p>
          <a:endParaRPr lang="en-US"/>
        </a:p>
      </dgm:t>
    </dgm:pt>
    <dgm:pt modelId="{50723CC5-3A93-4E4F-93A2-ECA050206A0F}">
      <dgm:prSet/>
      <dgm:spPr/>
      <dgm:t>
        <a:bodyPr/>
        <a:lstStyle/>
        <a:p>
          <a:r>
            <a:rPr lang="en-US"/>
            <a:t>Edge devices are resource-constrained</a:t>
          </a:r>
        </a:p>
      </dgm:t>
    </dgm:pt>
    <dgm:pt modelId="{5E93BCD6-8D88-42D9-8F82-06554AB4DF02}" type="parTrans" cxnId="{2180E8A5-638B-4FD7-91EA-256A01477C23}">
      <dgm:prSet/>
      <dgm:spPr/>
      <dgm:t>
        <a:bodyPr/>
        <a:lstStyle/>
        <a:p>
          <a:endParaRPr lang="en-US"/>
        </a:p>
      </dgm:t>
    </dgm:pt>
    <dgm:pt modelId="{844A1471-0184-4802-91F9-FF6D6ACD0253}" type="sibTrans" cxnId="{2180E8A5-638B-4FD7-91EA-256A01477C23}">
      <dgm:prSet/>
      <dgm:spPr/>
      <dgm:t>
        <a:bodyPr/>
        <a:lstStyle/>
        <a:p>
          <a:endParaRPr lang="en-US"/>
        </a:p>
      </dgm:t>
    </dgm:pt>
    <dgm:pt modelId="{8F86A94D-F07F-4F17-A278-06A04DA69D35}">
      <dgm:prSet/>
      <dgm:spPr/>
      <dgm:t>
        <a:bodyPr/>
        <a:lstStyle/>
        <a:p>
          <a:r>
            <a:rPr lang="en-GB"/>
            <a:t>Edge IDS: </a:t>
          </a:r>
          <a:r>
            <a:rPr lang="en-GB" b="1"/>
            <a:t>simple ML and Federated Learning</a:t>
          </a:r>
          <a:endParaRPr lang="en-US"/>
        </a:p>
      </dgm:t>
    </dgm:pt>
    <dgm:pt modelId="{8DBFB700-680C-42D5-8028-483D4546D3E8}" type="parTrans" cxnId="{D2DB49FC-09E2-47F2-B830-672A36CE161A}">
      <dgm:prSet/>
      <dgm:spPr/>
      <dgm:t>
        <a:bodyPr/>
        <a:lstStyle/>
        <a:p>
          <a:endParaRPr lang="en-US"/>
        </a:p>
      </dgm:t>
    </dgm:pt>
    <dgm:pt modelId="{CFF52903-3AAE-4AE3-93D3-F0CB486B0356}" type="sibTrans" cxnId="{D2DB49FC-09E2-47F2-B830-672A36CE161A}">
      <dgm:prSet/>
      <dgm:spPr/>
      <dgm:t>
        <a:bodyPr/>
        <a:lstStyle/>
        <a:p>
          <a:endParaRPr lang="en-US"/>
        </a:p>
      </dgm:t>
    </dgm:pt>
    <dgm:pt modelId="{656F42E7-E453-41A1-9B7A-18D777F86DB4}">
      <dgm:prSet/>
      <dgm:spPr/>
      <dgm:t>
        <a:bodyPr/>
        <a:lstStyle/>
        <a:p>
          <a:r>
            <a:rPr lang="en-US"/>
            <a:t>Lack of evaluation under realistic edge constraints</a:t>
          </a:r>
        </a:p>
      </dgm:t>
    </dgm:pt>
    <dgm:pt modelId="{90B09AC9-06A3-45CA-938D-B5DFEC0F649A}" type="parTrans" cxnId="{B98CD9FD-8EA5-450C-BF39-42274D7CC0A4}">
      <dgm:prSet/>
      <dgm:spPr/>
      <dgm:t>
        <a:bodyPr/>
        <a:lstStyle/>
        <a:p>
          <a:endParaRPr lang="en-US"/>
        </a:p>
      </dgm:t>
    </dgm:pt>
    <dgm:pt modelId="{4D3261FB-7C04-4E43-BC5D-C5287FA3E577}" type="sibTrans" cxnId="{B98CD9FD-8EA5-450C-BF39-42274D7CC0A4}">
      <dgm:prSet/>
      <dgm:spPr/>
      <dgm:t>
        <a:bodyPr/>
        <a:lstStyle/>
        <a:p>
          <a:endParaRPr lang="en-US"/>
        </a:p>
      </dgm:t>
    </dgm:pt>
    <dgm:pt modelId="{4E12FF82-C1DE-4461-990E-7B1984FC7A17}">
      <dgm:prSet/>
      <dgm:spPr/>
      <dgm:t>
        <a:bodyPr/>
        <a:lstStyle/>
        <a:p>
          <a:r>
            <a:rPr lang="en-US"/>
            <a:t>Evaluate Feature Selection, PCA, Autoencoder</a:t>
          </a:r>
          <a:r>
            <a:rPr lang="en-US" altLang="zh-CN"/>
            <a:t>,</a:t>
          </a:r>
          <a:r>
            <a:rPr lang="zh-CN" altLang="en-US"/>
            <a:t> </a:t>
          </a:r>
          <a:r>
            <a:rPr lang="en-US" altLang="zh-CN" err="1"/>
            <a:t>ResNext</a:t>
          </a:r>
          <a:endParaRPr lang="en-US"/>
        </a:p>
      </dgm:t>
    </dgm:pt>
    <dgm:pt modelId="{DAF78EF6-5874-4A9E-AF59-9CB1E3EAE637}" type="parTrans" cxnId="{DECD197C-E42E-408A-90AB-EDD206F7E924}">
      <dgm:prSet/>
      <dgm:spPr/>
      <dgm:t>
        <a:bodyPr/>
        <a:lstStyle/>
        <a:p>
          <a:endParaRPr lang="en-US"/>
        </a:p>
      </dgm:t>
    </dgm:pt>
    <dgm:pt modelId="{012F8652-077A-4189-9EE8-BBE99F2EBF6A}" type="sibTrans" cxnId="{DECD197C-E42E-408A-90AB-EDD206F7E924}">
      <dgm:prSet/>
      <dgm:spPr/>
      <dgm:t>
        <a:bodyPr/>
        <a:lstStyle/>
        <a:p>
          <a:endParaRPr lang="en-US"/>
        </a:p>
      </dgm:t>
    </dgm:pt>
    <dgm:pt modelId="{96CFCA9E-6DF3-4FFF-8101-0B541B993E0C}">
      <dgm:prSet/>
      <dgm:spPr/>
      <dgm:t>
        <a:bodyPr/>
        <a:lstStyle/>
        <a:p>
          <a:r>
            <a:rPr lang="en-US"/>
            <a:t>Compare accuracy, resource usage, and efficiency</a:t>
          </a:r>
        </a:p>
      </dgm:t>
    </dgm:pt>
    <dgm:pt modelId="{16490F86-8361-447C-9976-DC5C867A6127}" type="parTrans" cxnId="{54311BB6-40C3-4541-BF51-01B3E6BEBD4D}">
      <dgm:prSet/>
      <dgm:spPr/>
      <dgm:t>
        <a:bodyPr/>
        <a:lstStyle/>
        <a:p>
          <a:endParaRPr lang="en-US"/>
        </a:p>
      </dgm:t>
    </dgm:pt>
    <dgm:pt modelId="{6C8C88E6-AF20-4FAE-82C0-2D91CDA0F991}" type="sibTrans" cxnId="{54311BB6-40C3-4541-BF51-01B3E6BEBD4D}">
      <dgm:prSet/>
      <dgm:spPr/>
      <dgm:t>
        <a:bodyPr/>
        <a:lstStyle/>
        <a:p>
          <a:endParaRPr lang="en-US"/>
        </a:p>
      </dgm:t>
    </dgm:pt>
    <dgm:pt modelId="{6189DA5C-7A32-7342-8BB5-83768BA8B7C9}" type="pres">
      <dgm:prSet presAssocID="{08C8EA44-32E8-4BB9-9706-C70B2994E556}" presName="vert0" presStyleCnt="0">
        <dgm:presLayoutVars>
          <dgm:dir/>
          <dgm:animOne val="branch"/>
          <dgm:animLvl val="lvl"/>
        </dgm:presLayoutVars>
      </dgm:prSet>
      <dgm:spPr/>
    </dgm:pt>
    <dgm:pt modelId="{EB1CD87E-BDB6-7D4E-83B8-1985B336725A}" type="pres">
      <dgm:prSet presAssocID="{50723CC5-3A93-4E4F-93A2-ECA050206A0F}" presName="thickLine" presStyleLbl="alignNode1" presStyleIdx="0" presStyleCnt="5"/>
      <dgm:spPr/>
    </dgm:pt>
    <dgm:pt modelId="{D5003080-FF12-7842-9319-F3CE2205F382}" type="pres">
      <dgm:prSet presAssocID="{50723CC5-3A93-4E4F-93A2-ECA050206A0F}" presName="horz1" presStyleCnt="0"/>
      <dgm:spPr/>
    </dgm:pt>
    <dgm:pt modelId="{451943A9-4B2E-8643-9F82-46AB8F8C8C0D}" type="pres">
      <dgm:prSet presAssocID="{50723CC5-3A93-4E4F-93A2-ECA050206A0F}" presName="tx1" presStyleLbl="revTx" presStyleIdx="0" presStyleCnt="5"/>
      <dgm:spPr/>
    </dgm:pt>
    <dgm:pt modelId="{C706C71F-F3D4-9E41-9C2B-AF9EB0C1F270}" type="pres">
      <dgm:prSet presAssocID="{50723CC5-3A93-4E4F-93A2-ECA050206A0F}" presName="vert1" presStyleCnt="0"/>
      <dgm:spPr/>
    </dgm:pt>
    <dgm:pt modelId="{6B5CD33D-1D2F-4047-A669-5AD9B427EF6F}" type="pres">
      <dgm:prSet presAssocID="{8F86A94D-F07F-4F17-A278-06A04DA69D35}" presName="thickLine" presStyleLbl="alignNode1" presStyleIdx="1" presStyleCnt="5"/>
      <dgm:spPr/>
    </dgm:pt>
    <dgm:pt modelId="{BE1F0D83-6CD3-2140-955E-2F520E321907}" type="pres">
      <dgm:prSet presAssocID="{8F86A94D-F07F-4F17-A278-06A04DA69D35}" presName="horz1" presStyleCnt="0"/>
      <dgm:spPr/>
    </dgm:pt>
    <dgm:pt modelId="{FA9A5176-9CDF-904B-917F-AA24F0ECEE2E}" type="pres">
      <dgm:prSet presAssocID="{8F86A94D-F07F-4F17-A278-06A04DA69D35}" presName="tx1" presStyleLbl="revTx" presStyleIdx="1" presStyleCnt="5"/>
      <dgm:spPr/>
    </dgm:pt>
    <dgm:pt modelId="{65537EBF-2EB2-6847-A4F1-543055A8C139}" type="pres">
      <dgm:prSet presAssocID="{8F86A94D-F07F-4F17-A278-06A04DA69D35}" presName="vert1" presStyleCnt="0"/>
      <dgm:spPr/>
    </dgm:pt>
    <dgm:pt modelId="{AC01D1BA-EE5F-3647-8F3D-4F0A5480D565}" type="pres">
      <dgm:prSet presAssocID="{656F42E7-E453-41A1-9B7A-18D777F86DB4}" presName="thickLine" presStyleLbl="alignNode1" presStyleIdx="2" presStyleCnt="5"/>
      <dgm:spPr/>
    </dgm:pt>
    <dgm:pt modelId="{46DC8800-C197-BF48-8BFC-4B724E846F47}" type="pres">
      <dgm:prSet presAssocID="{656F42E7-E453-41A1-9B7A-18D777F86DB4}" presName="horz1" presStyleCnt="0"/>
      <dgm:spPr/>
    </dgm:pt>
    <dgm:pt modelId="{C90E72A5-4961-284E-8B8F-AAF57A2CA365}" type="pres">
      <dgm:prSet presAssocID="{656F42E7-E453-41A1-9B7A-18D777F86DB4}" presName="tx1" presStyleLbl="revTx" presStyleIdx="2" presStyleCnt="5"/>
      <dgm:spPr/>
    </dgm:pt>
    <dgm:pt modelId="{9CB226E6-25BC-9240-B6B6-0CCF3D51D089}" type="pres">
      <dgm:prSet presAssocID="{656F42E7-E453-41A1-9B7A-18D777F86DB4}" presName="vert1" presStyleCnt="0"/>
      <dgm:spPr/>
    </dgm:pt>
    <dgm:pt modelId="{FBD20709-6416-B04D-9E91-6A0F2552117B}" type="pres">
      <dgm:prSet presAssocID="{4E12FF82-C1DE-4461-990E-7B1984FC7A17}" presName="thickLine" presStyleLbl="alignNode1" presStyleIdx="3" presStyleCnt="5"/>
      <dgm:spPr/>
    </dgm:pt>
    <dgm:pt modelId="{1F4B41D1-D539-3F40-8737-247BB179A559}" type="pres">
      <dgm:prSet presAssocID="{4E12FF82-C1DE-4461-990E-7B1984FC7A17}" presName="horz1" presStyleCnt="0"/>
      <dgm:spPr/>
    </dgm:pt>
    <dgm:pt modelId="{E2BF05FF-D419-AC45-9C50-0F068387A02C}" type="pres">
      <dgm:prSet presAssocID="{4E12FF82-C1DE-4461-990E-7B1984FC7A17}" presName="tx1" presStyleLbl="revTx" presStyleIdx="3" presStyleCnt="5"/>
      <dgm:spPr/>
    </dgm:pt>
    <dgm:pt modelId="{69C9CF79-9539-1745-9413-3332951E7B40}" type="pres">
      <dgm:prSet presAssocID="{4E12FF82-C1DE-4461-990E-7B1984FC7A17}" presName="vert1" presStyleCnt="0"/>
      <dgm:spPr/>
    </dgm:pt>
    <dgm:pt modelId="{06887228-C35F-014B-B2E1-AFBA4FC272FE}" type="pres">
      <dgm:prSet presAssocID="{96CFCA9E-6DF3-4FFF-8101-0B541B993E0C}" presName="thickLine" presStyleLbl="alignNode1" presStyleIdx="4" presStyleCnt="5"/>
      <dgm:spPr/>
    </dgm:pt>
    <dgm:pt modelId="{3E25EC1B-B515-1D4F-884A-BF03A4BE2D3D}" type="pres">
      <dgm:prSet presAssocID="{96CFCA9E-6DF3-4FFF-8101-0B541B993E0C}" presName="horz1" presStyleCnt="0"/>
      <dgm:spPr/>
    </dgm:pt>
    <dgm:pt modelId="{BD4FA398-840B-4848-AC96-875F18CC58CF}" type="pres">
      <dgm:prSet presAssocID="{96CFCA9E-6DF3-4FFF-8101-0B541B993E0C}" presName="tx1" presStyleLbl="revTx" presStyleIdx="4" presStyleCnt="5"/>
      <dgm:spPr/>
    </dgm:pt>
    <dgm:pt modelId="{A47006B5-FB72-4448-B096-9F7CC7EE5892}" type="pres">
      <dgm:prSet presAssocID="{96CFCA9E-6DF3-4FFF-8101-0B541B993E0C}" presName="vert1" presStyleCnt="0"/>
      <dgm:spPr/>
    </dgm:pt>
  </dgm:ptLst>
  <dgm:cxnLst>
    <dgm:cxn modelId="{FB9E2914-F007-2B4E-BF5E-1E99D0965C2C}" type="presOf" srcId="{4E12FF82-C1DE-4461-990E-7B1984FC7A17}" destId="{E2BF05FF-D419-AC45-9C50-0F068387A02C}" srcOrd="0" destOrd="0" presId="urn:microsoft.com/office/officeart/2008/layout/LinedList"/>
    <dgm:cxn modelId="{E089C438-2C31-054F-86A1-C8F71463FF43}" type="presOf" srcId="{96CFCA9E-6DF3-4FFF-8101-0B541B993E0C}" destId="{BD4FA398-840B-4848-AC96-875F18CC58CF}" srcOrd="0" destOrd="0" presId="urn:microsoft.com/office/officeart/2008/layout/LinedList"/>
    <dgm:cxn modelId="{DECD197C-E42E-408A-90AB-EDD206F7E924}" srcId="{08C8EA44-32E8-4BB9-9706-C70B2994E556}" destId="{4E12FF82-C1DE-4461-990E-7B1984FC7A17}" srcOrd="3" destOrd="0" parTransId="{DAF78EF6-5874-4A9E-AF59-9CB1E3EAE637}" sibTransId="{012F8652-077A-4189-9EE8-BBE99F2EBF6A}"/>
    <dgm:cxn modelId="{0748E39B-1D6D-E340-8FB0-A8D26EFD83F2}" type="presOf" srcId="{8F86A94D-F07F-4F17-A278-06A04DA69D35}" destId="{FA9A5176-9CDF-904B-917F-AA24F0ECEE2E}" srcOrd="0" destOrd="0" presId="urn:microsoft.com/office/officeart/2008/layout/LinedList"/>
    <dgm:cxn modelId="{2180E8A5-638B-4FD7-91EA-256A01477C23}" srcId="{08C8EA44-32E8-4BB9-9706-C70B2994E556}" destId="{50723CC5-3A93-4E4F-93A2-ECA050206A0F}" srcOrd="0" destOrd="0" parTransId="{5E93BCD6-8D88-42D9-8F82-06554AB4DF02}" sibTransId="{844A1471-0184-4802-91F9-FF6D6ACD0253}"/>
    <dgm:cxn modelId="{54311BB6-40C3-4541-BF51-01B3E6BEBD4D}" srcId="{08C8EA44-32E8-4BB9-9706-C70B2994E556}" destId="{96CFCA9E-6DF3-4FFF-8101-0B541B993E0C}" srcOrd="4" destOrd="0" parTransId="{16490F86-8361-447C-9976-DC5C867A6127}" sibTransId="{6C8C88E6-AF20-4FAE-82C0-2D91CDA0F991}"/>
    <dgm:cxn modelId="{555248B6-0E85-6D47-9D2E-94580DBD918B}" type="presOf" srcId="{656F42E7-E453-41A1-9B7A-18D777F86DB4}" destId="{C90E72A5-4961-284E-8B8F-AAF57A2CA365}" srcOrd="0" destOrd="0" presId="urn:microsoft.com/office/officeart/2008/layout/LinedList"/>
    <dgm:cxn modelId="{8B9C84C5-536B-2449-9238-516DFE8504F7}" type="presOf" srcId="{08C8EA44-32E8-4BB9-9706-C70B2994E556}" destId="{6189DA5C-7A32-7342-8BB5-83768BA8B7C9}" srcOrd="0" destOrd="0" presId="urn:microsoft.com/office/officeart/2008/layout/LinedList"/>
    <dgm:cxn modelId="{75996EC8-EDFE-9841-870A-293541BF1850}" type="presOf" srcId="{50723CC5-3A93-4E4F-93A2-ECA050206A0F}" destId="{451943A9-4B2E-8643-9F82-46AB8F8C8C0D}" srcOrd="0" destOrd="0" presId="urn:microsoft.com/office/officeart/2008/layout/LinedList"/>
    <dgm:cxn modelId="{D2DB49FC-09E2-47F2-B830-672A36CE161A}" srcId="{08C8EA44-32E8-4BB9-9706-C70B2994E556}" destId="{8F86A94D-F07F-4F17-A278-06A04DA69D35}" srcOrd="1" destOrd="0" parTransId="{8DBFB700-680C-42D5-8028-483D4546D3E8}" sibTransId="{CFF52903-3AAE-4AE3-93D3-F0CB486B0356}"/>
    <dgm:cxn modelId="{B98CD9FD-8EA5-450C-BF39-42274D7CC0A4}" srcId="{08C8EA44-32E8-4BB9-9706-C70B2994E556}" destId="{656F42E7-E453-41A1-9B7A-18D777F86DB4}" srcOrd="2" destOrd="0" parTransId="{90B09AC9-06A3-45CA-938D-B5DFEC0F649A}" sibTransId="{4D3261FB-7C04-4E43-BC5D-C5287FA3E577}"/>
    <dgm:cxn modelId="{70AAAF15-99E1-354E-B422-4E261ACCDD63}" type="presParOf" srcId="{6189DA5C-7A32-7342-8BB5-83768BA8B7C9}" destId="{EB1CD87E-BDB6-7D4E-83B8-1985B336725A}" srcOrd="0" destOrd="0" presId="urn:microsoft.com/office/officeart/2008/layout/LinedList"/>
    <dgm:cxn modelId="{BD063F4E-9BFC-3B4F-A280-0E5DA75134BB}" type="presParOf" srcId="{6189DA5C-7A32-7342-8BB5-83768BA8B7C9}" destId="{D5003080-FF12-7842-9319-F3CE2205F382}" srcOrd="1" destOrd="0" presId="urn:microsoft.com/office/officeart/2008/layout/LinedList"/>
    <dgm:cxn modelId="{E5ED0855-3ABF-5743-AA92-FAD3D530C44D}" type="presParOf" srcId="{D5003080-FF12-7842-9319-F3CE2205F382}" destId="{451943A9-4B2E-8643-9F82-46AB8F8C8C0D}" srcOrd="0" destOrd="0" presId="urn:microsoft.com/office/officeart/2008/layout/LinedList"/>
    <dgm:cxn modelId="{D11AE9A3-B1E8-2644-93B3-4E3247D7FF0E}" type="presParOf" srcId="{D5003080-FF12-7842-9319-F3CE2205F382}" destId="{C706C71F-F3D4-9E41-9C2B-AF9EB0C1F270}" srcOrd="1" destOrd="0" presId="urn:microsoft.com/office/officeart/2008/layout/LinedList"/>
    <dgm:cxn modelId="{A3E3C0F7-1B10-6544-8197-A67F29E8FC09}" type="presParOf" srcId="{6189DA5C-7A32-7342-8BB5-83768BA8B7C9}" destId="{6B5CD33D-1D2F-4047-A669-5AD9B427EF6F}" srcOrd="2" destOrd="0" presId="urn:microsoft.com/office/officeart/2008/layout/LinedList"/>
    <dgm:cxn modelId="{0617BB48-3A50-FC45-99D6-15D51F974E48}" type="presParOf" srcId="{6189DA5C-7A32-7342-8BB5-83768BA8B7C9}" destId="{BE1F0D83-6CD3-2140-955E-2F520E321907}" srcOrd="3" destOrd="0" presId="urn:microsoft.com/office/officeart/2008/layout/LinedList"/>
    <dgm:cxn modelId="{2E1AF8E6-45B1-B341-A1CB-4F1CAA12C077}" type="presParOf" srcId="{BE1F0D83-6CD3-2140-955E-2F520E321907}" destId="{FA9A5176-9CDF-904B-917F-AA24F0ECEE2E}" srcOrd="0" destOrd="0" presId="urn:microsoft.com/office/officeart/2008/layout/LinedList"/>
    <dgm:cxn modelId="{DAA6B3F3-1242-6D4D-9E13-E212B34E0221}" type="presParOf" srcId="{BE1F0D83-6CD3-2140-955E-2F520E321907}" destId="{65537EBF-2EB2-6847-A4F1-543055A8C139}" srcOrd="1" destOrd="0" presId="urn:microsoft.com/office/officeart/2008/layout/LinedList"/>
    <dgm:cxn modelId="{875DD499-7F22-004D-A91B-FBD334444A35}" type="presParOf" srcId="{6189DA5C-7A32-7342-8BB5-83768BA8B7C9}" destId="{AC01D1BA-EE5F-3647-8F3D-4F0A5480D565}" srcOrd="4" destOrd="0" presId="urn:microsoft.com/office/officeart/2008/layout/LinedList"/>
    <dgm:cxn modelId="{8B5A307D-7142-1442-A5D8-4880442CBFC3}" type="presParOf" srcId="{6189DA5C-7A32-7342-8BB5-83768BA8B7C9}" destId="{46DC8800-C197-BF48-8BFC-4B724E846F47}" srcOrd="5" destOrd="0" presId="urn:microsoft.com/office/officeart/2008/layout/LinedList"/>
    <dgm:cxn modelId="{84B9AC2D-86BF-3F48-A572-45F297DE6487}" type="presParOf" srcId="{46DC8800-C197-BF48-8BFC-4B724E846F47}" destId="{C90E72A5-4961-284E-8B8F-AAF57A2CA365}" srcOrd="0" destOrd="0" presId="urn:microsoft.com/office/officeart/2008/layout/LinedList"/>
    <dgm:cxn modelId="{ACD043AA-EFF3-B744-9DBE-1EA87228487F}" type="presParOf" srcId="{46DC8800-C197-BF48-8BFC-4B724E846F47}" destId="{9CB226E6-25BC-9240-B6B6-0CCF3D51D089}" srcOrd="1" destOrd="0" presId="urn:microsoft.com/office/officeart/2008/layout/LinedList"/>
    <dgm:cxn modelId="{13FD27F4-A845-5141-8704-E7034E52354D}" type="presParOf" srcId="{6189DA5C-7A32-7342-8BB5-83768BA8B7C9}" destId="{FBD20709-6416-B04D-9E91-6A0F2552117B}" srcOrd="6" destOrd="0" presId="urn:microsoft.com/office/officeart/2008/layout/LinedList"/>
    <dgm:cxn modelId="{F723B166-DDBC-494D-8415-05679D0AB9AC}" type="presParOf" srcId="{6189DA5C-7A32-7342-8BB5-83768BA8B7C9}" destId="{1F4B41D1-D539-3F40-8737-247BB179A559}" srcOrd="7" destOrd="0" presId="urn:microsoft.com/office/officeart/2008/layout/LinedList"/>
    <dgm:cxn modelId="{6B2D6FCB-60C9-3D47-A394-80636A0DF920}" type="presParOf" srcId="{1F4B41D1-D539-3F40-8737-247BB179A559}" destId="{E2BF05FF-D419-AC45-9C50-0F068387A02C}" srcOrd="0" destOrd="0" presId="urn:microsoft.com/office/officeart/2008/layout/LinedList"/>
    <dgm:cxn modelId="{28AE7B59-31BD-6F42-94BF-9571C80AEF72}" type="presParOf" srcId="{1F4B41D1-D539-3F40-8737-247BB179A559}" destId="{69C9CF79-9539-1745-9413-3332951E7B40}" srcOrd="1" destOrd="0" presId="urn:microsoft.com/office/officeart/2008/layout/LinedList"/>
    <dgm:cxn modelId="{5F79F1ED-E2AF-7342-BC55-33F3A3A4B70D}" type="presParOf" srcId="{6189DA5C-7A32-7342-8BB5-83768BA8B7C9}" destId="{06887228-C35F-014B-B2E1-AFBA4FC272FE}" srcOrd="8" destOrd="0" presId="urn:microsoft.com/office/officeart/2008/layout/LinedList"/>
    <dgm:cxn modelId="{BB25D438-8A56-B44F-933C-0B7FC9268C2E}" type="presParOf" srcId="{6189DA5C-7A32-7342-8BB5-83768BA8B7C9}" destId="{3E25EC1B-B515-1D4F-884A-BF03A4BE2D3D}" srcOrd="9" destOrd="0" presId="urn:microsoft.com/office/officeart/2008/layout/LinedList"/>
    <dgm:cxn modelId="{F28D2E17-CE5A-1545-B2C2-1C1225C3734A}" type="presParOf" srcId="{3E25EC1B-B515-1D4F-884A-BF03A4BE2D3D}" destId="{BD4FA398-840B-4848-AC96-875F18CC58CF}" srcOrd="0" destOrd="0" presId="urn:microsoft.com/office/officeart/2008/layout/LinedList"/>
    <dgm:cxn modelId="{F37255ED-C90D-E34E-A23E-5D27A6C79F7F}" type="presParOf" srcId="{3E25EC1B-B515-1D4F-884A-BF03A4BE2D3D}" destId="{A47006B5-FB72-4448-B096-9F7CC7EE5892}"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C5F44E-41A5-DB47-A643-FF0B25E9DDC1}">
      <dsp:nvSpPr>
        <dsp:cNvPr id="0" name=""/>
        <dsp:cNvSpPr/>
      </dsp:nvSpPr>
      <dsp:spPr>
        <a:xfrm>
          <a:off x="2369600" y="1069158"/>
          <a:ext cx="513376" cy="91440"/>
        </a:xfrm>
        <a:custGeom>
          <a:avLst/>
          <a:gdLst/>
          <a:ahLst/>
          <a:cxnLst/>
          <a:rect l="0" t="0" r="0" b="0"/>
          <a:pathLst>
            <a:path>
              <a:moveTo>
                <a:pt x="0" y="45720"/>
              </a:moveTo>
              <a:lnTo>
                <a:pt x="513376" y="45720"/>
              </a:lnTo>
            </a:path>
          </a:pathLst>
        </a:custGeom>
        <a:noFill/>
        <a:ln w="9525" cap="flat" cmpd="sng" algn="ctr">
          <a:solidFill>
            <a:schemeClr val="accent2">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2612689" y="1112159"/>
        <a:ext cx="27198" cy="5439"/>
      </dsp:txXfrm>
    </dsp:sp>
    <dsp:sp modelId="{27EB800B-41F3-A24E-8ABE-EBBA28E2403D}">
      <dsp:nvSpPr>
        <dsp:cNvPr id="0" name=""/>
        <dsp:cNvSpPr/>
      </dsp:nvSpPr>
      <dsp:spPr>
        <a:xfrm>
          <a:off x="6282" y="405343"/>
          <a:ext cx="2365117" cy="1419070"/>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IoMT systems generate sensitive medical data</a:t>
          </a:r>
        </a:p>
      </dsp:txBody>
      <dsp:txXfrm>
        <a:off x="6282" y="405343"/>
        <a:ext cx="2365117" cy="1419070"/>
      </dsp:txXfrm>
    </dsp:sp>
    <dsp:sp modelId="{2A5139F1-CEE7-5A47-9649-5280CB884AF9}">
      <dsp:nvSpPr>
        <dsp:cNvPr id="0" name=""/>
        <dsp:cNvSpPr/>
      </dsp:nvSpPr>
      <dsp:spPr>
        <a:xfrm>
          <a:off x="5278694" y="1069158"/>
          <a:ext cx="513376" cy="91440"/>
        </a:xfrm>
        <a:custGeom>
          <a:avLst/>
          <a:gdLst/>
          <a:ahLst/>
          <a:cxnLst/>
          <a:rect l="0" t="0" r="0" b="0"/>
          <a:pathLst>
            <a:path>
              <a:moveTo>
                <a:pt x="0" y="45720"/>
              </a:moveTo>
              <a:lnTo>
                <a:pt x="513376" y="45720"/>
              </a:lnTo>
            </a:path>
          </a:pathLst>
        </a:custGeom>
        <a:noFill/>
        <a:ln w="9525" cap="flat" cmpd="sng" algn="ctr">
          <a:solidFill>
            <a:schemeClr val="accent3">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5521783" y="1112159"/>
        <a:ext cx="27198" cy="5439"/>
      </dsp:txXfrm>
    </dsp:sp>
    <dsp:sp modelId="{03EB92BC-C108-2B4E-9EE0-1A7476A49F5E}">
      <dsp:nvSpPr>
        <dsp:cNvPr id="0" name=""/>
        <dsp:cNvSpPr/>
      </dsp:nvSpPr>
      <dsp:spPr>
        <a:xfrm>
          <a:off x="2915376" y="405343"/>
          <a:ext cx="2365117" cy="1419070"/>
        </a:xfrm>
        <a:prstGeom prst="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Edge gateways act as critical nodes</a:t>
          </a:r>
        </a:p>
      </dsp:txBody>
      <dsp:txXfrm>
        <a:off x="2915376" y="405343"/>
        <a:ext cx="2365117" cy="1419070"/>
      </dsp:txXfrm>
    </dsp:sp>
    <dsp:sp modelId="{6C5321FC-C364-1D4E-9226-70F8D1C8B9F5}">
      <dsp:nvSpPr>
        <dsp:cNvPr id="0" name=""/>
        <dsp:cNvSpPr/>
      </dsp:nvSpPr>
      <dsp:spPr>
        <a:xfrm>
          <a:off x="1188841" y="1822614"/>
          <a:ext cx="5818187" cy="513376"/>
        </a:xfrm>
        <a:custGeom>
          <a:avLst/>
          <a:gdLst/>
          <a:ahLst/>
          <a:cxnLst/>
          <a:rect l="0" t="0" r="0" b="0"/>
          <a:pathLst>
            <a:path>
              <a:moveTo>
                <a:pt x="5818187" y="0"/>
              </a:moveTo>
              <a:lnTo>
                <a:pt x="5818187" y="273788"/>
              </a:lnTo>
              <a:lnTo>
                <a:pt x="0" y="273788"/>
              </a:lnTo>
              <a:lnTo>
                <a:pt x="0" y="513376"/>
              </a:lnTo>
            </a:path>
          </a:pathLst>
        </a:custGeom>
        <a:noFill/>
        <a:ln w="9525" cap="flat" cmpd="sng" algn="ctr">
          <a:solidFill>
            <a:schemeClr val="accent4">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3951846" y="2076582"/>
        <a:ext cx="292178" cy="5439"/>
      </dsp:txXfrm>
    </dsp:sp>
    <dsp:sp modelId="{1F7D9E6C-0E1B-4A44-8598-23E9F1DA7E5B}">
      <dsp:nvSpPr>
        <dsp:cNvPr id="0" name=""/>
        <dsp:cNvSpPr/>
      </dsp:nvSpPr>
      <dsp:spPr>
        <a:xfrm>
          <a:off x="5824470" y="405343"/>
          <a:ext cx="2365117" cy="1419070"/>
        </a:xfrm>
        <a:prstGeom prst="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Gateways are vulnerable to cyber attacks</a:t>
          </a:r>
        </a:p>
      </dsp:txBody>
      <dsp:txXfrm>
        <a:off x="5824470" y="405343"/>
        <a:ext cx="2365117" cy="1419070"/>
      </dsp:txXfrm>
    </dsp:sp>
    <dsp:sp modelId="{8A2723CF-7BCA-1142-A850-A54459D582E1}">
      <dsp:nvSpPr>
        <dsp:cNvPr id="0" name=""/>
        <dsp:cNvSpPr/>
      </dsp:nvSpPr>
      <dsp:spPr>
        <a:xfrm>
          <a:off x="2369600" y="3032206"/>
          <a:ext cx="513376" cy="91440"/>
        </a:xfrm>
        <a:custGeom>
          <a:avLst/>
          <a:gdLst/>
          <a:ahLst/>
          <a:cxnLst/>
          <a:rect l="0" t="0" r="0" b="0"/>
          <a:pathLst>
            <a:path>
              <a:moveTo>
                <a:pt x="0" y="45720"/>
              </a:moveTo>
              <a:lnTo>
                <a:pt x="513376" y="45720"/>
              </a:lnTo>
            </a:path>
          </a:pathLst>
        </a:custGeom>
        <a:noFill/>
        <a:ln w="9525" cap="flat" cmpd="sng" algn="ctr">
          <a:solidFill>
            <a:schemeClr val="accent5">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2612689" y="3075206"/>
        <a:ext cx="27198" cy="5439"/>
      </dsp:txXfrm>
    </dsp:sp>
    <dsp:sp modelId="{7825CAE3-D771-804C-8107-D190DF9CA6C9}">
      <dsp:nvSpPr>
        <dsp:cNvPr id="0" name=""/>
        <dsp:cNvSpPr/>
      </dsp:nvSpPr>
      <dsp:spPr>
        <a:xfrm>
          <a:off x="6282" y="2368390"/>
          <a:ext cx="2365117" cy="1419070"/>
        </a:xfrm>
        <a:prstGeom prst="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Intrusion Detection Systems (IDS) are required</a:t>
          </a:r>
        </a:p>
      </dsp:txBody>
      <dsp:txXfrm>
        <a:off x="6282" y="2368390"/>
        <a:ext cx="2365117" cy="1419070"/>
      </dsp:txXfrm>
    </dsp:sp>
    <dsp:sp modelId="{84390915-F3DE-2D4C-9F1E-47726BDD4778}">
      <dsp:nvSpPr>
        <dsp:cNvPr id="0" name=""/>
        <dsp:cNvSpPr/>
      </dsp:nvSpPr>
      <dsp:spPr>
        <a:xfrm>
          <a:off x="2915376" y="2368390"/>
          <a:ext cx="2365117" cy="1419070"/>
        </a:xfrm>
        <a:prstGeom prst="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Edge devices have limited computational resources</a:t>
          </a:r>
        </a:p>
      </dsp:txBody>
      <dsp:txXfrm>
        <a:off x="2915376" y="2368390"/>
        <a:ext cx="2365117" cy="1419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F9EE4A-24A5-9345-A119-B8C816C07A13}">
      <dsp:nvSpPr>
        <dsp:cNvPr id="0" name=""/>
        <dsp:cNvSpPr/>
      </dsp:nvSpPr>
      <dsp:spPr>
        <a:xfrm>
          <a:off x="0" y="546079"/>
          <a:ext cx="5000124" cy="1034280"/>
        </a:xfrm>
        <a:prstGeom prst="roundRect">
          <a:avLst/>
        </a:prstGeom>
        <a:gradFill rotWithShape="0">
          <a:gsLst>
            <a:gs pos="0">
              <a:schemeClr val="accent5">
                <a:hueOff val="0"/>
                <a:satOff val="0"/>
                <a:lumOff val="0"/>
                <a:alphaOff val="0"/>
                <a:tint val="100000"/>
                <a:shade val="100000"/>
                <a:satMod val="130000"/>
              </a:schemeClr>
            </a:gs>
            <a:gs pos="100000">
              <a:schemeClr val="accent5">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IDS types: Signature-based, ML/DL-based</a:t>
          </a:r>
        </a:p>
      </dsp:txBody>
      <dsp:txXfrm>
        <a:off x="50489" y="596568"/>
        <a:ext cx="4899146" cy="933302"/>
      </dsp:txXfrm>
    </dsp:sp>
    <dsp:sp modelId="{1F0EC540-2480-1E43-BCE3-AF33D505527A}">
      <dsp:nvSpPr>
        <dsp:cNvPr id="0" name=""/>
        <dsp:cNvSpPr/>
      </dsp:nvSpPr>
      <dsp:spPr>
        <a:xfrm>
          <a:off x="0" y="1655239"/>
          <a:ext cx="5000124" cy="1034280"/>
        </a:xfrm>
        <a:prstGeom prst="roundRect">
          <a:avLst/>
        </a:prstGeom>
        <a:gradFill rotWithShape="0">
          <a:gsLst>
            <a:gs pos="0">
              <a:schemeClr val="accent5">
                <a:hueOff val="-3311292"/>
                <a:satOff val="13270"/>
                <a:lumOff val="2876"/>
                <a:alphaOff val="0"/>
                <a:tint val="100000"/>
                <a:shade val="100000"/>
                <a:satMod val="130000"/>
              </a:schemeClr>
            </a:gs>
            <a:gs pos="100000">
              <a:schemeClr val="accent5">
                <a:hueOff val="-3311292"/>
                <a:satOff val="13270"/>
                <a:lumOff val="2876"/>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Deployment: Edge-based, Cloud-based, Hybrid</a:t>
          </a:r>
        </a:p>
      </dsp:txBody>
      <dsp:txXfrm>
        <a:off x="50489" y="1705728"/>
        <a:ext cx="4899146" cy="933302"/>
      </dsp:txXfrm>
    </dsp:sp>
    <dsp:sp modelId="{98EE8CE7-EF04-D046-B422-7EA045CA0264}">
      <dsp:nvSpPr>
        <dsp:cNvPr id="0" name=""/>
        <dsp:cNvSpPr/>
      </dsp:nvSpPr>
      <dsp:spPr>
        <a:xfrm>
          <a:off x="0" y="2764400"/>
          <a:ext cx="5000124" cy="1034280"/>
        </a:xfrm>
        <a:prstGeom prst="roundRect">
          <a:avLst/>
        </a:prstGeom>
        <a:gradFill rotWithShape="0">
          <a:gsLst>
            <a:gs pos="0">
              <a:schemeClr val="accent5">
                <a:hueOff val="-6622584"/>
                <a:satOff val="26541"/>
                <a:lumOff val="5752"/>
                <a:alphaOff val="0"/>
                <a:tint val="100000"/>
                <a:shade val="100000"/>
                <a:satMod val="130000"/>
              </a:schemeClr>
            </a:gs>
            <a:gs pos="100000">
              <a:schemeClr val="accent5">
                <a:hueOff val="-6622584"/>
                <a:satOff val="26541"/>
                <a:lumOff val="5752"/>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Existing methods: Lightweight ML, Federated Learning, Split Learning</a:t>
          </a:r>
        </a:p>
      </dsp:txBody>
      <dsp:txXfrm>
        <a:off x="50489" y="2814889"/>
        <a:ext cx="4899146" cy="933302"/>
      </dsp:txXfrm>
    </dsp:sp>
    <dsp:sp modelId="{8FB4E67D-BF61-244E-8F96-A5B784349BED}">
      <dsp:nvSpPr>
        <dsp:cNvPr id="0" name=""/>
        <dsp:cNvSpPr/>
      </dsp:nvSpPr>
      <dsp:spPr>
        <a:xfrm>
          <a:off x="0" y="3873560"/>
          <a:ext cx="5000124" cy="1034280"/>
        </a:xfrm>
        <a:prstGeom prst="roundRect">
          <a:avLst/>
        </a:prstGeom>
        <a:gradFill rotWithShape="0">
          <a:gsLst>
            <a:gs pos="0">
              <a:schemeClr val="accent5">
                <a:hueOff val="-9933876"/>
                <a:satOff val="39811"/>
                <a:lumOff val="8628"/>
                <a:alphaOff val="0"/>
                <a:tint val="100000"/>
                <a:shade val="100000"/>
                <a:satMod val="130000"/>
              </a:schemeClr>
            </a:gs>
            <a:gs pos="100000">
              <a:schemeClr val="accent5">
                <a:hueOff val="-9933876"/>
                <a:satOff val="39811"/>
                <a:lumOff val="862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Limitations: Accuracy vs </a:t>
          </a:r>
          <a:r>
            <a:rPr lang="en-US" sz="2600" kern="1200" dirty="0" err="1"/>
            <a:t>Deployability</a:t>
          </a:r>
          <a:r>
            <a:rPr lang="en-US" sz="2600" kern="1200"/>
            <a:t> trade-off</a:t>
          </a:r>
        </a:p>
      </dsp:txBody>
      <dsp:txXfrm>
        <a:off x="50489" y="3924049"/>
        <a:ext cx="4899146" cy="93330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1CD87E-BDB6-7D4E-83B8-1985B336725A}">
      <dsp:nvSpPr>
        <dsp:cNvPr id="0" name=""/>
        <dsp:cNvSpPr/>
      </dsp:nvSpPr>
      <dsp:spPr>
        <a:xfrm>
          <a:off x="0" y="665"/>
          <a:ext cx="5000124" cy="0"/>
        </a:xfrm>
        <a:prstGeom prst="line">
          <a:avLst/>
        </a:prstGeom>
        <a:gradFill rotWithShape="0">
          <a:gsLst>
            <a:gs pos="0">
              <a:schemeClr val="accent5">
                <a:hueOff val="0"/>
                <a:satOff val="0"/>
                <a:lumOff val="0"/>
                <a:alphaOff val="0"/>
                <a:tint val="100000"/>
                <a:shade val="100000"/>
                <a:satMod val="130000"/>
              </a:schemeClr>
            </a:gs>
            <a:gs pos="100000">
              <a:schemeClr val="accent5">
                <a:hueOff val="0"/>
                <a:satOff val="0"/>
                <a:lumOff val="0"/>
                <a:alphaOff val="0"/>
                <a:tint val="50000"/>
                <a:shade val="100000"/>
                <a:satMod val="350000"/>
              </a:schemeClr>
            </a:gs>
          </a:gsLst>
          <a:lin ang="16200000" scaled="0"/>
        </a:gradFill>
        <a:ln w="9525" cap="flat" cmpd="sng" algn="ctr">
          <a:solidFill>
            <a:schemeClr val="accent5">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51943A9-4B2E-8643-9F82-46AB8F8C8C0D}">
      <dsp:nvSpPr>
        <dsp:cNvPr id="0" name=""/>
        <dsp:cNvSpPr/>
      </dsp:nvSpPr>
      <dsp:spPr>
        <a:xfrm>
          <a:off x="0" y="665"/>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Edge devices are resource-constrained</a:t>
          </a:r>
        </a:p>
      </dsp:txBody>
      <dsp:txXfrm>
        <a:off x="0" y="665"/>
        <a:ext cx="5000124" cy="1090517"/>
      </dsp:txXfrm>
    </dsp:sp>
    <dsp:sp modelId="{6B5CD33D-1D2F-4047-A669-5AD9B427EF6F}">
      <dsp:nvSpPr>
        <dsp:cNvPr id="0" name=""/>
        <dsp:cNvSpPr/>
      </dsp:nvSpPr>
      <dsp:spPr>
        <a:xfrm>
          <a:off x="0" y="1091183"/>
          <a:ext cx="5000124" cy="0"/>
        </a:xfrm>
        <a:prstGeom prst="line">
          <a:avLst/>
        </a:prstGeom>
        <a:gradFill rotWithShape="0">
          <a:gsLst>
            <a:gs pos="0">
              <a:schemeClr val="accent5">
                <a:hueOff val="-2483469"/>
                <a:satOff val="9953"/>
                <a:lumOff val="2157"/>
                <a:alphaOff val="0"/>
                <a:tint val="100000"/>
                <a:shade val="100000"/>
                <a:satMod val="130000"/>
              </a:schemeClr>
            </a:gs>
            <a:gs pos="100000">
              <a:schemeClr val="accent5">
                <a:hueOff val="-2483469"/>
                <a:satOff val="9953"/>
                <a:lumOff val="2157"/>
                <a:alphaOff val="0"/>
                <a:tint val="50000"/>
                <a:shade val="100000"/>
                <a:satMod val="350000"/>
              </a:schemeClr>
            </a:gs>
          </a:gsLst>
          <a:lin ang="16200000" scaled="0"/>
        </a:gradFill>
        <a:ln w="9525" cap="flat" cmpd="sng" algn="ctr">
          <a:solidFill>
            <a:schemeClr val="accent5">
              <a:hueOff val="-2483469"/>
              <a:satOff val="9953"/>
              <a:lumOff val="2157"/>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A9A5176-9CDF-904B-917F-AA24F0ECEE2E}">
      <dsp:nvSpPr>
        <dsp:cNvPr id="0" name=""/>
        <dsp:cNvSpPr/>
      </dsp:nvSpPr>
      <dsp:spPr>
        <a:xfrm>
          <a:off x="0" y="1091183"/>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GB" sz="3000" kern="1200"/>
            <a:t>Edge IDS: </a:t>
          </a:r>
          <a:r>
            <a:rPr lang="en-GB" sz="3000" b="1" kern="1200"/>
            <a:t>simple ML and Federated Learning</a:t>
          </a:r>
          <a:endParaRPr lang="en-US" sz="3000" kern="1200"/>
        </a:p>
      </dsp:txBody>
      <dsp:txXfrm>
        <a:off x="0" y="1091183"/>
        <a:ext cx="5000124" cy="1090517"/>
      </dsp:txXfrm>
    </dsp:sp>
    <dsp:sp modelId="{AC01D1BA-EE5F-3647-8F3D-4F0A5480D565}">
      <dsp:nvSpPr>
        <dsp:cNvPr id="0" name=""/>
        <dsp:cNvSpPr/>
      </dsp:nvSpPr>
      <dsp:spPr>
        <a:xfrm>
          <a:off x="0" y="2181701"/>
          <a:ext cx="5000124" cy="0"/>
        </a:xfrm>
        <a:prstGeom prst="line">
          <a:avLst/>
        </a:prstGeom>
        <a:gradFill rotWithShape="0">
          <a:gsLst>
            <a:gs pos="0">
              <a:schemeClr val="accent5">
                <a:hueOff val="-4966938"/>
                <a:satOff val="19906"/>
                <a:lumOff val="4314"/>
                <a:alphaOff val="0"/>
                <a:tint val="100000"/>
                <a:shade val="100000"/>
                <a:satMod val="130000"/>
              </a:schemeClr>
            </a:gs>
            <a:gs pos="100000">
              <a:schemeClr val="accent5">
                <a:hueOff val="-4966938"/>
                <a:satOff val="19906"/>
                <a:lumOff val="4314"/>
                <a:alphaOff val="0"/>
                <a:tint val="50000"/>
                <a:shade val="100000"/>
                <a:satMod val="350000"/>
              </a:schemeClr>
            </a:gs>
          </a:gsLst>
          <a:lin ang="16200000" scaled="0"/>
        </a:gradFill>
        <a:ln w="9525" cap="flat" cmpd="sng" algn="ctr">
          <a:solidFill>
            <a:schemeClr val="accent5">
              <a:hueOff val="-4966938"/>
              <a:satOff val="19906"/>
              <a:lumOff val="4314"/>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C90E72A5-4961-284E-8B8F-AAF57A2CA365}">
      <dsp:nvSpPr>
        <dsp:cNvPr id="0" name=""/>
        <dsp:cNvSpPr/>
      </dsp:nvSpPr>
      <dsp:spPr>
        <a:xfrm>
          <a:off x="0" y="2181701"/>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Lack of evaluation under realistic edge constraints</a:t>
          </a:r>
        </a:p>
      </dsp:txBody>
      <dsp:txXfrm>
        <a:off x="0" y="2181701"/>
        <a:ext cx="5000124" cy="1090517"/>
      </dsp:txXfrm>
    </dsp:sp>
    <dsp:sp modelId="{FBD20709-6416-B04D-9E91-6A0F2552117B}">
      <dsp:nvSpPr>
        <dsp:cNvPr id="0" name=""/>
        <dsp:cNvSpPr/>
      </dsp:nvSpPr>
      <dsp:spPr>
        <a:xfrm>
          <a:off x="0" y="3272218"/>
          <a:ext cx="5000124" cy="0"/>
        </a:xfrm>
        <a:prstGeom prst="line">
          <a:avLst/>
        </a:prstGeom>
        <a:gradFill rotWithShape="0">
          <a:gsLst>
            <a:gs pos="0">
              <a:schemeClr val="accent5">
                <a:hueOff val="-7450407"/>
                <a:satOff val="29858"/>
                <a:lumOff val="6471"/>
                <a:alphaOff val="0"/>
                <a:tint val="100000"/>
                <a:shade val="100000"/>
                <a:satMod val="130000"/>
              </a:schemeClr>
            </a:gs>
            <a:gs pos="100000">
              <a:schemeClr val="accent5">
                <a:hueOff val="-7450407"/>
                <a:satOff val="29858"/>
                <a:lumOff val="6471"/>
                <a:alphaOff val="0"/>
                <a:tint val="50000"/>
                <a:shade val="100000"/>
                <a:satMod val="350000"/>
              </a:schemeClr>
            </a:gs>
          </a:gsLst>
          <a:lin ang="16200000" scaled="0"/>
        </a:gradFill>
        <a:ln w="9525" cap="flat" cmpd="sng" algn="ctr">
          <a:solidFill>
            <a:schemeClr val="accent5">
              <a:hueOff val="-7450407"/>
              <a:satOff val="29858"/>
              <a:lumOff val="6471"/>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E2BF05FF-D419-AC45-9C50-0F068387A02C}">
      <dsp:nvSpPr>
        <dsp:cNvPr id="0" name=""/>
        <dsp:cNvSpPr/>
      </dsp:nvSpPr>
      <dsp:spPr>
        <a:xfrm>
          <a:off x="0" y="3272218"/>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Evaluate Feature Selection, PCA, Autoencoder</a:t>
          </a:r>
          <a:r>
            <a:rPr lang="en-US" altLang="zh-CN" sz="3000" kern="1200"/>
            <a:t>,</a:t>
          </a:r>
          <a:r>
            <a:rPr lang="zh-CN" altLang="en-US" sz="3000" kern="1200"/>
            <a:t> </a:t>
          </a:r>
          <a:r>
            <a:rPr lang="en-US" altLang="zh-CN" sz="3000" kern="1200" err="1"/>
            <a:t>ResNext</a:t>
          </a:r>
          <a:endParaRPr lang="en-US" sz="3000" kern="1200"/>
        </a:p>
      </dsp:txBody>
      <dsp:txXfrm>
        <a:off x="0" y="3272218"/>
        <a:ext cx="5000124" cy="1090517"/>
      </dsp:txXfrm>
    </dsp:sp>
    <dsp:sp modelId="{06887228-C35F-014B-B2E1-AFBA4FC272FE}">
      <dsp:nvSpPr>
        <dsp:cNvPr id="0" name=""/>
        <dsp:cNvSpPr/>
      </dsp:nvSpPr>
      <dsp:spPr>
        <a:xfrm>
          <a:off x="0" y="4362736"/>
          <a:ext cx="5000124" cy="0"/>
        </a:xfrm>
        <a:prstGeom prst="line">
          <a:avLst/>
        </a:prstGeom>
        <a:gradFill rotWithShape="0">
          <a:gsLst>
            <a:gs pos="0">
              <a:schemeClr val="accent5">
                <a:hueOff val="-9933876"/>
                <a:satOff val="39811"/>
                <a:lumOff val="8628"/>
                <a:alphaOff val="0"/>
                <a:tint val="100000"/>
                <a:shade val="100000"/>
                <a:satMod val="130000"/>
              </a:schemeClr>
            </a:gs>
            <a:gs pos="100000">
              <a:schemeClr val="accent5">
                <a:hueOff val="-9933876"/>
                <a:satOff val="39811"/>
                <a:lumOff val="8628"/>
                <a:alphaOff val="0"/>
                <a:tint val="50000"/>
                <a:shade val="100000"/>
                <a:satMod val="350000"/>
              </a:schemeClr>
            </a:gs>
          </a:gsLst>
          <a:lin ang="16200000" scaled="0"/>
        </a:gradFill>
        <a:ln w="9525" cap="flat" cmpd="sng" algn="ctr">
          <a:solidFill>
            <a:schemeClr val="accent5">
              <a:hueOff val="-9933876"/>
              <a:satOff val="39811"/>
              <a:lumOff val="8628"/>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BD4FA398-840B-4848-AC96-875F18CC58CF}">
      <dsp:nvSpPr>
        <dsp:cNvPr id="0" name=""/>
        <dsp:cNvSpPr/>
      </dsp:nvSpPr>
      <dsp:spPr>
        <a:xfrm>
          <a:off x="0" y="4362736"/>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Compare accuracy, resource usage, and efficiency</a:t>
          </a:r>
        </a:p>
      </dsp:txBody>
      <dsp:txXfrm>
        <a:off x="0" y="4362736"/>
        <a:ext cx="5000124" cy="1090517"/>
      </dsp:txXfrm>
    </dsp:sp>
  </dsp:spTree>
</dsp:drawing>
</file>

<file path=ppt/diagrams/layout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149304-4996-5048-AF8D-AE7FCF302DAE}" type="datetimeFigureOut">
              <a:rPr lang="en-US" smtClean="0"/>
              <a:t>3/21/26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EF46E4-EE54-564F-BFBC-E1DA32DE0BEF}" type="slidenum">
              <a:rPr lang="en-US" smtClean="0"/>
              <a:t>‹#›</a:t>
            </a:fld>
            <a:endParaRPr lang="en-US"/>
          </a:p>
        </p:txBody>
      </p:sp>
    </p:spTree>
    <p:extLst>
      <p:ext uri="{BB962C8B-B14F-4D97-AF65-F5344CB8AC3E}">
        <p14:creationId xmlns:p14="http://schemas.microsoft.com/office/powerpoint/2010/main" val="1752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DEF46E4-EE54-564F-BFBC-E1DA32DE0BEF}" type="slidenum">
              <a:rPr lang="en-US" smtClean="0"/>
              <a:t>5</a:t>
            </a:fld>
            <a:endParaRPr lang="en-US"/>
          </a:p>
        </p:txBody>
      </p:sp>
    </p:spTree>
    <p:extLst>
      <p:ext uri="{BB962C8B-B14F-4D97-AF65-F5344CB8AC3E}">
        <p14:creationId xmlns:p14="http://schemas.microsoft.com/office/powerpoint/2010/main" val="2313090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our implementation, we conduct experiments on an ARM platform to simulate a realistic edge environment. To ensure fairness and reflect real-world constraints, we do not use GPU acceleration or MPS, and all computations are performed on CPU.</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Since we evaluate a hybrid framework, we simulate both edge and cloud components.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In the edge simulation, we first read data from the dataset, then apply feature scaling and feature selection to remove redundant or less informative features. After that, we perform feature extraction using methods such as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and transmit the processed features to the cloud.</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On the cloud side, the received data is reshaped based on metadata and then split into training and testing datasets. The data is then fed into a classification model for training and evaluation.</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Finally, the classification results can be used to generate alerts or trigger defence strategies.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During this process, we monitor and record CPU and memory usage at the edge during feature extraction, as well as network traffic. We also evaluate model performance using metrics such as accuracy and F1 score.</a:t>
            </a:r>
          </a:p>
          <a:p>
            <a:r>
              <a:rPr lang="en-GB"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6</a:t>
            </a:fld>
            <a:endParaRPr lang="en-US"/>
          </a:p>
        </p:txBody>
      </p:sp>
    </p:spTree>
    <p:extLst>
      <p:ext uri="{BB962C8B-B14F-4D97-AF65-F5344CB8AC3E}">
        <p14:creationId xmlns:p14="http://schemas.microsoft.com/office/powerpoint/2010/main" val="41684537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terms of we use the Edge-</a:t>
            </a:r>
            <a:r>
              <a:rPr lang="en-GB" sz="1200" kern="1200" dirty="0" err="1">
                <a:solidFill>
                  <a:schemeClr val="tx1"/>
                </a:solidFill>
                <a:effectLst/>
                <a:latin typeface="+mn-lt"/>
                <a:ea typeface="+mn-ea"/>
                <a:cs typeface="+mn-cs"/>
              </a:rPr>
              <a:t>IIoTset</a:t>
            </a:r>
            <a:r>
              <a:rPr lang="en-GB" sz="1200" kern="1200" dirty="0">
                <a:solidFill>
                  <a:schemeClr val="tx1"/>
                </a:solidFill>
                <a:effectLst/>
                <a:latin typeface="+mn-lt"/>
                <a:ea typeface="+mn-ea"/>
                <a:cs typeface="+mn-cs"/>
              </a:rPr>
              <a:t> dataset, which is a recent dataset designed for edge-based IoT environments(publish in 2022). It contains realistic network traffic and includes labelled data for both normal and attack behaviours, making it suitable for evaluating intrusion detection systems. In addition, the data is provided at the flow level, which aligns well with our system design and reduces computational complexity.</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For feature reduction, we investigate several approaches. First, we apply feature selection methods based on feature value ranges and their importance for prediction, in order to remove redundant or less informative features. Then, we use PCA as a traditional dimensionality reduction technique to project the data into a lower-dimensional space. Finally, we explore deep learning-based methods, including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ResNeXt1D, to learn more complex feature representations.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The main objective is to reduce the number of features while preserving the most important information, so that we can improve efficiency without significantly reducing classification performance.</a:t>
            </a:r>
          </a:p>
        </p:txBody>
      </p:sp>
      <p:sp>
        <p:nvSpPr>
          <p:cNvPr id="4" name="Slide Number Placeholder 3"/>
          <p:cNvSpPr>
            <a:spLocks noGrp="1"/>
          </p:cNvSpPr>
          <p:nvPr>
            <p:ph type="sldNum" sz="quarter" idx="5"/>
          </p:nvPr>
        </p:nvSpPr>
        <p:spPr/>
        <p:txBody>
          <a:bodyPr/>
          <a:lstStyle/>
          <a:p>
            <a:fld id="{EDEF46E4-EE54-564F-BFBC-E1DA32DE0BEF}" type="slidenum">
              <a:rPr lang="en-US" smtClean="0"/>
              <a:t>7</a:t>
            </a:fld>
            <a:endParaRPr lang="en-US"/>
          </a:p>
        </p:txBody>
      </p:sp>
    </p:spTree>
    <p:extLst>
      <p:ext uri="{BB962C8B-B14F-4D97-AF65-F5344CB8AC3E}">
        <p14:creationId xmlns:p14="http://schemas.microsoft.com/office/powerpoint/2010/main" val="2714155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611AA-0529-7173-644F-F9C62CA665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1CBEE-40A5-BC2B-F336-FB8EA66571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689DE2-05BC-238F-E2CA-83DE9DCD37F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BAAF51D-9F1C-CA74-664A-84AC570F9696}"/>
              </a:ext>
            </a:extLst>
          </p:cNvPr>
          <p:cNvSpPr>
            <a:spLocks noGrp="1"/>
          </p:cNvSpPr>
          <p:nvPr>
            <p:ph type="sldNum" sz="quarter" idx="5"/>
          </p:nvPr>
        </p:nvSpPr>
        <p:spPr/>
        <p:txBody>
          <a:bodyPr/>
          <a:lstStyle/>
          <a:p>
            <a:fld id="{EDEF46E4-EE54-564F-BFBC-E1DA32DE0BEF}" type="slidenum">
              <a:rPr lang="en-US" smtClean="0"/>
              <a:t>8</a:t>
            </a:fld>
            <a:endParaRPr lang="en-US"/>
          </a:p>
        </p:txBody>
      </p:sp>
    </p:spTree>
    <p:extLst>
      <p:ext uri="{BB962C8B-B14F-4D97-AF65-F5344CB8AC3E}">
        <p14:creationId xmlns:p14="http://schemas.microsoft.com/office/powerpoint/2010/main" val="1022987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GB" sz="4200" dirty="0">
                <a:solidFill>
                  <a:srgbClr val="FFFFFF"/>
                </a:solidFill>
              </a:rPr>
              <a:t>Comparative Evaluation of Feature Reduction Techniques for Intrusion Detection on IoMT Edge Devices</a:t>
            </a:r>
          </a:p>
        </p:txBody>
      </p:sp>
      <p:sp>
        <p:nvSpPr>
          <p:cNvPr id="3" name="Subtitle 2"/>
          <p:cNvSpPr>
            <a:spLocks noGrp="1"/>
          </p:cNvSpPr>
          <p:nvPr>
            <p:ph type="subTitle" idx="1"/>
          </p:nvPr>
        </p:nvSpPr>
        <p:spPr>
          <a:xfrm>
            <a:off x="1013011" y="4870824"/>
            <a:ext cx="7504463" cy="1458258"/>
          </a:xfrm>
        </p:spPr>
        <p:txBody>
          <a:bodyPr anchor="ctr">
            <a:normAutofit fontScale="92500"/>
          </a:bodyPr>
          <a:lstStyle/>
          <a:p>
            <a:pPr algn="l"/>
            <a:r>
              <a:rPr lang="en-GB" dirty="0"/>
              <a:t>Yaoquan</a:t>
            </a:r>
            <a:r>
              <a:rPr lang="zh-CN" altLang="en-US"/>
              <a:t> </a:t>
            </a:r>
            <a:r>
              <a:rPr lang="en-US" altLang="zh-CN" dirty="0"/>
              <a:t>Ma(25298835),</a:t>
            </a:r>
            <a:r>
              <a:rPr lang="zh-CN" altLang="en-US"/>
              <a:t> </a:t>
            </a:r>
            <a:r>
              <a:rPr lang="en-US" altLang="zh-CN" dirty="0"/>
              <a:t>Wang</a:t>
            </a:r>
            <a:r>
              <a:rPr lang="zh-CN" altLang="en-US"/>
              <a:t> </a:t>
            </a:r>
            <a:r>
              <a:rPr lang="en-US" altLang="zh-CN" dirty="0"/>
              <a:t>Ning(25298832)</a:t>
            </a:r>
            <a:endParaRPr lang="en-GB" dirty="0"/>
          </a:p>
          <a:p>
            <a:pPr algn="l"/>
            <a:r>
              <a:rPr dirty="0"/>
              <a:t>Supervisor: Dr. Priyanka Verma</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F66704-ECD5-214A-0EE8-0230D586223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C2E78B4-A90C-BC7A-E23E-EE76AD962353}"/>
              </a:ext>
            </a:extLst>
          </p:cNvPr>
          <p:cNvSpPr>
            <a:spLocks noGrp="1"/>
          </p:cNvSpPr>
          <p:nvPr>
            <p:ph type="title"/>
          </p:nvPr>
        </p:nvSpPr>
        <p:spPr>
          <a:xfrm>
            <a:off x="1028697" y="348865"/>
            <a:ext cx="7533018" cy="877729"/>
          </a:xfrm>
        </p:spPr>
        <p:txBody>
          <a:bodyPr anchor="ctr">
            <a:normAutofit/>
          </a:bodyPr>
          <a:lstStyle/>
          <a:p>
            <a:r>
              <a:rPr lang="en-GB" sz="3500" dirty="0">
                <a:solidFill>
                  <a:srgbClr val="FFFFFF"/>
                </a:solidFill>
              </a:rPr>
              <a:t>Introduction</a:t>
            </a:r>
          </a:p>
        </p:txBody>
      </p:sp>
      <p:graphicFrame>
        <p:nvGraphicFramePr>
          <p:cNvPr id="5" name="Content Placeholder 2">
            <a:extLst>
              <a:ext uri="{FF2B5EF4-FFF2-40B4-BE49-F238E27FC236}">
                <a16:creationId xmlns:a16="http://schemas.microsoft.com/office/drawing/2014/main" id="{55F2656B-7BC1-DCDD-312E-E2BB305069EA}"/>
              </a:ext>
            </a:extLst>
          </p:cNvPr>
          <p:cNvGraphicFramePr>
            <a:graphicFrameLocks noGrp="1"/>
          </p:cNvGraphicFramePr>
          <p:nvPr>
            <p:ph idx="1"/>
            <p:extLst>
              <p:ext uri="{D42A27DB-BD31-4B8C-83A1-F6EECF244321}">
                <p14:modId xmlns:p14="http://schemas.microsoft.com/office/powerpoint/2010/main" val="1351487768"/>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09339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2" y="1914808"/>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439858" y="1683756"/>
            <a:ext cx="2336449" cy="2396359"/>
          </a:xfrm>
        </p:spPr>
        <p:txBody>
          <a:bodyPr anchor="b">
            <a:normAutofit/>
          </a:bodyPr>
          <a:lstStyle/>
          <a:p>
            <a:pPr algn="r"/>
            <a:r>
              <a:rPr lang="en-GB" sz="3500" dirty="0">
                <a:solidFill>
                  <a:srgbClr val="FFFFFF"/>
                </a:solidFill>
              </a:rPr>
              <a:t>Background &amp; Literature Review</a:t>
            </a:r>
          </a:p>
        </p:txBody>
      </p:sp>
      <p:graphicFrame>
        <p:nvGraphicFramePr>
          <p:cNvPr id="5" name="Content Placeholder 2">
            <a:extLst>
              <a:ext uri="{FF2B5EF4-FFF2-40B4-BE49-F238E27FC236}">
                <a16:creationId xmlns:a16="http://schemas.microsoft.com/office/drawing/2014/main" id="{444F99AF-4186-6184-2EA6-9F5BD8195047}"/>
              </a:ext>
            </a:extLst>
          </p:cNvPr>
          <p:cNvGraphicFramePr>
            <a:graphicFrameLocks noGrp="1"/>
          </p:cNvGraphicFramePr>
          <p:nvPr>
            <p:ph idx="1"/>
            <p:extLst>
              <p:ext uri="{D42A27DB-BD31-4B8C-83A1-F6EECF244321}">
                <p14:modId xmlns:p14="http://schemas.microsoft.com/office/powerpoint/2010/main" val="3190776228"/>
              </p:ext>
            </p:extLst>
          </p:nvPr>
        </p:nvGraphicFramePr>
        <p:xfrm>
          <a:off x="3678789" y="750440"/>
          <a:ext cx="5000124"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2" y="1914808"/>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39858" y="1683756"/>
            <a:ext cx="2336449" cy="2396359"/>
          </a:xfrm>
        </p:spPr>
        <p:txBody>
          <a:bodyPr anchor="b">
            <a:normAutofit/>
          </a:bodyPr>
          <a:lstStyle/>
          <a:p>
            <a:pPr algn="r"/>
            <a:r>
              <a:rPr lang="en-GB" sz="3000">
                <a:solidFill>
                  <a:srgbClr val="FFFFFF"/>
                </a:solidFill>
              </a:rPr>
              <a:t>Research Gaps &amp; Contributions</a:t>
            </a:r>
          </a:p>
        </p:txBody>
      </p:sp>
      <p:graphicFrame>
        <p:nvGraphicFramePr>
          <p:cNvPr id="5" name="Content Placeholder 2">
            <a:extLst>
              <a:ext uri="{FF2B5EF4-FFF2-40B4-BE49-F238E27FC236}">
                <a16:creationId xmlns:a16="http://schemas.microsoft.com/office/drawing/2014/main" id="{72EE324B-7C98-9CC4-F81F-66E44D767821}"/>
              </a:ext>
            </a:extLst>
          </p:cNvPr>
          <p:cNvGraphicFramePr>
            <a:graphicFrameLocks noGrp="1"/>
          </p:cNvGraphicFramePr>
          <p:nvPr>
            <p:ph idx="1"/>
            <p:extLst>
              <p:ext uri="{D42A27DB-BD31-4B8C-83A1-F6EECF244321}">
                <p14:modId xmlns:p14="http://schemas.microsoft.com/office/powerpoint/2010/main" val="3681699800"/>
              </p:ext>
            </p:extLst>
          </p:nvPr>
        </p:nvGraphicFramePr>
        <p:xfrm>
          <a:off x="3678789" y="750440"/>
          <a:ext cx="5000124"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1F214-9E73-4B60-E03D-F1871AC28ACD}"/>
            </a:ext>
          </a:extLst>
        </p:cNvPr>
        <p:cNvGrpSpPr/>
        <p:nvPr/>
      </p:nvGrpSpPr>
      <p:grpSpPr>
        <a:xfrm>
          <a:off x="0" y="0"/>
          <a:ext cx="0" cy="0"/>
          <a:chOff x="0" y="0"/>
          <a:chExt cx="0" cy="0"/>
        </a:xfrm>
      </p:grpSpPr>
      <p:pic>
        <p:nvPicPr>
          <p:cNvPr id="497" name="Picture 496">
            <a:extLst>
              <a:ext uri="{FF2B5EF4-FFF2-40B4-BE49-F238E27FC236}">
                <a16:creationId xmlns:a16="http://schemas.microsoft.com/office/drawing/2014/main" id="{CA2D5E9C-340F-99A8-B8ED-43EBE0A1C58B}"/>
              </a:ext>
            </a:extLst>
          </p:cNvPr>
          <p:cNvPicPr>
            <a:picLocks noChangeAspect="1"/>
          </p:cNvPicPr>
          <p:nvPr/>
        </p:nvPicPr>
        <p:blipFill>
          <a:blip r:embed="rId3">
            <a:alphaModFix amt="50000"/>
          </a:blip>
          <a:stretch>
            <a:fillRect/>
          </a:stretch>
        </p:blipFill>
        <p:spPr>
          <a:xfrm>
            <a:off x="1758462" y="352180"/>
            <a:ext cx="5630994" cy="2591709"/>
          </a:xfrm>
          <a:prstGeom prst="rect">
            <a:avLst/>
          </a:prstGeom>
        </p:spPr>
      </p:pic>
      <p:sp>
        <p:nvSpPr>
          <p:cNvPr id="430" name="Rounded Rectangle 429">
            <a:extLst>
              <a:ext uri="{FF2B5EF4-FFF2-40B4-BE49-F238E27FC236}">
                <a16:creationId xmlns:a16="http://schemas.microsoft.com/office/drawing/2014/main" id="{27301F13-5DB8-817A-1D52-B534B71DDB49}"/>
              </a:ext>
            </a:extLst>
          </p:cNvPr>
          <p:cNvSpPr/>
          <p:nvPr/>
        </p:nvSpPr>
        <p:spPr>
          <a:xfrm>
            <a:off x="6400801"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31" name="Picture 430">
            <a:extLst>
              <a:ext uri="{FF2B5EF4-FFF2-40B4-BE49-F238E27FC236}">
                <a16:creationId xmlns:a16="http://schemas.microsoft.com/office/drawing/2014/main" id="{00253C87-CF44-20E8-8EF7-A388A61A9A5B}"/>
              </a:ext>
            </a:extLst>
          </p:cNvPr>
          <p:cNvPicPr>
            <a:picLocks noChangeAspect="1"/>
          </p:cNvPicPr>
          <p:nvPr/>
        </p:nvPicPr>
        <p:blipFill>
          <a:blip r:embed="rId4"/>
          <a:stretch>
            <a:fillRect/>
          </a:stretch>
        </p:blipFill>
        <p:spPr>
          <a:xfrm>
            <a:off x="7161827" y="5844696"/>
            <a:ext cx="302847" cy="302847"/>
          </a:xfrm>
          <a:prstGeom prst="rect">
            <a:avLst/>
          </a:prstGeom>
        </p:spPr>
      </p:pic>
      <p:pic>
        <p:nvPicPr>
          <p:cNvPr id="433" name="Picture 432">
            <a:extLst>
              <a:ext uri="{FF2B5EF4-FFF2-40B4-BE49-F238E27FC236}">
                <a16:creationId xmlns:a16="http://schemas.microsoft.com/office/drawing/2014/main" id="{13AB4931-BF98-02A2-2348-1997C88267B0}"/>
              </a:ext>
            </a:extLst>
          </p:cNvPr>
          <p:cNvPicPr>
            <a:picLocks noChangeAspect="1"/>
          </p:cNvPicPr>
          <p:nvPr/>
        </p:nvPicPr>
        <p:blipFill>
          <a:blip r:embed="rId5"/>
          <a:stretch>
            <a:fillRect/>
          </a:stretch>
        </p:blipFill>
        <p:spPr>
          <a:xfrm>
            <a:off x="6491657" y="5844696"/>
            <a:ext cx="304800" cy="304800"/>
          </a:xfrm>
          <a:prstGeom prst="rect">
            <a:avLst/>
          </a:prstGeom>
        </p:spPr>
      </p:pic>
      <p:grpSp>
        <p:nvGrpSpPr>
          <p:cNvPr id="434" name="Group 433">
            <a:extLst>
              <a:ext uri="{FF2B5EF4-FFF2-40B4-BE49-F238E27FC236}">
                <a16:creationId xmlns:a16="http://schemas.microsoft.com/office/drawing/2014/main" id="{EC62E5A0-DD40-A71B-0AA0-1DF8A065C42E}"/>
              </a:ext>
            </a:extLst>
          </p:cNvPr>
          <p:cNvGrpSpPr/>
          <p:nvPr/>
        </p:nvGrpSpPr>
        <p:grpSpPr>
          <a:xfrm>
            <a:off x="6504357" y="3945059"/>
            <a:ext cx="894863" cy="405426"/>
            <a:chOff x="1445846" y="3606278"/>
            <a:chExt cx="894863" cy="405426"/>
          </a:xfrm>
        </p:grpSpPr>
        <p:cxnSp>
          <p:nvCxnSpPr>
            <p:cNvPr id="435" name="Straight Connector 434">
              <a:extLst>
                <a:ext uri="{FF2B5EF4-FFF2-40B4-BE49-F238E27FC236}">
                  <a16:creationId xmlns:a16="http://schemas.microsoft.com/office/drawing/2014/main" id="{D826335B-787F-7470-397D-59B7F8DCC172}"/>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436" name="Oval 435">
              <a:extLst>
                <a:ext uri="{FF2B5EF4-FFF2-40B4-BE49-F238E27FC236}">
                  <a16:creationId xmlns:a16="http://schemas.microsoft.com/office/drawing/2014/main" id="{B05CF1CC-DFC7-69FD-D938-13E929C6C157}"/>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 name="Oval 436">
              <a:extLst>
                <a:ext uri="{FF2B5EF4-FFF2-40B4-BE49-F238E27FC236}">
                  <a16:creationId xmlns:a16="http://schemas.microsoft.com/office/drawing/2014/main" id="{AF7EABE9-53B8-F5EA-FF95-9C09639B4FDD}"/>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 name="Oval 437">
              <a:extLst>
                <a:ext uri="{FF2B5EF4-FFF2-40B4-BE49-F238E27FC236}">
                  <a16:creationId xmlns:a16="http://schemas.microsoft.com/office/drawing/2014/main" id="{F959EA42-DD1F-6E11-109A-29DF16B4A05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 name="Oval 438">
              <a:extLst>
                <a:ext uri="{FF2B5EF4-FFF2-40B4-BE49-F238E27FC236}">
                  <a16:creationId xmlns:a16="http://schemas.microsoft.com/office/drawing/2014/main" id="{4355B7CD-94E9-3F3D-B078-78875FFB79A3}"/>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0" name="Oval 439">
              <a:extLst>
                <a:ext uri="{FF2B5EF4-FFF2-40B4-BE49-F238E27FC236}">
                  <a16:creationId xmlns:a16="http://schemas.microsoft.com/office/drawing/2014/main" id="{9BE493E2-2106-63BA-9ECE-CC88005D93B1}"/>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1" name="Oval 440">
              <a:extLst>
                <a:ext uri="{FF2B5EF4-FFF2-40B4-BE49-F238E27FC236}">
                  <a16:creationId xmlns:a16="http://schemas.microsoft.com/office/drawing/2014/main" id="{722121D5-2DAD-24D7-E6B1-409E96FB42AD}"/>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2" name="Oval 441">
              <a:extLst>
                <a:ext uri="{FF2B5EF4-FFF2-40B4-BE49-F238E27FC236}">
                  <a16:creationId xmlns:a16="http://schemas.microsoft.com/office/drawing/2014/main" id="{BFA1B8D4-7486-77FB-CD0B-13FF567E1562}"/>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 name="Oval 442">
              <a:extLst>
                <a:ext uri="{FF2B5EF4-FFF2-40B4-BE49-F238E27FC236}">
                  <a16:creationId xmlns:a16="http://schemas.microsoft.com/office/drawing/2014/main" id="{5E65A8A5-47B0-B7AC-2163-C075ABE99F4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4" name="Oval 443">
              <a:extLst>
                <a:ext uri="{FF2B5EF4-FFF2-40B4-BE49-F238E27FC236}">
                  <a16:creationId xmlns:a16="http://schemas.microsoft.com/office/drawing/2014/main" id="{BA1A310E-E027-A79F-C604-D6FDE8A2866B}"/>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45" name="Straight Connector 444">
              <a:extLst>
                <a:ext uri="{FF2B5EF4-FFF2-40B4-BE49-F238E27FC236}">
                  <a16:creationId xmlns:a16="http://schemas.microsoft.com/office/drawing/2014/main" id="{FF5F6641-BEE7-E83C-D244-7677F4E5D845}"/>
                </a:ext>
              </a:extLst>
            </p:cNvPr>
            <p:cNvCxnSpPr>
              <a:endCxn id="4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6" name="Straight Connector 445">
              <a:extLst>
                <a:ext uri="{FF2B5EF4-FFF2-40B4-BE49-F238E27FC236}">
                  <a16:creationId xmlns:a16="http://schemas.microsoft.com/office/drawing/2014/main" id="{20BA09AE-0B1C-38B6-83DE-ECE8914BFDA9}"/>
                </a:ext>
              </a:extLst>
            </p:cNvPr>
            <p:cNvCxnSpPr>
              <a:stCxn id="437" idx="4"/>
              <a:endCxn id="4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7" name="Straight Connector 446">
              <a:extLst>
                <a:ext uri="{FF2B5EF4-FFF2-40B4-BE49-F238E27FC236}">
                  <a16:creationId xmlns:a16="http://schemas.microsoft.com/office/drawing/2014/main" id="{A08BB771-BF75-2CC3-B5F6-DA5ACDD71DA6}"/>
                </a:ext>
              </a:extLst>
            </p:cNvPr>
            <p:cNvCxnSpPr>
              <a:stCxn id="437" idx="4"/>
              <a:endCxn id="4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48" name="Straight Connector 447">
              <a:extLst>
                <a:ext uri="{FF2B5EF4-FFF2-40B4-BE49-F238E27FC236}">
                  <a16:creationId xmlns:a16="http://schemas.microsoft.com/office/drawing/2014/main" id="{4EFDB407-E10A-A726-A449-7B346CA2F287}"/>
                </a:ext>
              </a:extLst>
            </p:cNvPr>
            <p:cNvCxnSpPr>
              <a:stCxn id="438" idx="4"/>
              <a:endCxn id="4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9" name="Straight Connector 448">
              <a:extLst>
                <a:ext uri="{FF2B5EF4-FFF2-40B4-BE49-F238E27FC236}">
                  <a16:creationId xmlns:a16="http://schemas.microsoft.com/office/drawing/2014/main" id="{3B943C37-389C-E8F8-D6D5-6643C2FAA0C5}"/>
                </a:ext>
              </a:extLst>
            </p:cNvPr>
            <p:cNvCxnSpPr>
              <a:cxnSpLocks/>
              <a:stCxn id="439" idx="0"/>
              <a:endCxn id="4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0" name="Straight Connector 449">
              <a:extLst>
                <a:ext uri="{FF2B5EF4-FFF2-40B4-BE49-F238E27FC236}">
                  <a16:creationId xmlns:a16="http://schemas.microsoft.com/office/drawing/2014/main" id="{B03F3BF9-9BB1-C01F-CBDA-573F7DD6FE51}"/>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51" name="Straight Connector 450">
              <a:extLst>
                <a:ext uri="{FF2B5EF4-FFF2-40B4-BE49-F238E27FC236}">
                  <a16:creationId xmlns:a16="http://schemas.microsoft.com/office/drawing/2014/main" id="{8CBFF794-559C-CE6B-7F72-5E5A0730158E}"/>
                </a:ext>
              </a:extLst>
            </p:cNvPr>
            <p:cNvCxnSpPr>
              <a:cxnSpLocks/>
              <a:stCxn id="436" idx="4"/>
              <a:endCxn id="4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2" name="Straight Connector 451">
              <a:extLst>
                <a:ext uri="{FF2B5EF4-FFF2-40B4-BE49-F238E27FC236}">
                  <a16:creationId xmlns:a16="http://schemas.microsoft.com/office/drawing/2014/main" id="{01E9F499-461D-C387-D078-F8F0E21B47FE}"/>
                </a:ext>
              </a:extLst>
            </p:cNvPr>
            <p:cNvCxnSpPr>
              <a:cxnSpLocks/>
              <a:stCxn id="442" idx="0"/>
              <a:endCxn id="4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53" name="Straight Connector 452">
              <a:extLst>
                <a:ext uri="{FF2B5EF4-FFF2-40B4-BE49-F238E27FC236}">
                  <a16:creationId xmlns:a16="http://schemas.microsoft.com/office/drawing/2014/main" id="{2C3CF926-41BF-5E0C-2258-0FE20294A614}"/>
                </a:ext>
              </a:extLst>
            </p:cNvPr>
            <p:cNvCxnSpPr>
              <a:cxnSpLocks/>
              <a:stCxn id="442" idx="0"/>
              <a:endCxn id="4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4" name="Straight Connector 453">
              <a:extLst>
                <a:ext uri="{FF2B5EF4-FFF2-40B4-BE49-F238E27FC236}">
                  <a16:creationId xmlns:a16="http://schemas.microsoft.com/office/drawing/2014/main" id="{6A307D80-5DE3-1E34-84E2-5A486B98431A}"/>
                </a:ext>
              </a:extLst>
            </p:cNvPr>
            <p:cNvCxnSpPr>
              <a:cxnSpLocks/>
              <a:stCxn id="441" idx="0"/>
              <a:endCxn id="4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5" name="Straight Connector 454">
              <a:extLst>
                <a:ext uri="{FF2B5EF4-FFF2-40B4-BE49-F238E27FC236}">
                  <a16:creationId xmlns:a16="http://schemas.microsoft.com/office/drawing/2014/main" id="{9F66A85E-18DB-0FCE-3EE2-702AFD626505}"/>
                </a:ext>
              </a:extLst>
            </p:cNvPr>
            <p:cNvCxnSpPr>
              <a:cxnSpLocks/>
              <a:stCxn id="436" idx="4"/>
              <a:endCxn id="4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6" name="Straight Connector 455">
              <a:extLst>
                <a:ext uri="{FF2B5EF4-FFF2-40B4-BE49-F238E27FC236}">
                  <a16:creationId xmlns:a16="http://schemas.microsoft.com/office/drawing/2014/main" id="{4484E033-F1DE-509F-66E9-C670E11E1EAB}"/>
                </a:ext>
              </a:extLst>
            </p:cNvPr>
            <p:cNvCxnSpPr>
              <a:cxnSpLocks/>
              <a:stCxn id="443" idx="0"/>
              <a:endCxn id="4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7" name="Straight Connector 456">
              <a:extLst>
                <a:ext uri="{FF2B5EF4-FFF2-40B4-BE49-F238E27FC236}">
                  <a16:creationId xmlns:a16="http://schemas.microsoft.com/office/drawing/2014/main" id="{96AAA57F-5491-4896-909A-BD92895CD06A}"/>
                </a:ext>
              </a:extLst>
            </p:cNvPr>
            <p:cNvCxnSpPr>
              <a:cxnSpLocks/>
              <a:stCxn id="444" idx="0"/>
              <a:endCxn id="4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8" name="Straight Connector 457">
              <a:extLst>
                <a:ext uri="{FF2B5EF4-FFF2-40B4-BE49-F238E27FC236}">
                  <a16:creationId xmlns:a16="http://schemas.microsoft.com/office/drawing/2014/main" id="{2F53412F-BF91-308C-9D22-F08D39927167}"/>
                </a:ext>
              </a:extLst>
            </p:cNvPr>
            <p:cNvCxnSpPr>
              <a:cxnSpLocks/>
              <a:stCxn id="443" idx="0"/>
              <a:endCxn id="4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59" name="Straight Connector 458">
              <a:extLst>
                <a:ext uri="{FF2B5EF4-FFF2-40B4-BE49-F238E27FC236}">
                  <a16:creationId xmlns:a16="http://schemas.microsoft.com/office/drawing/2014/main" id="{04A73CAB-3012-ADEA-8FB2-CFB6FBE61ABA}"/>
                </a:ext>
              </a:extLst>
            </p:cNvPr>
            <p:cNvCxnSpPr>
              <a:cxnSpLocks/>
              <a:stCxn id="444" idx="0"/>
              <a:endCxn id="4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0" name="Straight Connector 459">
              <a:extLst>
                <a:ext uri="{FF2B5EF4-FFF2-40B4-BE49-F238E27FC236}">
                  <a16:creationId xmlns:a16="http://schemas.microsoft.com/office/drawing/2014/main" id="{9244371D-9305-4EAA-6D1E-414451E02501}"/>
                </a:ext>
              </a:extLst>
            </p:cNvPr>
            <p:cNvCxnSpPr>
              <a:cxnSpLocks/>
              <a:stCxn id="444" idx="0"/>
              <a:endCxn id="4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1" name="Straight Connector 460">
              <a:extLst>
                <a:ext uri="{FF2B5EF4-FFF2-40B4-BE49-F238E27FC236}">
                  <a16:creationId xmlns:a16="http://schemas.microsoft.com/office/drawing/2014/main" id="{2A12D3D5-D12F-0CEC-E5FC-2EB7DE1EE207}"/>
                </a:ext>
              </a:extLst>
            </p:cNvPr>
            <p:cNvCxnSpPr>
              <a:cxnSpLocks/>
              <a:stCxn id="443" idx="0"/>
              <a:endCxn id="4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62" name="Group 461">
            <a:extLst>
              <a:ext uri="{FF2B5EF4-FFF2-40B4-BE49-F238E27FC236}">
                <a16:creationId xmlns:a16="http://schemas.microsoft.com/office/drawing/2014/main" id="{04F0EBDA-2A83-DFBD-DAA0-FA9B212B2F2E}"/>
              </a:ext>
            </a:extLst>
          </p:cNvPr>
          <p:cNvGrpSpPr/>
          <p:nvPr/>
        </p:nvGrpSpPr>
        <p:grpSpPr>
          <a:xfrm>
            <a:off x="6521069" y="4554650"/>
            <a:ext cx="935680" cy="537319"/>
            <a:chOff x="6662617" y="2245853"/>
            <a:chExt cx="935680" cy="537319"/>
          </a:xfrm>
        </p:grpSpPr>
        <p:sp>
          <p:nvSpPr>
            <p:cNvPr id="463" name="Oval 462">
              <a:extLst>
                <a:ext uri="{FF2B5EF4-FFF2-40B4-BE49-F238E27FC236}">
                  <a16:creationId xmlns:a16="http://schemas.microsoft.com/office/drawing/2014/main" id="{90A17BA8-4D6B-E774-6EA7-0BD05FCB6772}"/>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 name="Oval 463">
              <a:extLst>
                <a:ext uri="{FF2B5EF4-FFF2-40B4-BE49-F238E27FC236}">
                  <a16:creationId xmlns:a16="http://schemas.microsoft.com/office/drawing/2014/main" id="{043D3939-23C5-BBF1-CA3A-550B4BFC1B83}"/>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 name="Oval 464">
              <a:extLst>
                <a:ext uri="{FF2B5EF4-FFF2-40B4-BE49-F238E27FC236}">
                  <a16:creationId xmlns:a16="http://schemas.microsoft.com/office/drawing/2014/main" id="{52160F48-0B73-F4A1-1F09-142307993563}"/>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6" name="Oval 465">
              <a:extLst>
                <a:ext uri="{FF2B5EF4-FFF2-40B4-BE49-F238E27FC236}">
                  <a16:creationId xmlns:a16="http://schemas.microsoft.com/office/drawing/2014/main" id="{C3656534-CDD1-475A-0D92-9F5C8B3F3CB6}"/>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 name="Oval 466">
              <a:extLst>
                <a:ext uri="{FF2B5EF4-FFF2-40B4-BE49-F238E27FC236}">
                  <a16:creationId xmlns:a16="http://schemas.microsoft.com/office/drawing/2014/main" id="{39C4627D-49C5-6638-E9EE-3B8D19256911}"/>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 name="Oval 467">
              <a:extLst>
                <a:ext uri="{FF2B5EF4-FFF2-40B4-BE49-F238E27FC236}">
                  <a16:creationId xmlns:a16="http://schemas.microsoft.com/office/drawing/2014/main" id="{BD59A5FD-2800-983A-ADDB-1B73CC7FED38}"/>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9" name="Oval 468">
              <a:extLst>
                <a:ext uri="{FF2B5EF4-FFF2-40B4-BE49-F238E27FC236}">
                  <a16:creationId xmlns:a16="http://schemas.microsoft.com/office/drawing/2014/main" id="{AC303BF3-193B-4C8B-C4D6-290EBB85367E}"/>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0" name="Oval 469">
              <a:extLst>
                <a:ext uri="{FF2B5EF4-FFF2-40B4-BE49-F238E27FC236}">
                  <a16:creationId xmlns:a16="http://schemas.microsoft.com/office/drawing/2014/main" id="{2CC3B84A-8E37-0916-64CC-9DCC4A34C25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1" name="Oval 470">
              <a:extLst>
                <a:ext uri="{FF2B5EF4-FFF2-40B4-BE49-F238E27FC236}">
                  <a16:creationId xmlns:a16="http://schemas.microsoft.com/office/drawing/2014/main" id="{016DE08C-3E6E-1AD3-5B70-BF5E1DCEE4F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2" name="Oval 471">
              <a:extLst>
                <a:ext uri="{FF2B5EF4-FFF2-40B4-BE49-F238E27FC236}">
                  <a16:creationId xmlns:a16="http://schemas.microsoft.com/office/drawing/2014/main" id="{0C845629-19BC-BA99-A78E-F1DBF418906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 name="Oval 472">
              <a:extLst>
                <a:ext uri="{FF2B5EF4-FFF2-40B4-BE49-F238E27FC236}">
                  <a16:creationId xmlns:a16="http://schemas.microsoft.com/office/drawing/2014/main" id="{1F440935-B4F6-BE60-5126-60D658B50A6C}"/>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4" name="Oval 473">
              <a:extLst>
                <a:ext uri="{FF2B5EF4-FFF2-40B4-BE49-F238E27FC236}">
                  <a16:creationId xmlns:a16="http://schemas.microsoft.com/office/drawing/2014/main" id="{90DDA9F0-F3D5-4DDA-3E85-339B8A4C3F51}"/>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 name="Multiply 474">
              <a:extLst>
                <a:ext uri="{FF2B5EF4-FFF2-40B4-BE49-F238E27FC236}">
                  <a16:creationId xmlns:a16="http://schemas.microsoft.com/office/drawing/2014/main" id="{1CA403CA-58EE-74F8-FFEB-CBE535A803BE}"/>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6" name="Multiply 475">
              <a:extLst>
                <a:ext uri="{FF2B5EF4-FFF2-40B4-BE49-F238E27FC236}">
                  <a16:creationId xmlns:a16="http://schemas.microsoft.com/office/drawing/2014/main" id="{54A18C5B-4A35-BF12-3B80-797C4C62871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 name="Multiply 476">
              <a:extLst>
                <a:ext uri="{FF2B5EF4-FFF2-40B4-BE49-F238E27FC236}">
                  <a16:creationId xmlns:a16="http://schemas.microsoft.com/office/drawing/2014/main" id="{D71F532F-CF41-0D95-530D-0FCEA0851A99}"/>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78" name="TextBox 477">
            <a:extLst>
              <a:ext uri="{FF2B5EF4-FFF2-40B4-BE49-F238E27FC236}">
                <a16:creationId xmlns:a16="http://schemas.microsoft.com/office/drawing/2014/main" id="{A401C4D7-A707-827B-5592-1427C6F39B8A}"/>
              </a:ext>
            </a:extLst>
          </p:cNvPr>
          <p:cNvSpPr txBox="1"/>
          <p:nvPr/>
        </p:nvSpPr>
        <p:spPr>
          <a:xfrm>
            <a:off x="6419844"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79" name="TextBox 478">
            <a:extLst>
              <a:ext uri="{FF2B5EF4-FFF2-40B4-BE49-F238E27FC236}">
                <a16:creationId xmlns:a16="http://schemas.microsoft.com/office/drawing/2014/main" id="{37392986-2CA5-6BBF-B0CB-BE21597FFBAC}"/>
              </a:ext>
            </a:extLst>
          </p:cNvPr>
          <p:cNvSpPr txBox="1"/>
          <p:nvPr/>
        </p:nvSpPr>
        <p:spPr>
          <a:xfrm>
            <a:off x="6418396"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80" name="Rounded Rectangle 379">
            <a:extLst>
              <a:ext uri="{FF2B5EF4-FFF2-40B4-BE49-F238E27FC236}">
                <a16:creationId xmlns:a16="http://schemas.microsoft.com/office/drawing/2014/main" id="{DCC918A6-C2B1-5957-5784-49BD7ED209B0}"/>
              </a:ext>
            </a:extLst>
          </p:cNvPr>
          <p:cNvSpPr/>
          <p:nvPr/>
        </p:nvSpPr>
        <p:spPr>
          <a:xfrm>
            <a:off x="4091355"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1" name="Picture 380">
            <a:extLst>
              <a:ext uri="{FF2B5EF4-FFF2-40B4-BE49-F238E27FC236}">
                <a16:creationId xmlns:a16="http://schemas.microsoft.com/office/drawing/2014/main" id="{B6EF110F-A988-61CB-E366-FC87738F0738}"/>
              </a:ext>
            </a:extLst>
          </p:cNvPr>
          <p:cNvPicPr>
            <a:picLocks noChangeAspect="1"/>
          </p:cNvPicPr>
          <p:nvPr/>
        </p:nvPicPr>
        <p:blipFill>
          <a:blip r:embed="rId4"/>
          <a:stretch>
            <a:fillRect/>
          </a:stretch>
        </p:blipFill>
        <p:spPr>
          <a:xfrm>
            <a:off x="4852381" y="5844696"/>
            <a:ext cx="302847" cy="302847"/>
          </a:xfrm>
          <a:prstGeom prst="rect">
            <a:avLst/>
          </a:prstGeom>
        </p:spPr>
      </p:pic>
      <p:pic>
        <p:nvPicPr>
          <p:cNvPr id="383" name="Picture 382">
            <a:extLst>
              <a:ext uri="{FF2B5EF4-FFF2-40B4-BE49-F238E27FC236}">
                <a16:creationId xmlns:a16="http://schemas.microsoft.com/office/drawing/2014/main" id="{6660FD71-D699-2881-B064-6930CBD78524}"/>
              </a:ext>
            </a:extLst>
          </p:cNvPr>
          <p:cNvPicPr>
            <a:picLocks noChangeAspect="1"/>
          </p:cNvPicPr>
          <p:nvPr/>
        </p:nvPicPr>
        <p:blipFill>
          <a:blip r:embed="rId5"/>
          <a:stretch>
            <a:fillRect/>
          </a:stretch>
        </p:blipFill>
        <p:spPr>
          <a:xfrm>
            <a:off x="4182211" y="5844696"/>
            <a:ext cx="304800" cy="304800"/>
          </a:xfrm>
          <a:prstGeom prst="rect">
            <a:avLst/>
          </a:prstGeom>
        </p:spPr>
      </p:pic>
      <p:grpSp>
        <p:nvGrpSpPr>
          <p:cNvPr id="384" name="Group 383">
            <a:extLst>
              <a:ext uri="{FF2B5EF4-FFF2-40B4-BE49-F238E27FC236}">
                <a16:creationId xmlns:a16="http://schemas.microsoft.com/office/drawing/2014/main" id="{D110780A-DCE0-6AD4-565C-87EB284BBA46}"/>
              </a:ext>
            </a:extLst>
          </p:cNvPr>
          <p:cNvGrpSpPr/>
          <p:nvPr/>
        </p:nvGrpSpPr>
        <p:grpSpPr>
          <a:xfrm>
            <a:off x="4194911" y="3945059"/>
            <a:ext cx="894863" cy="405426"/>
            <a:chOff x="1445846" y="3606278"/>
            <a:chExt cx="894863" cy="405426"/>
          </a:xfrm>
        </p:grpSpPr>
        <p:cxnSp>
          <p:nvCxnSpPr>
            <p:cNvPr id="385" name="Straight Connector 384">
              <a:extLst>
                <a:ext uri="{FF2B5EF4-FFF2-40B4-BE49-F238E27FC236}">
                  <a16:creationId xmlns:a16="http://schemas.microsoft.com/office/drawing/2014/main" id="{E6B072F9-8F3C-B1CA-8C7E-3A2C4DF529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86" name="Oval 385">
              <a:extLst>
                <a:ext uri="{FF2B5EF4-FFF2-40B4-BE49-F238E27FC236}">
                  <a16:creationId xmlns:a16="http://schemas.microsoft.com/office/drawing/2014/main" id="{E768E372-4E3F-AF43-C79B-49AA29A006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 name="Oval 386">
              <a:extLst>
                <a:ext uri="{FF2B5EF4-FFF2-40B4-BE49-F238E27FC236}">
                  <a16:creationId xmlns:a16="http://schemas.microsoft.com/office/drawing/2014/main" id="{D469AAC8-8824-B5D4-D833-C72184946D7F}"/>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 name="Oval 387">
              <a:extLst>
                <a:ext uri="{FF2B5EF4-FFF2-40B4-BE49-F238E27FC236}">
                  <a16:creationId xmlns:a16="http://schemas.microsoft.com/office/drawing/2014/main" id="{5D501C50-C97C-93E0-535E-72CA38B8208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 name="Oval 388">
              <a:extLst>
                <a:ext uri="{FF2B5EF4-FFF2-40B4-BE49-F238E27FC236}">
                  <a16:creationId xmlns:a16="http://schemas.microsoft.com/office/drawing/2014/main" id="{C5F54096-AFBF-76AF-0850-60EFCADC8324}"/>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 name="Oval 389">
              <a:extLst>
                <a:ext uri="{FF2B5EF4-FFF2-40B4-BE49-F238E27FC236}">
                  <a16:creationId xmlns:a16="http://schemas.microsoft.com/office/drawing/2014/main" id="{7ABE0191-982A-8172-BEBD-021C40F1BCBC}"/>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 name="Oval 390">
              <a:extLst>
                <a:ext uri="{FF2B5EF4-FFF2-40B4-BE49-F238E27FC236}">
                  <a16:creationId xmlns:a16="http://schemas.microsoft.com/office/drawing/2014/main" id="{B63EE7A3-E0A0-7E51-8AE4-3413F7B3CE1F}"/>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 name="Oval 391">
              <a:extLst>
                <a:ext uri="{FF2B5EF4-FFF2-40B4-BE49-F238E27FC236}">
                  <a16:creationId xmlns:a16="http://schemas.microsoft.com/office/drawing/2014/main" id="{4DA70FC2-5A59-578A-D85F-8692B5D2405E}"/>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 name="Oval 392">
              <a:extLst>
                <a:ext uri="{FF2B5EF4-FFF2-40B4-BE49-F238E27FC236}">
                  <a16:creationId xmlns:a16="http://schemas.microsoft.com/office/drawing/2014/main" id="{E43963C1-0BB5-C469-B260-291B2E96BE52}"/>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 name="Oval 393">
              <a:extLst>
                <a:ext uri="{FF2B5EF4-FFF2-40B4-BE49-F238E27FC236}">
                  <a16:creationId xmlns:a16="http://schemas.microsoft.com/office/drawing/2014/main" id="{2F504348-D023-5366-E2F8-3D35B4E4A998}"/>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95" name="Straight Connector 394">
              <a:extLst>
                <a:ext uri="{FF2B5EF4-FFF2-40B4-BE49-F238E27FC236}">
                  <a16:creationId xmlns:a16="http://schemas.microsoft.com/office/drawing/2014/main" id="{F9D3D1D1-D3DF-CC1B-0249-639194EE767A}"/>
                </a:ext>
              </a:extLst>
            </p:cNvPr>
            <p:cNvCxnSpPr>
              <a:endCxn id="38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6" name="Straight Connector 395">
              <a:extLst>
                <a:ext uri="{FF2B5EF4-FFF2-40B4-BE49-F238E27FC236}">
                  <a16:creationId xmlns:a16="http://schemas.microsoft.com/office/drawing/2014/main" id="{B863087A-64CA-D1D9-EFF1-3B057D9A04EC}"/>
                </a:ext>
              </a:extLst>
            </p:cNvPr>
            <p:cNvCxnSpPr>
              <a:stCxn id="387" idx="4"/>
              <a:endCxn id="38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7" name="Straight Connector 396">
              <a:extLst>
                <a:ext uri="{FF2B5EF4-FFF2-40B4-BE49-F238E27FC236}">
                  <a16:creationId xmlns:a16="http://schemas.microsoft.com/office/drawing/2014/main" id="{7A9A9A4C-C0D1-D2F7-EFD6-493DD2D3300D}"/>
                </a:ext>
              </a:extLst>
            </p:cNvPr>
            <p:cNvCxnSpPr>
              <a:stCxn id="387" idx="4"/>
              <a:endCxn id="39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8" name="Straight Connector 397">
              <a:extLst>
                <a:ext uri="{FF2B5EF4-FFF2-40B4-BE49-F238E27FC236}">
                  <a16:creationId xmlns:a16="http://schemas.microsoft.com/office/drawing/2014/main" id="{D54E098D-23FA-815E-6020-441EB66375C1}"/>
                </a:ext>
              </a:extLst>
            </p:cNvPr>
            <p:cNvCxnSpPr>
              <a:stCxn id="388" idx="4"/>
              <a:endCxn id="39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9" name="Straight Connector 398">
              <a:extLst>
                <a:ext uri="{FF2B5EF4-FFF2-40B4-BE49-F238E27FC236}">
                  <a16:creationId xmlns:a16="http://schemas.microsoft.com/office/drawing/2014/main" id="{8870F73A-EAAA-4030-A94A-07DBCD2CDEE7}"/>
                </a:ext>
              </a:extLst>
            </p:cNvPr>
            <p:cNvCxnSpPr>
              <a:cxnSpLocks/>
              <a:stCxn id="389" idx="0"/>
              <a:endCxn id="38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0" name="Straight Connector 399">
              <a:extLst>
                <a:ext uri="{FF2B5EF4-FFF2-40B4-BE49-F238E27FC236}">
                  <a16:creationId xmlns:a16="http://schemas.microsoft.com/office/drawing/2014/main" id="{E008808F-994F-1CF2-3DAC-4DC56CA218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01" name="Straight Connector 400">
              <a:extLst>
                <a:ext uri="{FF2B5EF4-FFF2-40B4-BE49-F238E27FC236}">
                  <a16:creationId xmlns:a16="http://schemas.microsoft.com/office/drawing/2014/main" id="{1B2484DB-DBF5-31DA-1CA2-BA6175ABE00A}"/>
                </a:ext>
              </a:extLst>
            </p:cNvPr>
            <p:cNvCxnSpPr>
              <a:cxnSpLocks/>
              <a:stCxn id="386" idx="4"/>
              <a:endCxn id="39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55453ED4-A4A6-75AD-E5EB-EB5B6815EA16}"/>
                </a:ext>
              </a:extLst>
            </p:cNvPr>
            <p:cNvCxnSpPr>
              <a:cxnSpLocks/>
              <a:stCxn id="392" idx="0"/>
              <a:endCxn id="38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B5F69004-BED1-D35D-B636-FE5FC178110A}"/>
                </a:ext>
              </a:extLst>
            </p:cNvPr>
            <p:cNvCxnSpPr>
              <a:cxnSpLocks/>
              <a:stCxn id="392" idx="0"/>
              <a:endCxn id="39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52E937A3-52D6-327F-ABFE-5944FFB85BA8}"/>
                </a:ext>
              </a:extLst>
            </p:cNvPr>
            <p:cNvCxnSpPr>
              <a:cxnSpLocks/>
              <a:stCxn id="391" idx="0"/>
              <a:endCxn id="39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E4594B79-A879-DA8B-EC06-CA6CC8E73658}"/>
                </a:ext>
              </a:extLst>
            </p:cNvPr>
            <p:cNvCxnSpPr>
              <a:cxnSpLocks/>
              <a:stCxn id="386" idx="4"/>
              <a:endCxn id="39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F5D69EBB-9491-DD99-C70B-2DC9A230A62C}"/>
                </a:ext>
              </a:extLst>
            </p:cNvPr>
            <p:cNvCxnSpPr>
              <a:cxnSpLocks/>
              <a:stCxn id="393" idx="0"/>
              <a:endCxn id="38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7" name="Straight Connector 406">
              <a:extLst>
                <a:ext uri="{FF2B5EF4-FFF2-40B4-BE49-F238E27FC236}">
                  <a16:creationId xmlns:a16="http://schemas.microsoft.com/office/drawing/2014/main" id="{24295278-4A8B-FD29-7CD0-453DB067AACF}"/>
                </a:ext>
              </a:extLst>
            </p:cNvPr>
            <p:cNvCxnSpPr>
              <a:cxnSpLocks/>
              <a:stCxn id="394" idx="0"/>
              <a:endCxn id="38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8" name="Straight Connector 407">
              <a:extLst>
                <a:ext uri="{FF2B5EF4-FFF2-40B4-BE49-F238E27FC236}">
                  <a16:creationId xmlns:a16="http://schemas.microsoft.com/office/drawing/2014/main" id="{087E8537-EA2C-2ADD-87A3-C86C16FBBB85}"/>
                </a:ext>
              </a:extLst>
            </p:cNvPr>
            <p:cNvCxnSpPr>
              <a:cxnSpLocks/>
              <a:stCxn id="393" idx="0"/>
              <a:endCxn id="39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09" name="Straight Connector 408">
              <a:extLst>
                <a:ext uri="{FF2B5EF4-FFF2-40B4-BE49-F238E27FC236}">
                  <a16:creationId xmlns:a16="http://schemas.microsoft.com/office/drawing/2014/main" id="{CC07D6E7-779C-E2B9-1CBD-57238D7D1A94}"/>
                </a:ext>
              </a:extLst>
            </p:cNvPr>
            <p:cNvCxnSpPr>
              <a:cxnSpLocks/>
              <a:stCxn id="394" idx="0"/>
              <a:endCxn id="39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0" name="Straight Connector 409">
              <a:extLst>
                <a:ext uri="{FF2B5EF4-FFF2-40B4-BE49-F238E27FC236}">
                  <a16:creationId xmlns:a16="http://schemas.microsoft.com/office/drawing/2014/main" id="{6A542059-F93E-6DDE-6E6F-0F05FEA345F9}"/>
                </a:ext>
              </a:extLst>
            </p:cNvPr>
            <p:cNvCxnSpPr>
              <a:cxnSpLocks/>
              <a:stCxn id="394" idx="0"/>
              <a:endCxn id="39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1" name="Straight Connector 410">
              <a:extLst>
                <a:ext uri="{FF2B5EF4-FFF2-40B4-BE49-F238E27FC236}">
                  <a16:creationId xmlns:a16="http://schemas.microsoft.com/office/drawing/2014/main" id="{C48B2D11-C75F-C3A1-326E-C9CD7153B41E}"/>
                </a:ext>
              </a:extLst>
            </p:cNvPr>
            <p:cNvCxnSpPr>
              <a:cxnSpLocks/>
              <a:stCxn id="393" idx="0"/>
              <a:endCxn id="39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12" name="Group 411">
            <a:extLst>
              <a:ext uri="{FF2B5EF4-FFF2-40B4-BE49-F238E27FC236}">
                <a16:creationId xmlns:a16="http://schemas.microsoft.com/office/drawing/2014/main" id="{53DED084-2C99-5A5A-8542-BB90C5EA432D}"/>
              </a:ext>
            </a:extLst>
          </p:cNvPr>
          <p:cNvGrpSpPr/>
          <p:nvPr/>
        </p:nvGrpSpPr>
        <p:grpSpPr>
          <a:xfrm>
            <a:off x="4211623" y="4554650"/>
            <a:ext cx="935680" cy="537319"/>
            <a:chOff x="6662617" y="2245853"/>
            <a:chExt cx="935680" cy="537319"/>
          </a:xfrm>
        </p:grpSpPr>
        <p:sp>
          <p:nvSpPr>
            <p:cNvPr id="413" name="Oval 412">
              <a:extLst>
                <a:ext uri="{FF2B5EF4-FFF2-40B4-BE49-F238E27FC236}">
                  <a16:creationId xmlns:a16="http://schemas.microsoft.com/office/drawing/2014/main" id="{E4A614CF-6A68-A150-8F7B-37707CECF613}"/>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4" name="Oval 413">
              <a:extLst>
                <a:ext uri="{FF2B5EF4-FFF2-40B4-BE49-F238E27FC236}">
                  <a16:creationId xmlns:a16="http://schemas.microsoft.com/office/drawing/2014/main" id="{8B3C8D11-142F-19B6-69E8-E972A4C9CFD9}"/>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 name="Oval 414">
              <a:extLst>
                <a:ext uri="{FF2B5EF4-FFF2-40B4-BE49-F238E27FC236}">
                  <a16:creationId xmlns:a16="http://schemas.microsoft.com/office/drawing/2014/main" id="{E1A7DB77-D741-D3A5-7C33-DB0081581069}"/>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 name="Oval 415">
              <a:extLst>
                <a:ext uri="{FF2B5EF4-FFF2-40B4-BE49-F238E27FC236}">
                  <a16:creationId xmlns:a16="http://schemas.microsoft.com/office/drawing/2014/main" id="{C9D5808F-6F94-2CDA-18F0-1293B9A2AAFF}"/>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 name="Oval 416">
              <a:extLst>
                <a:ext uri="{FF2B5EF4-FFF2-40B4-BE49-F238E27FC236}">
                  <a16:creationId xmlns:a16="http://schemas.microsoft.com/office/drawing/2014/main" id="{E2D8D801-6751-6174-0218-0911C46469F9}"/>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 name="Oval 417">
              <a:extLst>
                <a:ext uri="{FF2B5EF4-FFF2-40B4-BE49-F238E27FC236}">
                  <a16:creationId xmlns:a16="http://schemas.microsoft.com/office/drawing/2014/main" id="{C55BA224-A0A2-0FAA-38C4-EF33E6413B85}"/>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9" name="Oval 418">
              <a:extLst>
                <a:ext uri="{FF2B5EF4-FFF2-40B4-BE49-F238E27FC236}">
                  <a16:creationId xmlns:a16="http://schemas.microsoft.com/office/drawing/2014/main" id="{EF379A8E-E44E-79F3-714A-4CE9FF2D043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 name="Oval 419">
              <a:extLst>
                <a:ext uri="{FF2B5EF4-FFF2-40B4-BE49-F238E27FC236}">
                  <a16:creationId xmlns:a16="http://schemas.microsoft.com/office/drawing/2014/main" id="{3F28F68B-F31C-7C79-02CC-BCE7331AA9F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1" name="Oval 420">
              <a:extLst>
                <a:ext uri="{FF2B5EF4-FFF2-40B4-BE49-F238E27FC236}">
                  <a16:creationId xmlns:a16="http://schemas.microsoft.com/office/drawing/2014/main" id="{3D308267-FFF5-149E-A664-C1FD40126233}"/>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 name="Oval 421">
              <a:extLst>
                <a:ext uri="{FF2B5EF4-FFF2-40B4-BE49-F238E27FC236}">
                  <a16:creationId xmlns:a16="http://schemas.microsoft.com/office/drawing/2014/main" id="{FC4E9031-637C-F4A7-0EB2-BF41BC016E2D}"/>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 name="Oval 422">
              <a:extLst>
                <a:ext uri="{FF2B5EF4-FFF2-40B4-BE49-F238E27FC236}">
                  <a16:creationId xmlns:a16="http://schemas.microsoft.com/office/drawing/2014/main" id="{9318FA35-0A8E-B0AC-84C9-FE28C5D85284}"/>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 name="Oval 423">
              <a:extLst>
                <a:ext uri="{FF2B5EF4-FFF2-40B4-BE49-F238E27FC236}">
                  <a16:creationId xmlns:a16="http://schemas.microsoft.com/office/drawing/2014/main" id="{4D5913C9-CABF-4B6D-1FC4-26DB82F9CB9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5" name="Multiply 424">
              <a:extLst>
                <a:ext uri="{FF2B5EF4-FFF2-40B4-BE49-F238E27FC236}">
                  <a16:creationId xmlns:a16="http://schemas.microsoft.com/office/drawing/2014/main" id="{076E38B1-0B7D-A5AA-8FCE-60E8AF25F63D}"/>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6" name="Multiply 425">
              <a:extLst>
                <a:ext uri="{FF2B5EF4-FFF2-40B4-BE49-F238E27FC236}">
                  <a16:creationId xmlns:a16="http://schemas.microsoft.com/office/drawing/2014/main" id="{5D4D3867-2EC3-E360-922C-9F48953470C8}"/>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 name="Multiply 426">
              <a:extLst>
                <a:ext uri="{FF2B5EF4-FFF2-40B4-BE49-F238E27FC236}">
                  <a16:creationId xmlns:a16="http://schemas.microsoft.com/office/drawing/2014/main" id="{E4F13893-8BDF-DA81-C18A-FC43F23EA853}"/>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28" name="TextBox 427">
            <a:extLst>
              <a:ext uri="{FF2B5EF4-FFF2-40B4-BE49-F238E27FC236}">
                <a16:creationId xmlns:a16="http://schemas.microsoft.com/office/drawing/2014/main" id="{5D51F65A-D9F2-9A40-6B6B-A8DCC85445DD}"/>
              </a:ext>
            </a:extLst>
          </p:cNvPr>
          <p:cNvSpPr txBox="1"/>
          <p:nvPr/>
        </p:nvSpPr>
        <p:spPr>
          <a:xfrm>
            <a:off x="4110398"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29" name="TextBox 428">
            <a:extLst>
              <a:ext uri="{FF2B5EF4-FFF2-40B4-BE49-F238E27FC236}">
                <a16:creationId xmlns:a16="http://schemas.microsoft.com/office/drawing/2014/main" id="{D65E95F0-E0A0-9925-65F5-9A300A99749E}"/>
              </a:ext>
            </a:extLst>
          </p:cNvPr>
          <p:cNvSpPr txBox="1"/>
          <p:nvPr/>
        </p:nvSpPr>
        <p:spPr>
          <a:xfrm>
            <a:off x="4108950"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30" name="Rounded Rectangle 329">
            <a:extLst>
              <a:ext uri="{FF2B5EF4-FFF2-40B4-BE49-F238E27FC236}">
                <a16:creationId xmlns:a16="http://schemas.microsoft.com/office/drawing/2014/main" id="{40C5A6FE-FB89-2F94-CBD7-AD364035DAE6}"/>
              </a:ext>
            </a:extLst>
          </p:cNvPr>
          <p:cNvSpPr/>
          <p:nvPr/>
        </p:nvSpPr>
        <p:spPr>
          <a:xfrm>
            <a:off x="268798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31" name="Picture 330">
            <a:extLst>
              <a:ext uri="{FF2B5EF4-FFF2-40B4-BE49-F238E27FC236}">
                <a16:creationId xmlns:a16="http://schemas.microsoft.com/office/drawing/2014/main" id="{CDC0019F-6184-BD59-074C-F343B788D1D8}"/>
              </a:ext>
            </a:extLst>
          </p:cNvPr>
          <p:cNvPicPr>
            <a:picLocks noChangeAspect="1"/>
          </p:cNvPicPr>
          <p:nvPr/>
        </p:nvPicPr>
        <p:blipFill>
          <a:blip r:embed="rId4"/>
          <a:stretch>
            <a:fillRect/>
          </a:stretch>
        </p:blipFill>
        <p:spPr>
          <a:xfrm>
            <a:off x="3449012" y="5844696"/>
            <a:ext cx="302847" cy="302847"/>
          </a:xfrm>
          <a:prstGeom prst="rect">
            <a:avLst/>
          </a:prstGeom>
        </p:spPr>
      </p:pic>
      <p:pic>
        <p:nvPicPr>
          <p:cNvPr id="333" name="Picture 332">
            <a:extLst>
              <a:ext uri="{FF2B5EF4-FFF2-40B4-BE49-F238E27FC236}">
                <a16:creationId xmlns:a16="http://schemas.microsoft.com/office/drawing/2014/main" id="{CD4D500B-EE7C-9C47-C3BD-0C4362142313}"/>
              </a:ext>
            </a:extLst>
          </p:cNvPr>
          <p:cNvPicPr>
            <a:picLocks noChangeAspect="1"/>
          </p:cNvPicPr>
          <p:nvPr/>
        </p:nvPicPr>
        <p:blipFill>
          <a:blip r:embed="rId5"/>
          <a:stretch>
            <a:fillRect/>
          </a:stretch>
        </p:blipFill>
        <p:spPr>
          <a:xfrm>
            <a:off x="2778842" y="5844696"/>
            <a:ext cx="304800" cy="304800"/>
          </a:xfrm>
          <a:prstGeom prst="rect">
            <a:avLst/>
          </a:prstGeom>
        </p:spPr>
      </p:pic>
      <p:grpSp>
        <p:nvGrpSpPr>
          <p:cNvPr id="334" name="Group 333">
            <a:extLst>
              <a:ext uri="{FF2B5EF4-FFF2-40B4-BE49-F238E27FC236}">
                <a16:creationId xmlns:a16="http://schemas.microsoft.com/office/drawing/2014/main" id="{561FAF07-8B34-F8C7-9AB1-979CCF90176C}"/>
              </a:ext>
            </a:extLst>
          </p:cNvPr>
          <p:cNvGrpSpPr/>
          <p:nvPr/>
        </p:nvGrpSpPr>
        <p:grpSpPr>
          <a:xfrm>
            <a:off x="2791542" y="3945059"/>
            <a:ext cx="894863" cy="405426"/>
            <a:chOff x="1445846" y="3606278"/>
            <a:chExt cx="894863" cy="405426"/>
          </a:xfrm>
        </p:grpSpPr>
        <p:cxnSp>
          <p:nvCxnSpPr>
            <p:cNvPr id="335" name="Straight Connector 334">
              <a:extLst>
                <a:ext uri="{FF2B5EF4-FFF2-40B4-BE49-F238E27FC236}">
                  <a16:creationId xmlns:a16="http://schemas.microsoft.com/office/drawing/2014/main" id="{6275DF9F-E5C4-934B-7482-616F6558AA2C}"/>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36" name="Oval 335">
              <a:extLst>
                <a:ext uri="{FF2B5EF4-FFF2-40B4-BE49-F238E27FC236}">
                  <a16:creationId xmlns:a16="http://schemas.microsoft.com/office/drawing/2014/main" id="{9108E625-AE2E-12D0-0709-1AE04E168CC2}"/>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7" name="Oval 336">
              <a:extLst>
                <a:ext uri="{FF2B5EF4-FFF2-40B4-BE49-F238E27FC236}">
                  <a16:creationId xmlns:a16="http://schemas.microsoft.com/office/drawing/2014/main" id="{4CF75061-3DC4-20F6-32EB-8EFE4A1FC10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 name="Oval 337">
              <a:extLst>
                <a:ext uri="{FF2B5EF4-FFF2-40B4-BE49-F238E27FC236}">
                  <a16:creationId xmlns:a16="http://schemas.microsoft.com/office/drawing/2014/main" id="{90737FC1-E12E-5796-D6D7-6806D3BAFD9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 name="Oval 338">
              <a:extLst>
                <a:ext uri="{FF2B5EF4-FFF2-40B4-BE49-F238E27FC236}">
                  <a16:creationId xmlns:a16="http://schemas.microsoft.com/office/drawing/2014/main" id="{0EA57B70-7541-FD3C-75EC-CF3A81DA0DE7}"/>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 name="Oval 339">
              <a:extLst>
                <a:ext uri="{FF2B5EF4-FFF2-40B4-BE49-F238E27FC236}">
                  <a16:creationId xmlns:a16="http://schemas.microsoft.com/office/drawing/2014/main" id="{BE1968D4-9F4B-0089-3AA7-710283FF7A9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 name="Oval 340">
              <a:extLst>
                <a:ext uri="{FF2B5EF4-FFF2-40B4-BE49-F238E27FC236}">
                  <a16:creationId xmlns:a16="http://schemas.microsoft.com/office/drawing/2014/main" id="{ECA3F1C8-2891-B318-D5DC-F01A146B6708}"/>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 name="Oval 341">
              <a:extLst>
                <a:ext uri="{FF2B5EF4-FFF2-40B4-BE49-F238E27FC236}">
                  <a16:creationId xmlns:a16="http://schemas.microsoft.com/office/drawing/2014/main" id="{176EC863-3B5A-EB19-83EC-7F1BD1B59AA8}"/>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 name="Oval 342">
              <a:extLst>
                <a:ext uri="{FF2B5EF4-FFF2-40B4-BE49-F238E27FC236}">
                  <a16:creationId xmlns:a16="http://schemas.microsoft.com/office/drawing/2014/main" id="{96965F48-45A9-8B47-DF2A-DE9A7103BF5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 name="Oval 343">
              <a:extLst>
                <a:ext uri="{FF2B5EF4-FFF2-40B4-BE49-F238E27FC236}">
                  <a16:creationId xmlns:a16="http://schemas.microsoft.com/office/drawing/2014/main" id="{BD139C6F-3FFB-0BF1-71DE-F94CE0178874}"/>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45" name="Straight Connector 344">
              <a:extLst>
                <a:ext uri="{FF2B5EF4-FFF2-40B4-BE49-F238E27FC236}">
                  <a16:creationId xmlns:a16="http://schemas.microsoft.com/office/drawing/2014/main" id="{9DC1E6FE-D665-418E-0905-02B109F45E17}"/>
                </a:ext>
              </a:extLst>
            </p:cNvPr>
            <p:cNvCxnSpPr>
              <a:endCxn id="3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6" name="Straight Connector 345">
              <a:extLst>
                <a:ext uri="{FF2B5EF4-FFF2-40B4-BE49-F238E27FC236}">
                  <a16:creationId xmlns:a16="http://schemas.microsoft.com/office/drawing/2014/main" id="{F22D9A5B-56D7-C1FA-DDA5-DFA5E350EBE3}"/>
                </a:ext>
              </a:extLst>
            </p:cNvPr>
            <p:cNvCxnSpPr>
              <a:stCxn id="337" idx="4"/>
              <a:endCxn id="3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7" name="Straight Connector 346">
              <a:extLst>
                <a:ext uri="{FF2B5EF4-FFF2-40B4-BE49-F238E27FC236}">
                  <a16:creationId xmlns:a16="http://schemas.microsoft.com/office/drawing/2014/main" id="{D0994FED-C86C-ECB8-6C6C-2FD8CC6D30C2}"/>
                </a:ext>
              </a:extLst>
            </p:cNvPr>
            <p:cNvCxnSpPr>
              <a:stCxn id="337" idx="4"/>
              <a:endCxn id="3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48" name="Straight Connector 347">
              <a:extLst>
                <a:ext uri="{FF2B5EF4-FFF2-40B4-BE49-F238E27FC236}">
                  <a16:creationId xmlns:a16="http://schemas.microsoft.com/office/drawing/2014/main" id="{5C8A86A4-1FAF-8DFD-9ADB-EE4A9D7C2647}"/>
                </a:ext>
              </a:extLst>
            </p:cNvPr>
            <p:cNvCxnSpPr>
              <a:stCxn id="338" idx="4"/>
              <a:endCxn id="3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9" name="Straight Connector 348">
              <a:extLst>
                <a:ext uri="{FF2B5EF4-FFF2-40B4-BE49-F238E27FC236}">
                  <a16:creationId xmlns:a16="http://schemas.microsoft.com/office/drawing/2014/main" id="{F578E668-72AC-6087-0F75-CB1FA7C396DA}"/>
                </a:ext>
              </a:extLst>
            </p:cNvPr>
            <p:cNvCxnSpPr>
              <a:cxnSpLocks/>
              <a:stCxn id="339" idx="0"/>
              <a:endCxn id="3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0" name="Straight Connector 349">
              <a:extLst>
                <a:ext uri="{FF2B5EF4-FFF2-40B4-BE49-F238E27FC236}">
                  <a16:creationId xmlns:a16="http://schemas.microsoft.com/office/drawing/2014/main" id="{4C6511B4-8283-FB7E-6FDA-412D131D1371}"/>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1" name="Straight Connector 350">
              <a:extLst>
                <a:ext uri="{FF2B5EF4-FFF2-40B4-BE49-F238E27FC236}">
                  <a16:creationId xmlns:a16="http://schemas.microsoft.com/office/drawing/2014/main" id="{73CE51A6-5B4C-FB12-A93A-F6E1D09B2083}"/>
                </a:ext>
              </a:extLst>
            </p:cNvPr>
            <p:cNvCxnSpPr>
              <a:cxnSpLocks/>
              <a:stCxn id="336" idx="4"/>
              <a:endCxn id="3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2" name="Straight Connector 351">
              <a:extLst>
                <a:ext uri="{FF2B5EF4-FFF2-40B4-BE49-F238E27FC236}">
                  <a16:creationId xmlns:a16="http://schemas.microsoft.com/office/drawing/2014/main" id="{09F42C50-7751-A0AE-C05F-28F52B3979B7}"/>
                </a:ext>
              </a:extLst>
            </p:cNvPr>
            <p:cNvCxnSpPr>
              <a:cxnSpLocks/>
              <a:stCxn id="342" idx="0"/>
              <a:endCxn id="3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3" name="Straight Connector 352">
              <a:extLst>
                <a:ext uri="{FF2B5EF4-FFF2-40B4-BE49-F238E27FC236}">
                  <a16:creationId xmlns:a16="http://schemas.microsoft.com/office/drawing/2014/main" id="{7870FBEC-AD4A-7DCC-011D-0124DC099505}"/>
                </a:ext>
              </a:extLst>
            </p:cNvPr>
            <p:cNvCxnSpPr>
              <a:cxnSpLocks/>
              <a:stCxn id="342" idx="0"/>
              <a:endCxn id="3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4" name="Straight Connector 353">
              <a:extLst>
                <a:ext uri="{FF2B5EF4-FFF2-40B4-BE49-F238E27FC236}">
                  <a16:creationId xmlns:a16="http://schemas.microsoft.com/office/drawing/2014/main" id="{1ED8C6B2-73C4-8905-5E86-3DD8D4E445A7}"/>
                </a:ext>
              </a:extLst>
            </p:cNvPr>
            <p:cNvCxnSpPr>
              <a:cxnSpLocks/>
              <a:stCxn id="341" idx="0"/>
              <a:endCxn id="3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5" name="Straight Connector 354">
              <a:extLst>
                <a:ext uri="{FF2B5EF4-FFF2-40B4-BE49-F238E27FC236}">
                  <a16:creationId xmlns:a16="http://schemas.microsoft.com/office/drawing/2014/main" id="{C5C2671A-F49F-7BB4-43B2-50630073DDE4}"/>
                </a:ext>
              </a:extLst>
            </p:cNvPr>
            <p:cNvCxnSpPr>
              <a:cxnSpLocks/>
              <a:stCxn id="336" idx="4"/>
              <a:endCxn id="3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6" name="Straight Connector 355">
              <a:extLst>
                <a:ext uri="{FF2B5EF4-FFF2-40B4-BE49-F238E27FC236}">
                  <a16:creationId xmlns:a16="http://schemas.microsoft.com/office/drawing/2014/main" id="{3803FDE8-8E28-0B53-D174-9E9BBC96113E}"/>
                </a:ext>
              </a:extLst>
            </p:cNvPr>
            <p:cNvCxnSpPr>
              <a:cxnSpLocks/>
              <a:stCxn id="343" idx="0"/>
              <a:endCxn id="3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0B094114-89A6-0989-2B74-2304D3F44304}"/>
                </a:ext>
              </a:extLst>
            </p:cNvPr>
            <p:cNvCxnSpPr>
              <a:cxnSpLocks/>
              <a:stCxn id="344" idx="0"/>
              <a:endCxn id="3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8" name="Straight Connector 357">
              <a:extLst>
                <a:ext uri="{FF2B5EF4-FFF2-40B4-BE49-F238E27FC236}">
                  <a16:creationId xmlns:a16="http://schemas.microsoft.com/office/drawing/2014/main" id="{3D58E381-0E6A-9520-DD72-90F8620BED43}"/>
                </a:ext>
              </a:extLst>
            </p:cNvPr>
            <p:cNvCxnSpPr>
              <a:cxnSpLocks/>
              <a:stCxn id="343" idx="0"/>
              <a:endCxn id="3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59" name="Straight Connector 358">
              <a:extLst>
                <a:ext uri="{FF2B5EF4-FFF2-40B4-BE49-F238E27FC236}">
                  <a16:creationId xmlns:a16="http://schemas.microsoft.com/office/drawing/2014/main" id="{CE865824-2DEB-2B7A-F1A5-060D5EAB5A93}"/>
                </a:ext>
              </a:extLst>
            </p:cNvPr>
            <p:cNvCxnSpPr>
              <a:cxnSpLocks/>
              <a:stCxn id="344" idx="0"/>
              <a:endCxn id="3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0" name="Straight Connector 359">
              <a:extLst>
                <a:ext uri="{FF2B5EF4-FFF2-40B4-BE49-F238E27FC236}">
                  <a16:creationId xmlns:a16="http://schemas.microsoft.com/office/drawing/2014/main" id="{4EA70511-6D35-F012-C7BD-F76E2F632A34}"/>
                </a:ext>
              </a:extLst>
            </p:cNvPr>
            <p:cNvCxnSpPr>
              <a:cxnSpLocks/>
              <a:stCxn id="344" idx="0"/>
              <a:endCxn id="3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1" name="Straight Connector 360">
              <a:extLst>
                <a:ext uri="{FF2B5EF4-FFF2-40B4-BE49-F238E27FC236}">
                  <a16:creationId xmlns:a16="http://schemas.microsoft.com/office/drawing/2014/main" id="{372E90A2-ED78-3731-3EBD-0E9BDB88BA12}"/>
                </a:ext>
              </a:extLst>
            </p:cNvPr>
            <p:cNvCxnSpPr>
              <a:cxnSpLocks/>
              <a:stCxn id="343" idx="0"/>
              <a:endCxn id="3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362" name="Group 361">
            <a:extLst>
              <a:ext uri="{FF2B5EF4-FFF2-40B4-BE49-F238E27FC236}">
                <a16:creationId xmlns:a16="http://schemas.microsoft.com/office/drawing/2014/main" id="{79A331EE-59F2-2473-62CC-1F172A7305DB}"/>
              </a:ext>
            </a:extLst>
          </p:cNvPr>
          <p:cNvGrpSpPr/>
          <p:nvPr/>
        </p:nvGrpSpPr>
        <p:grpSpPr>
          <a:xfrm>
            <a:off x="2808254" y="4554650"/>
            <a:ext cx="935680" cy="537319"/>
            <a:chOff x="6662617" y="2245853"/>
            <a:chExt cx="935680" cy="537319"/>
          </a:xfrm>
        </p:grpSpPr>
        <p:sp>
          <p:nvSpPr>
            <p:cNvPr id="363" name="Oval 362">
              <a:extLst>
                <a:ext uri="{FF2B5EF4-FFF2-40B4-BE49-F238E27FC236}">
                  <a16:creationId xmlns:a16="http://schemas.microsoft.com/office/drawing/2014/main" id="{C714E171-EA27-0C6B-4386-302C3ADC2747}"/>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4" name="Oval 363">
              <a:extLst>
                <a:ext uri="{FF2B5EF4-FFF2-40B4-BE49-F238E27FC236}">
                  <a16:creationId xmlns:a16="http://schemas.microsoft.com/office/drawing/2014/main" id="{AA5473A1-EB81-E7EE-15D8-246ABA14D8DC}"/>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5" name="Oval 364">
              <a:extLst>
                <a:ext uri="{FF2B5EF4-FFF2-40B4-BE49-F238E27FC236}">
                  <a16:creationId xmlns:a16="http://schemas.microsoft.com/office/drawing/2014/main" id="{697F4BF0-53D1-A163-7AB8-C1D627EFA7AC}"/>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6" name="Oval 365">
              <a:extLst>
                <a:ext uri="{FF2B5EF4-FFF2-40B4-BE49-F238E27FC236}">
                  <a16:creationId xmlns:a16="http://schemas.microsoft.com/office/drawing/2014/main" id="{524C087E-4AAD-2DA6-0E15-61B83FF9FC0E}"/>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7" name="Oval 366">
              <a:extLst>
                <a:ext uri="{FF2B5EF4-FFF2-40B4-BE49-F238E27FC236}">
                  <a16:creationId xmlns:a16="http://schemas.microsoft.com/office/drawing/2014/main" id="{C18C0FF9-A642-8CC7-2429-B2A2AEC5AD70}"/>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8" name="Oval 367">
              <a:extLst>
                <a:ext uri="{FF2B5EF4-FFF2-40B4-BE49-F238E27FC236}">
                  <a16:creationId xmlns:a16="http://schemas.microsoft.com/office/drawing/2014/main" id="{50193D95-0DEF-D2E8-5C0A-56FCD1674A62}"/>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9" name="Oval 368">
              <a:extLst>
                <a:ext uri="{FF2B5EF4-FFF2-40B4-BE49-F238E27FC236}">
                  <a16:creationId xmlns:a16="http://schemas.microsoft.com/office/drawing/2014/main" id="{11D5EEA7-8370-99D4-D28E-6D3793B83E0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0" name="Oval 369">
              <a:extLst>
                <a:ext uri="{FF2B5EF4-FFF2-40B4-BE49-F238E27FC236}">
                  <a16:creationId xmlns:a16="http://schemas.microsoft.com/office/drawing/2014/main" id="{3B35F607-DA74-87A4-273E-500C29164EB0}"/>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1" name="Oval 370">
              <a:extLst>
                <a:ext uri="{FF2B5EF4-FFF2-40B4-BE49-F238E27FC236}">
                  <a16:creationId xmlns:a16="http://schemas.microsoft.com/office/drawing/2014/main" id="{47A84861-413C-1396-AFE4-31A13F493192}"/>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2" name="Oval 371">
              <a:extLst>
                <a:ext uri="{FF2B5EF4-FFF2-40B4-BE49-F238E27FC236}">
                  <a16:creationId xmlns:a16="http://schemas.microsoft.com/office/drawing/2014/main" id="{E2C8711A-0605-DFB0-7675-CB896508163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3" name="Oval 372">
              <a:extLst>
                <a:ext uri="{FF2B5EF4-FFF2-40B4-BE49-F238E27FC236}">
                  <a16:creationId xmlns:a16="http://schemas.microsoft.com/office/drawing/2014/main" id="{CECCF7F4-92AA-133C-C557-4AE8C03570D2}"/>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4" name="Oval 373">
              <a:extLst>
                <a:ext uri="{FF2B5EF4-FFF2-40B4-BE49-F238E27FC236}">
                  <a16:creationId xmlns:a16="http://schemas.microsoft.com/office/drawing/2014/main" id="{41706546-495D-FD64-9F24-D389E047C8F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5" name="Multiply 374">
              <a:extLst>
                <a:ext uri="{FF2B5EF4-FFF2-40B4-BE49-F238E27FC236}">
                  <a16:creationId xmlns:a16="http://schemas.microsoft.com/office/drawing/2014/main" id="{F2716755-F9B3-70F0-7E16-5AF92C7DA24A}"/>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6" name="Multiply 375">
              <a:extLst>
                <a:ext uri="{FF2B5EF4-FFF2-40B4-BE49-F238E27FC236}">
                  <a16:creationId xmlns:a16="http://schemas.microsoft.com/office/drawing/2014/main" id="{3F2776FA-14FC-1CC1-DACE-7BF16BAE03EC}"/>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7" name="Multiply 376">
              <a:extLst>
                <a:ext uri="{FF2B5EF4-FFF2-40B4-BE49-F238E27FC236}">
                  <a16:creationId xmlns:a16="http://schemas.microsoft.com/office/drawing/2014/main" id="{A6CCD0ED-6456-CE81-AB75-CB4E3374DAD4}"/>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378" name="TextBox 377">
            <a:extLst>
              <a:ext uri="{FF2B5EF4-FFF2-40B4-BE49-F238E27FC236}">
                <a16:creationId xmlns:a16="http://schemas.microsoft.com/office/drawing/2014/main" id="{2DDB95E2-B962-8514-C77C-D6FFB1D6D4FB}"/>
              </a:ext>
            </a:extLst>
          </p:cNvPr>
          <p:cNvSpPr txBox="1"/>
          <p:nvPr/>
        </p:nvSpPr>
        <p:spPr>
          <a:xfrm>
            <a:off x="270702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79" name="TextBox 378">
            <a:extLst>
              <a:ext uri="{FF2B5EF4-FFF2-40B4-BE49-F238E27FC236}">
                <a16:creationId xmlns:a16="http://schemas.microsoft.com/office/drawing/2014/main" id="{F55EF7F9-7827-1E7F-AF68-81CFD38D3B0C}"/>
              </a:ext>
            </a:extLst>
          </p:cNvPr>
          <p:cNvSpPr txBox="1"/>
          <p:nvPr/>
        </p:nvSpPr>
        <p:spPr>
          <a:xfrm>
            <a:off x="270558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232" name="Rounded Rectangle 231">
            <a:extLst>
              <a:ext uri="{FF2B5EF4-FFF2-40B4-BE49-F238E27FC236}">
                <a16:creationId xmlns:a16="http://schemas.microsoft.com/office/drawing/2014/main" id="{8EC8B21E-AC6C-34B0-D503-3151A85833F8}"/>
              </a:ext>
            </a:extLst>
          </p:cNvPr>
          <p:cNvSpPr/>
          <p:nvPr/>
        </p:nvSpPr>
        <p:spPr>
          <a:xfrm>
            <a:off x="128563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33" name="Picture 232">
            <a:extLst>
              <a:ext uri="{FF2B5EF4-FFF2-40B4-BE49-F238E27FC236}">
                <a16:creationId xmlns:a16="http://schemas.microsoft.com/office/drawing/2014/main" id="{2FA09888-AC3E-3B7C-F934-3E82CD51E038}"/>
              </a:ext>
            </a:extLst>
          </p:cNvPr>
          <p:cNvPicPr>
            <a:picLocks noChangeAspect="1"/>
          </p:cNvPicPr>
          <p:nvPr/>
        </p:nvPicPr>
        <p:blipFill>
          <a:blip r:embed="rId4"/>
          <a:stretch>
            <a:fillRect/>
          </a:stretch>
        </p:blipFill>
        <p:spPr>
          <a:xfrm>
            <a:off x="2046662" y="5844696"/>
            <a:ext cx="302847" cy="302847"/>
          </a:xfrm>
          <a:prstGeom prst="rect">
            <a:avLst/>
          </a:prstGeom>
        </p:spPr>
      </p:pic>
      <p:pic>
        <p:nvPicPr>
          <p:cNvPr id="235" name="Picture 234">
            <a:extLst>
              <a:ext uri="{FF2B5EF4-FFF2-40B4-BE49-F238E27FC236}">
                <a16:creationId xmlns:a16="http://schemas.microsoft.com/office/drawing/2014/main" id="{4DF830D0-6E9C-A16E-0FB4-17D1D36CD718}"/>
              </a:ext>
            </a:extLst>
          </p:cNvPr>
          <p:cNvPicPr>
            <a:picLocks noChangeAspect="1"/>
          </p:cNvPicPr>
          <p:nvPr/>
        </p:nvPicPr>
        <p:blipFill>
          <a:blip r:embed="rId5"/>
          <a:stretch>
            <a:fillRect/>
          </a:stretch>
        </p:blipFill>
        <p:spPr>
          <a:xfrm>
            <a:off x="1376492" y="5844696"/>
            <a:ext cx="304800" cy="304800"/>
          </a:xfrm>
          <a:prstGeom prst="rect">
            <a:avLst/>
          </a:prstGeom>
        </p:spPr>
      </p:pic>
      <p:grpSp>
        <p:nvGrpSpPr>
          <p:cNvPr id="236" name="Group 235">
            <a:extLst>
              <a:ext uri="{FF2B5EF4-FFF2-40B4-BE49-F238E27FC236}">
                <a16:creationId xmlns:a16="http://schemas.microsoft.com/office/drawing/2014/main" id="{697FCE8D-81CE-2328-E2DB-169379B5EB65}"/>
              </a:ext>
            </a:extLst>
          </p:cNvPr>
          <p:cNvGrpSpPr/>
          <p:nvPr/>
        </p:nvGrpSpPr>
        <p:grpSpPr>
          <a:xfrm>
            <a:off x="1389192" y="3945059"/>
            <a:ext cx="894863" cy="405426"/>
            <a:chOff x="1445846" y="3606278"/>
            <a:chExt cx="894863" cy="405426"/>
          </a:xfrm>
        </p:grpSpPr>
        <p:cxnSp>
          <p:nvCxnSpPr>
            <p:cNvPr id="237" name="Straight Connector 236">
              <a:extLst>
                <a:ext uri="{FF2B5EF4-FFF2-40B4-BE49-F238E27FC236}">
                  <a16:creationId xmlns:a16="http://schemas.microsoft.com/office/drawing/2014/main" id="{9F2A6131-8D4A-2ABE-BD9E-09EEF29D6462}"/>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238" name="Oval 237">
              <a:extLst>
                <a:ext uri="{FF2B5EF4-FFF2-40B4-BE49-F238E27FC236}">
                  <a16:creationId xmlns:a16="http://schemas.microsoft.com/office/drawing/2014/main" id="{7306150D-6FC6-97E4-0E2D-B8689487FD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 name="Oval 238">
              <a:extLst>
                <a:ext uri="{FF2B5EF4-FFF2-40B4-BE49-F238E27FC236}">
                  <a16:creationId xmlns:a16="http://schemas.microsoft.com/office/drawing/2014/main" id="{81D07FE3-63BB-B531-020A-0DDE0D19A01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AAECE819-4CD4-F91B-E054-494F9B3EFA5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F7AF6532-8053-21C4-3E4C-13BF6B8FA710}"/>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4B9E92F9-3826-7A9F-D135-1302313A8FA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4CEFF2A-6133-91BB-72C7-F6F751DDE5B6}"/>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 name="Oval 243">
              <a:extLst>
                <a:ext uri="{FF2B5EF4-FFF2-40B4-BE49-F238E27FC236}">
                  <a16:creationId xmlns:a16="http://schemas.microsoft.com/office/drawing/2014/main" id="{46375C9D-368D-89C6-B959-B1476549679F}"/>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F1C700CC-23C4-13FF-C44D-42C14203309C}"/>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2E04621A-F866-0435-8DF7-D7C9B75955F1}"/>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7" name="Straight Connector 246">
              <a:extLst>
                <a:ext uri="{FF2B5EF4-FFF2-40B4-BE49-F238E27FC236}">
                  <a16:creationId xmlns:a16="http://schemas.microsoft.com/office/drawing/2014/main" id="{58DD671F-6A3A-623E-E8E8-7E95733EAFF7}"/>
                </a:ext>
              </a:extLst>
            </p:cNvPr>
            <p:cNvCxnSpPr>
              <a:endCxn id="241"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8" name="Straight Connector 247">
              <a:extLst>
                <a:ext uri="{FF2B5EF4-FFF2-40B4-BE49-F238E27FC236}">
                  <a16:creationId xmlns:a16="http://schemas.microsoft.com/office/drawing/2014/main" id="{5CA53A13-E592-2D65-EEE2-58A0D5B27609}"/>
                </a:ext>
              </a:extLst>
            </p:cNvPr>
            <p:cNvCxnSpPr>
              <a:stCxn id="239" idx="4"/>
              <a:endCxn id="241"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9" name="Straight Connector 248">
              <a:extLst>
                <a:ext uri="{FF2B5EF4-FFF2-40B4-BE49-F238E27FC236}">
                  <a16:creationId xmlns:a16="http://schemas.microsoft.com/office/drawing/2014/main" id="{746A8679-3F35-B7DA-CC66-13EC60D86FBE}"/>
                </a:ext>
              </a:extLst>
            </p:cNvPr>
            <p:cNvCxnSpPr>
              <a:stCxn id="239" idx="4"/>
              <a:endCxn id="243"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0" name="Straight Connector 249">
              <a:extLst>
                <a:ext uri="{FF2B5EF4-FFF2-40B4-BE49-F238E27FC236}">
                  <a16:creationId xmlns:a16="http://schemas.microsoft.com/office/drawing/2014/main" id="{77E7A4C6-3E0C-FDF5-9DB1-8AAEE142343D}"/>
                </a:ext>
              </a:extLst>
            </p:cNvPr>
            <p:cNvCxnSpPr>
              <a:stCxn id="240" idx="4"/>
              <a:endCxn id="243"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1" name="Straight Connector 250">
              <a:extLst>
                <a:ext uri="{FF2B5EF4-FFF2-40B4-BE49-F238E27FC236}">
                  <a16:creationId xmlns:a16="http://schemas.microsoft.com/office/drawing/2014/main" id="{92BDE537-95B2-2E65-0783-21860BF76B08}"/>
                </a:ext>
              </a:extLst>
            </p:cNvPr>
            <p:cNvCxnSpPr>
              <a:cxnSpLocks/>
              <a:stCxn id="241" idx="0"/>
              <a:endCxn id="240"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2" name="Straight Connector 251">
              <a:extLst>
                <a:ext uri="{FF2B5EF4-FFF2-40B4-BE49-F238E27FC236}">
                  <a16:creationId xmlns:a16="http://schemas.microsoft.com/office/drawing/2014/main" id="{4F2BDB02-EBE8-0BC5-E093-F774E921EBBB}"/>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3" name="Straight Connector 252">
              <a:extLst>
                <a:ext uri="{FF2B5EF4-FFF2-40B4-BE49-F238E27FC236}">
                  <a16:creationId xmlns:a16="http://schemas.microsoft.com/office/drawing/2014/main" id="{CCFB9A10-8B64-7B0E-EB5B-DEC8AA14C0CE}"/>
                </a:ext>
              </a:extLst>
            </p:cNvPr>
            <p:cNvCxnSpPr>
              <a:cxnSpLocks/>
              <a:stCxn id="238" idx="4"/>
              <a:endCxn id="243"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4" name="Straight Connector 253">
              <a:extLst>
                <a:ext uri="{FF2B5EF4-FFF2-40B4-BE49-F238E27FC236}">
                  <a16:creationId xmlns:a16="http://schemas.microsoft.com/office/drawing/2014/main" id="{AD074FE4-1A0F-17DB-7A0C-575844E9E7E3}"/>
                </a:ext>
              </a:extLst>
            </p:cNvPr>
            <p:cNvCxnSpPr>
              <a:cxnSpLocks/>
              <a:stCxn id="244" idx="0"/>
              <a:endCxn id="240"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5" name="Straight Connector 254">
              <a:extLst>
                <a:ext uri="{FF2B5EF4-FFF2-40B4-BE49-F238E27FC236}">
                  <a16:creationId xmlns:a16="http://schemas.microsoft.com/office/drawing/2014/main" id="{32A8A132-CD04-638A-D9AE-923F585047F7}"/>
                </a:ext>
              </a:extLst>
            </p:cNvPr>
            <p:cNvCxnSpPr>
              <a:cxnSpLocks/>
              <a:stCxn id="244" idx="0"/>
              <a:endCxn id="242"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6" name="Straight Connector 255">
              <a:extLst>
                <a:ext uri="{FF2B5EF4-FFF2-40B4-BE49-F238E27FC236}">
                  <a16:creationId xmlns:a16="http://schemas.microsoft.com/office/drawing/2014/main" id="{080D91C3-C6FA-0636-D822-0EB0DC4295E5}"/>
                </a:ext>
              </a:extLst>
            </p:cNvPr>
            <p:cNvCxnSpPr>
              <a:cxnSpLocks/>
              <a:stCxn id="243" idx="0"/>
              <a:endCxn id="242"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7" name="Straight Connector 256">
              <a:extLst>
                <a:ext uri="{FF2B5EF4-FFF2-40B4-BE49-F238E27FC236}">
                  <a16:creationId xmlns:a16="http://schemas.microsoft.com/office/drawing/2014/main" id="{72658C0B-C924-4527-8219-CD765B4E9EA9}"/>
                </a:ext>
              </a:extLst>
            </p:cNvPr>
            <p:cNvCxnSpPr>
              <a:cxnSpLocks/>
              <a:stCxn id="238" idx="4"/>
              <a:endCxn id="244"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8" name="Straight Connector 257">
              <a:extLst>
                <a:ext uri="{FF2B5EF4-FFF2-40B4-BE49-F238E27FC236}">
                  <a16:creationId xmlns:a16="http://schemas.microsoft.com/office/drawing/2014/main" id="{A91A421B-4CD0-64D2-692E-49CC8F2ECF08}"/>
                </a:ext>
              </a:extLst>
            </p:cNvPr>
            <p:cNvCxnSpPr>
              <a:cxnSpLocks/>
              <a:stCxn id="245" idx="0"/>
              <a:endCxn id="241"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9" name="Straight Connector 258">
              <a:extLst>
                <a:ext uri="{FF2B5EF4-FFF2-40B4-BE49-F238E27FC236}">
                  <a16:creationId xmlns:a16="http://schemas.microsoft.com/office/drawing/2014/main" id="{03499918-39D8-C204-8331-1052DCA64CC8}"/>
                </a:ext>
              </a:extLst>
            </p:cNvPr>
            <p:cNvCxnSpPr>
              <a:cxnSpLocks/>
              <a:stCxn id="246" idx="0"/>
              <a:endCxn id="241"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60" name="Straight Connector 259">
              <a:extLst>
                <a:ext uri="{FF2B5EF4-FFF2-40B4-BE49-F238E27FC236}">
                  <a16:creationId xmlns:a16="http://schemas.microsoft.com/office/drawing/2014/main" id="{8974011F-79DC-E443-ECF0-854E4B699F08}"/>
                </a:ext>
              </a:extLst>
            </p:cNvPr>
            <p:cNvCxnSpPr>
              <a:cxnSpLocks/>
              <a:stCxn id="245" idx="0"/>
              <a:endCxn id="243"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1" name="Straight Connector 260">
              <a:extLst>
                <a:ext uri="{FF2B5EF4-FFF2-40B4-BE49-F238E27FC236}">
                  <a16:creationId xmlns:a16="http://schemas.microsoft.com/office/drawing/2014/main" id="{17FC4F9C-66AD-3E2A-F1AC-DF61465CABFB}"/>
                </a:ext>
              </a:extLst>
            </p:cNvPr>
            <p:cNvCxnSpPr>
              <a:cxnSpLocks/>
              <a:stCxn id="246" idx="0"/>
              <a:endCxn id="244"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2" name="Straight Connector 261">
              <a:extLst>
                <a:ext uri="{FF2B5EF4-FFF2-40B4-BE49-F238E27FC236}">
                  <a16:creationId xmlns:a16="http://schemas.microsoft.com/office/drawing/2014/main" id="{6409DD6B-5714-CFDE-A379-D324E0CA7BBB}"/>
                </a:ext>
              </a:extLst>
            </p:cNvPr>
            <p:cNvCxnSpPr>
              <a:cxnSpLocks/>
              <a:stCxn id="246" idx="0"/>
              <a:endCxn id="243"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3" name="Straight Connector 262">
              <a:extLst>
                <a:ext uri="{FF2B5EF4-FFF2-40B4-BE49-F238E27FC236}">
                  <a16:creationId xmlns:a16="http://schemas.microsoft.com/office/drawing/2014/main" id="{BF6A5EE8-D0BE-89F6-2BA5-77BF90DD9A8E}"/>
                </a:ext>
              </a:extLst>
            </p:cNvPr>
            <p:cNvCxnSpPr>
              <a:cxnSpLocks/>
              <a:stCxn id="245" idx="0"/>
              <a:endCxn id="244"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264" name="Group 263">
            <a:extLst>
              <a:ext uri="{FF2B5EF4-FFF2-40B4-BE49-F238E27FC236}">
                <a16:creationId xmlns:a16="http://schemas.microsoft.com/office/drawing/2014/main" id="{A6818306-EA68-4DAC-E5D0-9E03CD29D4CE}"/>
              </a:ext>
            </a:extLst>
          </p:cNvPr>
          <p:cNvGrpSpPr/>
          <p:nvPr/>
        </p:nvGrpSpPr>
        <p:grpSpPr>
          <a:xfrm>
            <a:off x="1405904" y="4554650"/>
            <a:ext cx="935680" cy="537319"/>
            <a:chOff x="6662617" y="2245853"/>
            <a:chExt cx="935680" cy="537319"/>
          </a:xfrm>
        </p:grpSpPr>
        <p:sp>
          <p:nvSpPr>
            <p:cNvPr id="265" name="Oval 264">
              <a:extLst>
                <a:ext uri="{FF2B5EF4-FFF2-40B4-BE49-F238E27FC236}">
                  <a16:creationId xmlns:a16="http://schemas.microsoft.com/office/drawing/2014/main" id="{1660F756-0147-63D6-229F-BB51E9CB0EFE}"/>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 name="Oval 265">
              <a:extLst>
                <a:ext uri="{FF2B5EF4-FFF2-40B4-BE49-F238E27FC236}">
                  <a16:creationId xmlns:a16="http://schemas.microsoft.com/office/drawing/2014/main" id="{4CDE417E-847B-570C-6747-0F50E08CCC56}"/>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 name="Oval 266">
              <a:extLst>
                <a:ext uri="{FF2B5EF4-FFF2-40B4-BE49-F238E27FC236}">
                  <a16:creationId xmlns:a16="http://schemas.microsoft.com/office/drawing/2014/main" id="{1C7614DB-9AE7-E6BF-6583-2D503A0779E6}"/>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 name="Oval 267">
              <a:extLst>
                <a:ext uri="{FF2B5EF4-FFF2-40B4-BE49-F238E27FC236}">
                  <a16:creationId xmlns:a16="http://schemas.microsoft.com/office/drawing/2014/main" id="{AF4A6ED2-3F23-73BB-FA61-68837F30118D}"/>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 name="Oval 268">
              <a:extLst>
                <a:ext uri="{FF2B5EF4-FFF2-40B4-BE49-F238E27FC236}">
                  <a16:creationId xmlns:a16="http://schemas.microsoft.com/office/drawing/2014/main" id="{C17302F6-6662-31C1-0A20-8A275601480B}"/>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455A2479-EF6D-29B9-70BC-EABA5AD88ABD}"/>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 name="Oval 270">
              <a:extLst>
                <a:ext uri="{FF2B5EF4-FFF2-40B4-BE49-F238E27FC236}">
                  <a16:creationId xmlns:a16="http://schemas.microsoft.com/office/drawing/2014/main" id="{9E367CCB-ACDB-2922-5E26-BD83F17AF628}"/>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 name="Oval 271">
              <a:extLst>
                <a:ext uri="{FF2B5EF4-FFF2-40B4-BE49-F238E27FC236}">
                  <a16:creationId xmlns:a16="http://schemas.microsoft.com/office/drawing/2014/main" id="{D021C71A-20F3-15F3-19B2-A51B543861F8}"/>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 name="Oval 272">
              <a:extLst>
                <a:ext uri="{FF2B5EF4-FFF2-40B4-BE49-F238E27FC236}">
                  <a16:creationId xmlns:a16="http://schemas.microsoft.com/office/drawing/2014/main" id="{E5D47431-592D-6C02-3AEC-C801D208EAB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 name="Oval 273">
              <a:extLst>
                <a:ext uri="{FF2B5EF4-FFF2-40B4-BE49-F238E27FC236}">
                  <a16:creationId xmlns:a16="http://schemas.microsoft.com/office/drawing/2014/main" id="{E199E684-E057-23C8-AA04-CDE1EC85C63C}"/>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 name="Oval 274">
              <a:extLst>
                <a:ext uri="{FF2B5EF4-FFF2-40B4-BE49-F238E27FC236}">
                  <a16:creationId xmlns:a16="http://schemas.microsoft.com/office/drawing/2014/main" id="{F9A15F80-448B-0D87-4304-C7DB72E78C5D}"/>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 name="Oval 275">
              <a:extLst>
                <a:ext uri="{FF2B5EF4-FFF2-40B4-BE49-F238E27FC236}">
                  <a16:creationId xmlns:a16="http://schemas.microsoft.com/office/drawing/2014/main" id="{7BBBB7B1-CDEF-836E-E780-E7B3395370A3}"/>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 name="Multiply 276">
              <a:extLst>
                <a:ext uri="{FF2B5EF4-FFF2-40B4-BE49-F238E27FC236}">
                  <a16:creationId xmlns:a16="http://schemas.microsoft.com/office/drawing/2014/main" id="{8FDFB96E-B251-02EC-0EF2-0FFD9FFAAB69}"/>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8" name="Multiply 277">
              <a:extLst>
                <a:ext uri="{FF2B5EF4-FFF2-40B4-BE49-F238E27FC236}">
                  <a16:creationId xmlns:a16="http://schemas.microsoft.com/office/drawing/2014/main" id="{3B81C9A6-3195-F908-3E0C-6D0A6DF26D2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 name="Multiply 278">
              <a:extLst>
                <a:ext uri="{FF2B5EF4-FFF2-40B4-BE49-F238E27FC236}">
                  <a16:creationId xmlns:a16="http://schemas.microsoft.com/office/drawing/2014/main" id="{CB491EAA-9AF0-5CFA-AD15-D38D7E45170E}"/>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93227C8-30AE-AE14-CC4F-B01D4565D7EB}"/>
              </a:ext>
            </a:extLst>
          </p:cNvPr>
          <p:cNvSpPr>
            <a:spLocks noGrp="1"/>
          </p:cNvSpPr>
          <p:nvPr>
            <p:ph type="title"/>
          </p:nvPr>
        </p:nvSpPr>
        <p:spPr>
          <a:xfrm>
            <a:off x="141654" y="-23446"/>
            <a:ext cx="8229600" cy="751255"/>
          </a:xfrm>
        </p:spPr>
        <p:txBody>
          <a:bodyPr>
            <a:normAutofit/>
          </a:bodyPr>
          <a:lstStyle/>
          <a:p>
            <a:r>
              <a:rPr sz="3600"/>
              <a:t>Methodology: System Overview</a:t>
            </a:r>
          </a:p>
        </p:txBody>
      </p:sp>
      <p:sp>
        <p:nvSpPr>
          <p:cNvPr id="18" name="Rectangle 17">
            <a:extLst>
              <a:ext uri="{FF2B5EF4-FFF2-40B4-BE49-F238E27FC236}">
                <a16:creationId xmlns:a16="http://schemas.microsoft.com/office/drawing/2014/main" id="{1A56E461-F94A-FDCA-AF97-907A28BF8144}"/>
              </a:ext>
            </a:extLst>
          </p:cNvPr>
          <p:cNvSpPr/>
          <p:nvPr/>
        </p:nvSpPr>
        <p:spPr>
          <a:xfrm>
            <a:off x="1178171" y="5304821"/>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IoMT-Based Wearable Devices</a:t>
            </a:r>
          </a:p>
        </p:txBody>
      </p:sp>
      <p:sp>
        <p:nvSpPr>
          <p:cNvPr id="5" name="Rectangle 4">
            <a:extLst>
              <a:ext uri="{FF2B5EF4-FFF2-40B4-BE49-F238E27FC236}">
                <a16:creationId xmlns:a16="http://schemas.microsoft.com/office/drawing/2014/main" id="{D32C7F81-0E01-BE85-B655-0A52F328F077}"/>
              </a:ext>
            </a:extLst>
          </p:cNvPr>
          <p:cNvSpPr/>
          <p:nvPr/>
        </p:nvSpPr>
        <p:spPr>
          <a:xfrm>
            <a:off x="1178171" y="3424860"/>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Edge Computing layer</a:t>
            </a:r>
          </a:p>
        </p:txBody>
      </p:sp>
      <p:sp>
        <p:nvSpPr>
          <p:cNvPr id="328" name="TextBox 327">
            <a:extLst>
              <a:ext uri="{FF2B5EF4-FFF2-40B4-BE49-F238E27FC236}">
                <a16:creationId xmlns:a16="http://schemas.microsoft.com/office/drawing/2014/main" id="{1920C516-4BA7-4DB1-1807-19F8A1521461}"/>
              </a:ext>
            </a:extLst>
          </p:cNvPr>
          <p:cNvSpPr txBox="1"/>
          <p:nvPr/>
        </p:nvSpPr>
        <p:spPr>
          <a:xfrm>
            <a:off x="130467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29" name="TextBox 328">
            <a:extLst>
              <a:ext uri="{FF2B5EF4-FFF2-40B4-BE49-F238E27FC236}">
                <a16:creationId xmlns:a16="http://schemas.microsoft.com/office/drawing/2014/main" id="{A8B91990-3EF6-2817-6F81-0DC4D550C3B4}"/>
              </a:ext>
            </a:extLst>
          </p:cNvPr>
          <p:cNvSpPr txBox="1"/>
          <p:nvPr/>
        </p:nvSpPr>
        <p:spPr>
          <a:xfrm>
            <a:off x="130323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480" name="TextBox 479">
            <a:extLst>
              <a:ext uri="{FF2B5EF4-FFF2-40B4-BE49-F238E27FC236}">
                <a16:creationId xmlns:a16="http://schemas.microsoft.com/office/drawing/2014/main" id="{20FD71E4-508E-8519-AFD1-7269365E1EFC}"/>
              </a:ext>
            </a:extLst>
          </p:cNvPr>
          <p:cNvSpPr txBox="1"/>
          <p:nvPr/>
        </p:nvSpPr>
        <p:spPr>
          <a:xfrm>
            <a:off x="5601682" y="5710246"/>
            <a:ext cx="736595" cy="461665"/>
          </a:xfrm>
          <a:prstGeom prst="rect">
            <a:avLst/>
          </a:prstGeom>
          <a:noFill/>
        </p:spPr>
        <p:txBody>
          <a:bodyPr wrap="square" rtlCol="0">
            <a:spAutoFit/>
          </a:bodyPr>
          <a:lstStyle/>
          <a:p>
            <a:r>
              <a:rPr lang="en-US" altLang="zh-CN" sz="2400"/>
              <a:t>…..</a:t>
            </a:r>
            <a:endParaRPr lang="en-US" sz="2400"/>
          </a:p>
        </p:txBody>
      </p:sp>
      <p:grpSp>
        <p:nvGrpSpPr>
          <p:cNvPr id="552" name="Group 551">
            <a:extLst>
              <a:ext uri="{FF2B5EF4-FFF2-40B4-BE49-F238E27FC236}">
                <a16:creationId xmlns:a16="http://schemas.microsoft.com/office/drawing/2014/main" id="{F1AAA73F-FFD0-80B1-7760-FB9444EC5655}"/>
              </a:ext>
            </a:extLst>
          </p:cNvPr>
          <p:cNvGrpSpPr/>
          <p:nvPr/>
        </p:nvGrpSpPr>
        <p:grpSpPr>
          <a:xfrm>
            <a:off x="2144727" y="1784850"/>
            <a:ext cx="1750126" cy="917364"/>
            <a:chOff x="1900122" y="834944"/>
            <a:chExt cx="1750126" cy="917364"/>
          </a:xfrm>
        </p:grpSpPr>
        <p:grpSp>
          <p:nvGrpSpPr>
            <p:cNvPr id="551" name="Group 550">
              <a:extLst>
                <a:ext uri="{FF2B5EF4-FFF2-40B4-BE49-F238E27FC236}">
                  <a16:creationId xmlns:a16="http://schemas.microsoft.com/office/drawing/2014/main" id="{CB678EB2-C624-9AC7-B3DF-E0311FB6D19C}"/>
                </a:ext>
              </a:extLst>
            </p:cNvPr>
            <p:cNvGrpSpPr/>
            <p:nvPr/>
          </p:nvGrpSpPr>
          <p:grpSpPr>
            <a:xfrm>
              <a:off x="1900122" y="834944"/>
              <a:ext cx="1750126" cy="658563"/>
              <a:chOff x="1900122" y="834944"/>
              <a:chExt cx="1750126" cy="658563"/>
            </a:xfrm>
          </p:grpSpPr>
          <p:sp>
            <p:nvSpPr>
              <p:cNvPr id="487" name="Rounded Rectangle 486">
                <a:extLst>
                  <a:ext uri="{FF2B5EF4-FFF2-40B4-BE49-F238E27FC236}">
                    <a16:creationId xmlns:a16="http://schemas.microsoft.com/office/drawing/2014/main" id="{0111EF75-F924-2A17-17A6-9AE4782238FC}"/>
                  </a:ext>
                </a:extLst>
              </p:cNvPr>
              <p:cNvSpPr/>
              <p:nvPr/>
            </p:nvSpPr>
            <p:spPr>
              <a:xfrm>
                <a:off x="1900122" y="834944"/>
                <a:ext cx="1750126" cy="658563"/>
              </a:xfrm>
              <a:prstGeom prst="round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84" name="Picture 483">
                <a:extLst>
                  <a:ext uri="{FF2B5EF4-FFF2-40B4-BE49-F238E27FC236}">
                    <a16:creationId xmlns:a16="http://schemas.microsoft.com/office/drawing/2014/main" id="{3F725597-31B7-6C90-80D7-32124B419566}"/>
                  </a:ext>
                </a:extLst>
              </p:cNvPr>
              <p:cNvPicPr>
                <a:picLocks noChangeAspect="1"/>
              </p:cNvPicPr>
              <p:nvPr/>
            </p:nvPicPr>
            <p:blipFill>
              <a:blip r:embed="rId6"/>
              <a:stretch>
                <a:fillRect/>
              </a:stretch>
            </p:blipFill>
            <p:spPr>
              <a:xfrm>
                <a:off x="2915322" y="883570"/>
                <a:ext cx="561313" cy="561313"/>
              </a:xfrm>
              <a:prstGeom prst="rect">
                <a:avLst/>
              </a:prstGeom>
            </p:spPr>
          </p:pic>
          <p:pic>
            <p:nvPicPr>
              <p:cNvPr id="485" name="Picture 484">
                <a:extLst>
                  <a:ext uri="{FF2B5EF4-FFF2-40B4-BE49-F238E27FC236}">
                    <a16:creationId xmlns:a16="http://schemas.microsoft.com/office/drawing/2014/main" id="{E00D58FF-AF04-E7F1-F633-8F2224F4C60E}"/>
                  </a:ext>
                </a:extLst>
              </p:cNvPr>
              <p:cNvPicPr>
                <a:picLocks noChangeAspect="1"/>
              </p:cNvPicPr>
              <p:nvPr/>
            </p:nvPicPr>
            <p:blipFill>
              <a:blip r:embed="rId7"/>
              <a:stretch>
                <a:fillRect/>
              </a:stretch>
            </p:blipFill>
            <p:spPr>
              <a:xfrm>
                <a:off x="2132564" y="915931"/>
                <a:ext cx="502256" cy="502256"/>
              </a:xfrm>
              <a:prstGeom prst="rect">
                <a:avLst/>
              </a:prstGeom>
            </p:spPr>
          </p:pic>
          <p:sp>
            <p:nvSpPr>
              <p:cNvPr id="486" name="Plus 485">
                <a:extLst>
                  <a:ext uri="{FF2B5EF4-FFF2-40B4-BE49-F238E27FC236}">
                    <a16:creationId xmlns:a16="http://schemas.microsoft.com/office/drawing/2014/main" id="{2494C33B-B780-2169-3459-5DB317E7DA84}"/>
                  </a:ext>
                </a:extLst>
              </p:cNvPr>
              <p:cNvSpPr/>
              <p:nvPr/>
            </p:nvSpPr>
            <p:spPr>
              <a:xfrm>
                <a:off x="2650748" y="1004665"/>
                <a:ext cx="311169" cy="300923"/>
              </a:xfrm>
              <a:prstGeom prst="mathPlus">
                <a:avLst/>
              </a:prstGeom>
              <a:solidFill>
                <a:schemeClr val="tx2">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88" name="TextBox 487">
              <a:extLst>
                <a:ext uri="{FF2B5EF4-FFF2-40B4-BE49-F238E27FC236}">
                  <a16:creationId xmlns:a16="http://schemas.microsoft.com/office/drawing/2014/main" id="{662D9809-041F-1077-A55A-7B455C6BA6C8}"/>
                </a:ext>
              </a:extLst>
            </p:cNvPr>
            <p:cNvSpPr txBox="1"/>
            <p:nvPr/>
          </p:nvSpPr>
          <p:spPr>
            <a:xfrm>
              <a:off x="2233707" y="1475309"/>
              <a:ext cx="1008184" cy="276999"/>
            </a:xfrm>
            <a:prstGeom prst="rect">
              <a:avLst/>
            </a:prstGeom>
            <a:noFill/>
          </p:spPr>
          <p:txBody>
            <a:bodyPr wrap="square" rtlCol="0">
              <a:spAutoFit/>
            </a:bodyPr>
            <a:lstStyle/>
            <a:p>
              <a:pPr algn="ctr"/>
              <a:r>
                <a:rPr lang="en-US" altLang="zh-CN" sz="1200"/>
                <a:t>AI</a:t>
              </a:r>
              <a:r>
                <a:rPr lang="zh-CN" altLang="en-US" sz="1200"/>
                <a:t> </a:t>
              </a:r>
              <a:r>
                <a:rPr lang="en-US" altLang="zh-CN" sz="1200"/>
                <a:t>+</a:t>
              </a:r>
              <a:r>
                <a:rPr lang="zh-CN" altLang="en-US" sz="1200"/>
                <a:t> </a:t>
              </a:r>
              <a:r>
                <a:rPr lang="en-US" altLang="zh-CN" sz="1200"/>
                <a:t>IDS</a:t>
              </a:r>
              <a:endParaRPr lang="en-US" sz="1200"/>
            </a:p>
          </p:txBody>
        </p:sp>
      </p:grpSp>
      <p:pic>
        <p:nvPicPr>
          <p:cNvPr id="489" name="Picture 488">
            <a:extLst>
              <a:ext uri="{FF2B5EF4-FFF2-40B4-BE49-F238E27FC236}">
                <a16:creationId xmlns:a16="http://schemas.microsoft.com/office/drawing/2014/main" id="{1DA41B00-837D-A957-2F3B-1D6677AAEECD}"/>
              </a:ext>
            </a:extLst>
          </p:cNvPr>
          <p:cNvPicPr>
            <a:picLocks noChangeAspect="1"/>
          </p:cNvPicPr>
          <p:nvPr/>
        </p:nvPicPr>
        <p:blipFill>
          <a:blip r:embed="rId8"/>
          <a:stretch>
            <a:fillRect/>
          </a:stretch>
        </p:blipFill>
        <p:spPr>
          <a:xfrm>
            <a:off x="7929685" y="784041"/>
            <a:ext cx="883138" cy="883138"/>
          </a:xfrm>
          <a:prstGeom prst="rect">
            <a:avLst/>
          </a:prstGeom>
        </p:spPr>
      </p:pic>
      <p:pic>
        <p:nvPicPr>
          <p:cNvPr id="490" name="Picture 489">
            <a:extLst>
              <a:ext uri="{FF2B5EF4-FFF2-40B4-BE49-F238E27FC236}">
                <a16:creationId xmlns:a16="http://schemas.microsoft.com/office/drawing/2014/main" id="{E3E2CB8C-65BF-A5AF-3AE3-7483F600A942}"/>
              </a:ext>
            </a:extLst>
          </p:cNvPr>
          <p:cNvPicPr>
            <a:picLocks noChangeAspect="1"/>
          </p:cNvPicPr>
          <p:nvPr/>
        </p:nvPicPr>
        <p:blipFill>
          <a:blip r:embed="rId9"/>
          <a:stretch>
            <a:fillRect/>
          </a:stretch>
        </p:blipFill>
        <p:spPr>
          <a:xfrm>
            <a:off x="4978365" y="892394"/>
            <a:ext cx="622289" cy="622289"/>
          </a:xfrm>
          <a:prstGeom prst="rect">
            <a:avLst/>
          </a:prstGeom>
        </p:spPr>
      </p:pic>
      <p:pic>
        <p:nvPicPr>
          <p:cNvPr id="491" name="Picture 490">
            <a:extLst>
              <a:ext uri="{FF2B5EF4-FFF2-40B4-BE49-F238E27FC236}">
                <a16:creationId xmlns:a16="http://schemas.microsoft.com/office/drawing/2014/main" id="{F9B18140-8245-DCD7-384E-DB6DB50ADDB3}"/>
              </a:ext>
            </a:extLst>
          </p:cNvPr>
          <p:cNvPicPr>
            <a:picLocks noChangeAspect="1"/>
          </p:cNvPicPr>
          <p:nvPr/>
        </p:nvPicPr>
        <p:blipFill>
          <a:blip r:embed="rId10"/>
          <a:stretch>
            <a:fillRect/>
          </a:stretch>
        </p:blipFill>
        <p:spPr>
          <a:xfrm>
            <a:off x="4587635" y="1833084"/>
            <a:ext cx="600806" cy="600806"/>
          </a:xfrm>
          <a:prstGeom prst="rect">
            <a:avLst/>
          </a:prstGeom>
        </p:spPr>
      </p:pic>
      <p:pic>
        <p:nvPicPr>
          <p:cNvPr id="501" name="Picture 500">
            <a:extLst>
              <a:ext uri="{FF2B5EF4-FFF2-40B4-BE49-F238E27FC236}">
                <a16:creationId xmlns:a16="http://schemas.microsoft.com/office/drawing/2014/main" id="{A34BA1A9-A0FE-B524-466C-81C61FF62204}"/>
              </a:ext>
            </a:extLst>
          </p:cNvPr>
          <p:cNvPicPr>
            <a:picLocks noChangeAspect="1"/>
          </p:cNvPicPr>
          <p:nvPr/>
        </p:nvPicPr>
        <p:blipFill>
          <a:blip r:embed="rId11"/>
          <a:stretch>
            <a:fillRect/>
          </a:stretch>
        </p:blipFill>
        <p:spPr>
          <a:xfrm>
            <a:off x="5416542" y="1824260"/>
            <a:ext cx="622290" cy="622290"/>
          </a:xfrm>
          <a:prstGeom prst="rect">
            <a:avLst/>
          </a:prstGeom>
        </p:spPr>
      </p:pic>
      <p:grpSp>
        <p:nvGrpSpPr>
          <p:cNvPr id="555" name="Group 554">
            <a:extLst>
              <a:ext uri="{FF2B5EF4-FFF2-40B4-BE49-F238E27FC236}">
                <a16:creationId xmlns:a16="http://schemas.microsoft.com/office/drawing/2014/main" id="{7D9A83F2-55D2-C718-E229-B788BD6DB0BD}"/>
              </a:ext>
            </a:extLst>
          </p:cNvPr>
          <p:cNvGrpSpPr/>
          <p:nvPr/>
        </p:nvGrpSpPr>
        <p:grpSpPr>
          <a:xfrm>
            <a:off x="2102091" y="820093"/>
            <a:ext cx="1941093" cy="911883"/>
            <a:chOff x="2094534" y="1830266"/>
            <a:chExt cx="1941093" cy="911883"/>
          </a:xfrm>
        </p:grpSpPr>
        <p:grpSp>
          <p:nvGrpSpPr>
            <p:cNvPr id="553" name="Group 552">
              <a:extLst>
                <a:ext uri="{FF2B5EF4-FFF2-40B4-BE49-F238E27FC236}">
                  <a16:creationId xmlns:a16="http://schemas.microsoft.com/office/drawing/2014/main" id="{594AF955-C2CB-B7CE-50FA-8370B1E24B96}"/>
                </a:ext>
              </a:extLst>
            </p:cNvPr>
            <p:cNvGrpSpPr/>
            <p:nvPr/>
          </p:nvGrpSpPr>
          <p:grpSpPr>
            <a:xfrm>
              <a:off x="2094534" y="1830266"/>
              <a:ext cx="1738873" cy="663333"/>
              <a:chOff x="2094534" y="1830266"/>
              <a:chExt cx="1738873" cy="663333"/>
            </a:xfrm>
          </p:grpSpPr>
          <p:pic>
            <p:nvPicPr>
              <p:cNvPr id="498" name="Picture 497">
                <a:extLst>
                  <a:ext uri="{FF2B5EF4-FFF2-40B4-BE49-F238E27FC236}">
                    <a16:creationId xmlns:a16="http://schemas.microsoft.com/office/drawing/2014/main" id="{004FA189-652D-4B6E-E4CF-70EA48FE712C}"/>
                  </a:ext>
                </a:extLst>
              </p:cNvPr>
              <p:cNvPicPr>
                <a:picLocks noChangeAspect="1"/>
              </p:cNvPicPr>
              <p:nvPr/>
            </p:nvPicPr>
            <p:blipFill>
              <a:blip r:embed="rId12"/>
              <a:stretch>
                <a:fillRect/>
              </a:stretch>
            </p:blipFill>
            <p:spPr>
              <a:xfrm>
                <a:off x="3229666" y="1880280"/>
                <a:ext cx="603741" cy="603741"/>
              </a:xfrm>
              <a:prstGeom prst="rect">
                <a:avLst/>
              </a:prstGeom>
            </p:spPr>
          </p:pic>
          <p:pic>
            <p:nvPicPr>
              <p:cNvPr id="499" name="Picture 498">
                <a:extLst>
                  <a:ext uri="{FF2B5EF4-FFF2-40B4-BE49-F238E27FC236}">
                    <a16:creationId xmlns:a16="http://schemas.microsoft.com/office/drawing/2014/main" id="{AED2AA6F-8413-6F77-F0DA-9FF1B127549E}"/>
                  </a:ext>
                </a:extLst>
              </p:cNvPr>
              <p:cNvPicPr>
                <a:picLocks noChangeAspect="1"/>
              </p:cNvPicPr>
              <p:nvPr/>
            </p:nvPicPr>
            <p:blipFill>
              <a:blip r:embed="rId13"/>
              <a:stretch>
                <a:fillRect/>
              </a:stretch>
            </p:blipFill>
            <p:spPr>
              <a:xfrm>
                <a:off x="2094534" y="1830266"/>
                <a:ext cx="843077" cy="663333"/>
              </a:xfrm>
              <a:prstGeom prst="rect">
                <a:avLst/>
              </a:prstGeom>
            </p:spPr>
          </p:pic>
        </p:grpSp>
        <p:grpSp>
          <p:nvGrpSpPr>
            <p:cNvPr id="554" name="Group 553">
              <a:extLst>
                <a:ext uri="{FF2B5EF4-FFF2-40B4-BE49-F238E27FC236}">
                  <a16:creationId xmlns:a16="http://schemas.microsoft.com/office/drawing/2014/main" id="{D2087604-FE28-2FA5-AC91-9D1B5F496399}"/>
                </a:ext>
              </a:extLst>
            </p:cNvPr>
            <p:cNvGrpSpPr/>
            <p:nvPr/>
          </p:nvGrpSpPr>
          <p:grpSpPr>
            <a:xfrm>
              <a:off x="2203235" y="2458854"/>
              <a:ext cx="1832392" cy="283295"/>
              <a:chOff x="2203235" y="2458854"/>
              <a:chExt cx="1832392" cy="283295"/>
            </a:xfrm>
          </p:grpSpPr>
          <p:sp>
            <p:nvSpPr>
              <p:cNvPr id="502" name="TextBox 501">
                <a:extLst>
                  <a:ext uri="{FF2B5EF4-FFF2-40B4-BE49-F238E27FC236}">
                    <a16:creationId xmlns:a16="http://schemas.microsoft.com/office/drawing/2014/main" id="{7C1418D1-D99D-C247-FBB1-7F9354E035E1}"/>
                  </a:ext>
                </a:extLst>
              </p:cNvPr>
              <p:cNvSpPr txBox="1"/>
              <p:nvPr/>
            </p:nvSpPr>
            <p:spPr>
              <a:xfrm>
                <a:off x="2203235" y="2465150"/>
                <a:ext cx="689086" cy="276999"/>
              </a:xfrm>
              <a:prstGeom prst="rect">
                <a:avLst/>
              </a:prstGeom>
              <a:noFill/>
            </p:spPr>
            <p:txBody>
              <a:bodyPr wrap="square" rtlCol="0">
                <a:spAutoFit/>
              </a:bodyPr>
              <a:lstStyle/>
              <a:p>
                <a:pPr algn="ctr"/>
                <a:r>
                  <a:rPr lang="en-US" sz="1200"/>
                  <a:t>Firewall</a:t>
                </a:r>
              </a:p>
            </p:txBody>
          </p:sp>
          <p:sp>
            <p:nvSpPr>
              <p:cNvPr id="503" name="TextBox 502">
                <a:extLst>
                  <a:ext uri="{FF2B5EF4-FFF2-40B4-BE49-F238E27FC236}">
                    <a16:creationId xmlns:a16="http://schemas.microsoft.com/office/drawing/2014/main" id="{6BE3E2B5-358C-EC7E-3225-CA27A74B80FA}"/>
                  </a:ext>
                </a:extLst>
              </p:cNvPr>
              <p:cNvSpPr txBox="1"/>
              <p:nvPr/>
            </p:nvSpPr>
            <p:spPr>
              <a:xfrm>
                <a:off x="3027444" y="2458854"/>
                <a:ext cx="1008183" cy="276999"/>
              </a:xfrm>
              <a:prstGeom prst="rect">
                <a:avLst/>
              </a:prstGeom>
              <a:noFill/>
            </p:spPr>
            <p:txBody>
              <a:bodyPr wrap="square" rtlCol="0">
                <a:spAutoFit/>
              </a:bodyPr>
              <a:lstStyle/>
              <a:p>
                <a:pPr algn="ctr"/>
                <a:r>
                  <a:rPr lang="en-US" sz="1200"/>
                  <a:t>Load</a:t>
                </a:r>
                <a:r>
                  <a:rPr lang="zh-CN" altLang="en-US" sz="1200"/>
                  <a:t> </a:t>
                </a:r>
                <a:r>
                  <a:rPr lang="en-US" altLang="zh-CN" sz="1200"/>
                  <a:t>Balance</a:t>
                </a:r>
                <a:endParaRPr lang="en-US" sz="1200"/>
              </a:p>
            </p:txBody>
          </p:sp>
        </p:grpSp>
      </p:grpSp>
      <p:pic>
        <p:nvPicPr>
          <p:cNvPr id="504" name="Picture 503">
            <a:extLst>
              <a:ext uri="{FF2B5EF4-FFF2-40B4-BE49-F238E27FC236}">
                <a16:creationId xmlns:a16="http://schemas.microsoft.com/office/drawing/2014/main" id="{9B7EC64C-BEA6-235A-328E-85205C077313}"/>
              </a:ext>
            </a:extLst>
          </p:cNvPr>
          <p:cNvPicPr>
            <a:picLocks noChangeAspect="1"/>
          </p:cNvPicPr>
          <p:nvPr/>
        </p:nvPicPr>
        <p:blipFill>
          <a:blip r:embed="rId14"/>
          <a:stretch>
            <a:fillRect/>
          </a:stretch>
        </p:blipFill>
        <p:spPr>
          <a:xfrm>
            <a:off x="5820070" y="837236"/>
            <a:ext cx="677447" cy="677447"/>
          </a:xfrm>
          <a:prstGeom prst="rect">
            <a:avLst/>
          </a:prstGeom>
        </p:spPr>
      </p:pic>
      <p:pic>
        <p:nvPicPr>
          <p:cNvPr id="505" name="Picture 504">
            <a:extLst>
              <a:ext uri="{FF2B5EF4-FFF2-40B4-BE49-F238E27FC236}">
                <a16:creationId xmlns:a16="http://schemas.microsoft.com/office/drawing/2014/main" id="{5BB980D7-B2D4-3DF9-C615-F9D33C7B45B2}"/>
              </a:ext>
            </a:extLst>
          </p:cNvPr>
          <p:cNvPicPr>
            <a:picLocks noChangeAspect="1"/>
          </p:cNvPicPr>
          <p:nvPr/>
        </p:nvPicPr>
        <p:blipFill>
          <a:blip r:embed="rId15"/>
          <a:stretch>
            <a:fillRect/>
          </a:stretch>
        </p:blipFill>
        <p:spPr>
          <a:xfrm>
            <a:off x="6213872" y="1752308"/>
            <a:ext cx="808692" cy="808692"/>
          </a:xfrm>
          <a:prstGeom prst="rect">
            <a:avLst/>
          </a:prstGeom>
        </p:spPr>
      </p:pic>
      <p:sp>
        <p:nvSpPr>
          <p:cNvPr id="506" name="TextBox 505">
            <a:extLst>
              <a:ext uri="{FF2B5EF4-FFF2-40B4-BE49-F238E27FC236}">
                <a16:creationId xmlns:a16="http://schemas.microsoft.com/office/drawing/2014/main" id="{0C019290-0A8F-82D9-C0A7-6CE2DB1DCB68}"/>
              </a:ext>
            </a:extLst>
          </p:cNvPr>
          <p:cNvSpPr txBox="1"/>
          <p:nvPr/>
        </p:nvSpPr>
        <p:spPr>
          <a:xfrm>
            <a:off x="4537419" y="2422500"/>
            <a:ext cx="689086" cy="276999"/>
          </a:xfrm>
          <a:prstGeom prst="rect">
            <a:avLst/>
          </a:prstGeom>
          <a:noFill/>
        </p:spPr>
        <p:txBody>
          <a:bodyPr wrap="square" rtlCol="0">
            <a:spAutoFit/>
          </a:bodyPr>
          <a:lstStyle/>
          <a:p>
            <a:pPr algn="ctr"/>
            <a:r>
              <a:rPr lang="en-US" sz="1200"/>
              <a:t>Storage</a:t>
            </a:r>
          </a:p>
        </p:txBody>
      </p:sp>
      <p:sp>
        <p:nvSpPr>
          <p:cNvPr id="507" name="TextBox 506">
            <a:extLst>
              <a:ext uri="{FF2B5EF4-FFF2-40B4-BE49-F238E27FC236}">
                <a16:creationId xmlns:a16="http://schemas.microsoft.com/office/drawing/2014/main" id="{0AED0BAF-E743-FC7C-CD1F-BCA564DFA459}"/>
              </a:ext>
            </a:extLst>
          </p:cNvPr>
          <p:cNvSpPr txBox="1"/>
          <p:nvPr/>
        </p:nvSpPr>
        <p:spPr>
          <a:xfrm>
            <a:off x="5397317" y="2421565"/>
            <a:ext cx="689086" cy="276999"/>
          </a:xfrm>
          <a:prstGeom prst="rect">
            <a:avLst/>
          </a:prstGeom>
          <a:noFill/>
        </p:spPr>
        <p:txBody>
          <a:bodyPr wrap="square" rtlCol="0">
            <a:spAutoFit/>
          </a:bodyPr>
          <a:lstStyle/>
          <a:p>
            <a:pPr algn="ctr"/>
            <a:r>
              <a:rPr lang="en-US" sz="1200"/>
              <a:t>Servers</a:t>
            </a:r>
          </a:p>
        </p:txBody>
      </p:sp>
      <p:sp>
        <p:nvSpPr>
          <p:cNvPr id="508" name="TextBox 507">
            <a:extLst>
              <a:ext uri="{FF2B5EF4-FFF2-40B4-BE49-F238E27FC236}">
                <a16:creationId xmlns:a16="http://schemas.microsoft.com/office/drawing/2014/main" id="{1BD9C6DF-3146-67CC-BF65-026A88DF594C}"/>
              </a:ext>
            </a:extLst>
          </p:cNvPr>
          <p:cNvSpPr txBox="1"/>
          <p:nvPr/>
        </p:nvSpPr>
        <p:spPr>
          <a:xfrm>
            <a:off x="6190427" y="2423105"/>
            <a:ext cx="835594" cy="276999"/>
          </a:xfrm>
          <a:prstGeom prst="rect">
            <a:avLst/>
          </a:prstGeom>
          <a:noFill/>
        </p:spPr>
        <p:txBody>
          <a:bodyPr wrap="square" rtlCol="0">
            <a:spAutoFit/>
          </a:bodyPr>
          <a:lstStyle/>
          <a:p>
            <a:pPr algn="ctr"/>
            <a:r>
              <a:rPr lang="en-US" sz="1200"/>
              <a:t>Network</a:t>
            </a:r>
          </a:p>
        </p:txBody>
      </p:sp>
      <p:cxnSp>
        <p:nvCxnSpPr>
          <p:cNvPr id="510" name="Straight Arrow Connector 509">
            <a:extLst>
              <a:ext uri="{FF2B5EF4-FFF2-40B4-BE49-F238E27FC236}">
                <a16:creationId xmlns:a16="http://schemas.microsoft.com/office/drawing/2014/main" id="{C8B9A858-4199-4A47-074C-0B318B6FC636}"/>
              </a:ext>
            </a:extLst>
          </p:cNvPr>
          <p:cNvCxnSpPr>
            <a:cxnSpLocks/>
          </p:cNvCxnSpPr>
          <p:nvPr/>
        </p:nvCxnSpPr>
        <p:spPr>
          <a:xfrm flipV="1">
            <a:off x="1883508" y="2698564"/>
            <a:ext cx="1008813" cy="72629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2" name="Straight Arrow Connector 511">
            <a:extLst>
              <a:ext uri="{FF2B5EF4-FFF2-40B4-BE49-F238E27FC236}">
                <a16:creationId xmlns:a16="http://schemas.microsoft.com/office/drawing/2014/main" id="{6AD0DD49-74C4-5B75-A16D-A0D3322CB3EF}"/>
              </a:ext>
            </a:extLst>
          </p:cNvPr>
          <p:cNvCxnSpPr/>
          <p:nvPr/>
        </p:nvCxnSpPr>
        <p:spPr>
          <a:xfrm flipH="1" flipV="1">
            <a:off x="2915322" y="2698564"/>
            <a:ext cx="195201" cy="70699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4" name="Straight Arrow Connector 513">
            <a:extLst>
              <a:ext uri="{FF2B5EF4-FFF2-40B4-BE49-F238E27FC236}">
                <a16:creationId xmlns:a16="http://schemas.microsoft.com/office/drawing/2014/main" id="{B52B9C4C-D0B1-7676-D4F4-73B5B01588B8}"/>
              </a:ext>
            </a:extLst>
          </p:cNvPr>
          <p:cNvCxnSpPr>
            <a:cxnSpLocks/>
          </p:cNvCxnSpPr>
          <p:nvPr/>
        </p:nvCxnSpPr>
        <p:spPr>
          <a:xfrm flipH="1" flipV="1">
            <a:off x="2915322" y="2687059"/>
            <a:ext cx="1487673" cy="7184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5" name="Straight Arrow Connector 514">
            <a:extLst>
              <a:ext uri="{FF2B5EF4-FFF2-40B4-BE49-F238E27FC236}">
                <a16:creationId xmlns:a16="http://schemas.microsoft.com/office/drawing/2014/main" id="{56CCAAB1-EF3C-2AE6-4C20-DB17489230FC}"/>
              </a:ext>
            </a:extLst>
          </p:cNvPr>
          <p:cNvCxnSpPr>
            <a:cxnSpLocks/>
          </p:cNvCxnSpPr>
          <p:nvPr/>
        </p:nvCxnSpPr>
        <p:spPr>
          <a:xfrm flipH="1" flipV="1">
            <a:off x="2915322" y="2675120"/>
            <a:ext cx="3926546" cy="7262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20" name="TextBox 519">
            <a:extLst>
              <a:ext uri="{FF2B5EF4-FFF2-40B4-BE49-F238E27FC236}">
                <a16:creationId xmlns:a16="http://schemas.microsoft.com/office/drawing/2014/main" id="{5CEC393F-5065-D4E0-A737-F298544000B8}"/>
              </a:ext>
            </a:extLst>
          </p:cNvPr>
          <p:cNvSpPr txBox="1"/>
          <p:nvPr/>
        </p:nvSpPr>
        <p:spPr>
          <a:xfrm>
            <a:off x="213523" y="2973509"/>
            <a:ext cx="1793571" cy="307777"/>
          </a:xfrm>
          <a:prstGeom prst="rect">
            <a:avLst/>
          </a:prstGeom>
          <a:noFill/>
        </p:spPr>
        <p:txBody>
          <a:bodyPr wrap="square" rtlCol="0">
            <a:spAutoFit/>
          </a:bodyPr>
          <a:lstStyle/>
          <a:p>
            <a:r>
              <a:rPr lang="en-US" sz="1400"/>
              <a:t>flow-level, logs, event </a:t>
            </a:r>
          </a:p>
        </p:txBody>
      </p:sp>
      <p:sp>
        <p:nvSpPr>
          <p:cNvPr id="521" name="TextBox 520">
            <a:extLst>
              <a:ext uri="{FF2B5EF4-FFF2-40B4-BE49-F238E27FC236}">
                <a16:creationId xmlns:a16="http://schemas.microsoft.com/office/drawing/2014/main" id="{450F8727-51CF-DFC7-5676-E2A3E3F37F64}"/>
              </a:ext>
            </a:extLst>
          </p:cNvPr>
          <p:cNvSpPr txBox="1"/>
          <p:nvPr/>
        </p:nvSpPr>
        <p:spPr>
          <a:xfrm>
            <a:off x="6532858" y="2909892"/>
            <a:ext cx="1791168" cy="307777"/>
          </a:xfrm>
          <a:prstGeom prst="rect">
            <a:avLst/>
          </a:prstGeom>
          <a:noFill/>
        </p:spPr>
        <p:txBody>
          <a:bodyPr wrap="square" rtlCol="0">
            <a:spAutoFit/>
          </a:bodyPr>
          <a:lstStyle/>
          <a:p>
            <a:r>
              <a:rPr lang="en-US" sz="1400"/>
              <a:t>medical sensitive data</a:t>
            </a:r>
          </a:p>
        </p:txBody>
      </p:sp>
      <p:cxnSp>
        <p:nvCxnSpPr>
          <p:cNvPr id="522" name="Straight Arrow Connector 521">
            <a:extLst>
              <a:ext uri="{FF2B5EF4-FFF2-40B4-BE49-F238E27FC236}">
                <a16:creationId xmlns:a16="http://schemas.microsoft.com/office/drawing/2014/main" id="{0B1E9F79-70AD-FD3B-BF6F-5EC7BFF10F8E}"/>
              </a:ext>
            </a:extLst>
          </p:cNvPr>
          <p:cNvCxnSpPr>
            <a:cxnSpLocks/>
            <a:endCxn id="507" idx="2"/>
          </p:cNvCxnSpPr>
          <p:nvPr/>
        </p:nvCxnSpPr>
        <p:spPr>
          <a:xfrm flipV="1">
            <a:off x="2117979" y="2698564"/>
            <a:ext cx="3623881" cy="7391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5" name="Straight Arrow Connector 524">
            <a:extLst>
              <a:ext uri="{FF2B5EF4-FFF2-40B4-BE49-F238E27FC236}">
                <a16:creationId xmlns:a16="http://schemas.microsoft.com/office/drawing/2014/main" id="{3C8BEF32-DEB8-FFD2-4D07-32B88B819F8A}"/>
              </a:ext>
            </a:extLst>
          </p:cNvPr>
          <p:cNvCxnSpPr>
            <a:cxnSpLocks/>
            <a:endCxn id="507" idx="2"/>
          </p:cNvCxnSpPr>
          <p:nvPr/>
        </p:nvCxnSpPr>
        <p:spPr>
          <a:xfrm flipH="1" flipV="1">
            <a:off x="5741860" y="2698564"/>
            <a:ext cx="1135081" cy="70285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9" name="Straight Arrow Connector 528">
            <a:extLst>
              <a:ext uri="{FF2B5EF4-FFF2-40B4-BE49-F238E27FC236}">
                <a16:creationId xmlns:a16="http://schemas.microsoft.com/office/drawing/2014/main" id="{3480E212-627F-E856-AE36-1A318034451C}"/>
              </a:ext>
            </a:extLst>
          </p:cNvPr>
          <p:cNvCxnSpPr>
            <a:cxnSpLocks/>
            <a:endCxn id="507" idx="2"/>
          </p:cNvCxnSpPr>
          <p:nvPr/>
        </p:nvCxnSpPr>
        <p:spPr>
          <a:xfrm flipV="1">
            <a:off x="4606779" y="2698564"/>
            <a:ext cx="1135081" cy="7580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2" name="Straight Arrow Connector 531">
            <a:extLst>
              <a:ext uri="{FF2B5EF4-FFF2-40B4-BE49-F238E27FC236}">
                <a16:creationId xmlns:a16="http://schemas.microsoft.com/office/drawing/2014/main" id="{2CC5E84D-832D-95D9-FEF4-FB0F2ABCC6F4}"/>
              </a:ext>
            </a:extLst>
          </p:cNvPr>
          <p:cNvCxnSpPr>
            <a:cxnSpLocks/>
            <a:endCxn id="507" idx="2"/>
          </p:cNvCxnSpPr>
          <p:nvPr/>
        </p:nvCxnSpPr>
        <p:spPr>
          <a:xfrm flipV="1">
            <a:off x="3402141" y="2698564"/>
            <a:ext cx="2339719" cy="749739"/>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39" name="Right Arrow 538">
            <a:extLst>
              <a:ext uri="{FF2B5EF4-FFF2-40B4-BE49-F238E27FC236}">
                <a16:creationId xmlns:a16="http://schemas.microsoft.com/office/drawing/2014/main" id="{A833D424-4117-140C-1CFD-D31DB4111D30}"/>
              </a:ext>
            </a:extLst>
          </p:cNvPr>
          <p:cNvSpPr/>
          <p:nvPr/>
        </p:nvSpPr>
        <p:spPr>
          <a:xfrm rot="10800000">
            <a:off x="7384787" y="1163852"/>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1" name="TextBox 540">
            <a:extLst>
              <a:ext uri="{FF2B5EF4-FFF2-40B4-BE49-F238E27FC236}">
                <a16:creationId xmlns:a16="http://schemas.microsoft.com/office/drawing/2014/main" id="{9C221195-4E14-6C2E-E699-955EDAE2E121}"/>
              </a:ext>
            </a:extLst>
          </p:cNvPr>
          <p:cNvSpPr txBox="1"/>
          <p:nvPr/>
        </p:nvSpPr>
        <p:spPr>
          <a:xfrm>
            <a:off x="6400801" y="1449518"/>
            <a:ext cx="1660587" cy="369332"/>
          </a:xfrm>
          <a:prstGeom prst="rect">
            <a:avLst/>
          </a:prstGeom>
          <a:noFill/>
        </p:spPr>
        <p:txBody>
          <a:bodyPr wrap="square">
            <a:spAutoFit/>
          </a:bodyPr>
          <a:lstStyle/>
          <a:p>
            <a:pPr algn="ctr"/>
            <a:r>
              <a:rPr lang="en-US"/>
              <a:t>Cloud layer</a:t>
            </a:r>
          </a:p>
        </p:txBody>
      </p:sp>
      <p:pic>
        <p:nvPicPr>
          <p:cNvPr id="545" name="Picture 544">
            <a:extLst>
              <a:ext uri="{FF2B5EF4-FFF2-40B4-BE49-F238E27FC236}">
                <a16:creationId xmlns:a16="http://schemas.microsoft.com/office/drawing/2014/main" id="{C690DFA2-CFEA-3D3C-414A-9EF73C055B2A}"/>
              </a:ext>
            </a:extLst>
          </p:cNvPr>
          <p:cNvPicPr>
            <a:picLocks noChangeAspect="1"/>
          </p:cNvPicPr>
          <p:nvPr/>
        </p:nvPicPr>
        <p:blipFill>
          <a:blip r:embed="rId16"/>
          <a:stretch>
            <a:fillRect/>
          </a:stretch>
        </p:blipFill>
        <p:spPr>
          <a:xfrm>
            <a:off x="276215" y="987123"/>
            <a:ext cx="901956" cy="901956"/>
          </a:xfrm>
          <a:prstGeom prst="rect">
            <a:avLst/>
          </a:prstGeom>
        </p:spPr>
      </p:pic>
      <p:sp>
        <p:nvSpPr>
          <p:cNvPr id="546" name="Right Arrow 545">
            <a:extLst>
              <a:ext uri="{FF2B5EF4-FFF2-40B4-BE49-F238E27FC236}">
                <a16:creationId xmlns:a16="http://schemas.microsoft.com/office/drawing/2014/main" id="{B5BE367B-9F68-9009-485F-BF052854C57F}"/>
              </a:ext>
            </a:extLst>
          </p:cNvPr>
          <p:cNvSpPr/>
          <p:nvPr/>
        </p:nvSpPr>
        <p:spPr>
          <a:xfrm>
            <a:off x="1214290" y="1288475"/>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6" name="Down Arrow 555">
            <a:extLst>
              <a:ext uri="{FF2B5EF4-FFF2-40B4-BE49-F238E27FC236}">
                <a16:creationId xmlns:a16="http://schemas.microsoft.com/office/drawing/2014/main" id="{AE990C64-5F76-203C-7BC2-DB490D0CA21F}"/>
              </a:ext>
            </a:extLst>
          </p:cNvPr>
          <p:cNvSpPr/>
          <p:nvPr/>
        </p:nvSpPr>
        <p:spPr>
          <a:xfrm rot="10800000">
            <a:off x="1910870" y="2971008"/>
            <a:ext cx="190572" cy="288471"/>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7" name="TextBox 556">
            <a:extLst>
              <a:ext uri="{FF2B5EF4-FFF2-40B4-BE49-F238E27FC236}">
                <a16:creationId xmlns:a16="http://schemas.microsoft.com/office/drawing/2014/main" id="{50145E00-AFE4-74D3-EF0B-4D07301BB57E}"/>
              </a:ext>
            </a:extLst>
          </p:cNvPr>
          <p:cNvSpPr txBox="1"/>
          <p:nvPr/>
        </p:nvSpPr>
        <p:spPr>
          <a:xfrm>
            <a:off x="211644" y="2545609"/>
            <a:ext cx="1673743" cy="307777"/>
          </a:xfrm>
          <a:prstGeom prst="rect">
            <a:avLst/>
          </a:prstGeom>
          <a:noFill/>
        </p:spPr>
        <p:txBody>
          <a:bodyPr wrap="square" rtlCol="0">
            <a:spAutoFit/>
          </a:bodyPr>
          <a:lstStyle/>
          <a:p>
            <a:r>
              <a:rPr lang="en-US" sz="1400"/>
              <a:t>Alter, Security policy</a:t>
            </a:r>
          </a:p>
        </p:txBody>
      </p:sp>
      <p:sp>
        <p:nvSpPr>
          <p:cNvPr id="558" name="Down Arrow 557">
            <a:extLst>
              <a:ext uri="{FF2B5EF4-FFF2-40B4-BE49-F238E27FC236}">
                <a16:creationId xmlns:a16="http://schemas.microsoft.com/office/drawing/2014/main" id="{C5BDD97A-02E6-1F57-66E7-82EA81B916AF}"/>
              </a:ext>
            </a:extLst>
          </p:cNvPr>
          <p:cNvSpPr/>
          <p:nvPr/>
        </p:nvSpPr>
        <p:spPr>
          <a:xfrm>
            <a:off x="1790180" y="2563942"/>
            <a:ext cx="190572" cy="283469"/>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 name="TextBox 563">
            <a:extLst>
              <a:ext uri="{FF2B5EF4-FFF2-40B4-BE49-F238E27FC236}">
                <a16:creationId xmlns:a16="http://schemas.microsoft.com/office/drawing/2014/main" id="{924D6D18-77D5-FA64-B928-D5DCF50771DC}"/>
              </a:ext>
            </a:extLst>
          </p:cNvPr>
          <p:cNvSpPr txBox="1"/>
          <p:nvPr/>
        </p:nvSpPr>
        <p:spPr>
          <a:xfrm>
            <a:off x="7775794" y="1671496"/>
            <a:ext cx="2400416" cy="523220"/>
          </a:xfrm>
          <a:prstGeom prst="rect">
            <a:avLst/>
          </a:prstGeom>
          <a:noFill/>
        </p:spPr>
        <p:txBody>
          <a:bodyPr wrap="square" rtlCol="0">
            <a:spAutoFit/>
          </a:bodyPr>
          <a:lstStyle/>
          <a:p>
            <a:r>
              <a:rPr lang="en-US" sz="1400"/>
              <a:t>Healthcare </a:t>
            </a:r>
          </a:p>
          <a:p>
            <a:r>
              <a:rPr lang="en-US" sz="1400"/>
              <a:t>Professional</a:t>
            </a:r>
          </a:p>
        </p:txBody>
      </p:sp>
      <p:sp>
        <p:nvSpPr>
          <p:cNvPr id="565" name="TextBox 564">
            <a:extLst>
              <a:ext uri="{FF2B5EF4-FFF2-40B4-BE49-F238E27FC236}">
                <a16:creationId xmlns:a16="http://schemas.microsoft.com/office/drawing/2014/main" id="{5F06E0B9-783A-984A-F532-1DCDAA0710C5}"/>
              </a:ext>
            </a:extLst>
          </p:cNvPr>
          <p:cNvSpPr txBox="1"/>
          <p:nvPr/>
        </p:nvSpPr>
        <p:spPr>
          <a:xfrm>
            <a:off x="268109" y="1886783"/>
            <a:ext cx="2400416" cy="307777"/>
          </a:xfrm>
          <a:prstGeom prst="rect">
            <a:avLst/>
          </a:prstGeom>
          <a:noFill/>
        </p:spPr>
        <p:txBody>
          <a:bodyPr wrap="square" rtlCol="0">
            <a:spAutoFit/>
          </a:bodyPr>
          <a:lstStyle/>
          <a:p>
            <a:r>
              <a:rPr lang="en-US" sz="1400"/>
              <a:t>Security Operator</a:t>
            </a:r>
          </a:p>
        </p:txBody>
      </p:sp>
      <p:sp>
        <p:nvSpPr>
          <p:cNvPr id="566" name="Down Arrow 565">
            <a:extLst>
              <a:ext uri="{FF2B5EF4-FFF2-40B4-BE49-F238E27FC236}">
                <a16:creationId xmlns:a16="http://schemas.microsoft.com/office/drawing/2014/main" id="{C6AC29B0-9C07-2CDF-FA35-0A9DD19A9C1D}"/>
              </a:ext>
            </a:extLst>
          </p:cNvPr>
          <p:cNvSpPr/>
          <p:nvPr/>
        </p:nvSpPr>
        <p:spPr>
          <a:xfrm rot="10800000">
            <a:off x="8237149" y="2875660"/>
            <a:ext cx="190572" cy="288471"/>
          </a:xfrm>
          <a:prstGeom prst="downArrow">
            <a:avLst/>
          </a:prstGeom>
          <a:noFill/>
          <a:ln>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67" name="Picture 566">
            <a:extLst>
              <a:ext uri="{FF2B5EF4-FFF2-40B4-BE49-F238E27FC236}">
                <a16:creationId xmlns:a16="http://schemas.microsoft.com/office/drawing/2014/main" id="{EF1830C7-89C7-C849-A04A-C3E794550CE9}"/>
              </a:ext>
            </a:extLst>
          </p:cNvPr>
          <p:cNvPicPr>
            <a:picLocks noChangeAspect="1"/>
          </p:cNvPicPr>
          <p:nvPr/>
        </p:nvPicPr>
        <p:blipFill>
          <a:blip r:embed="rId17"/>
          <a:stretch>
            <a:fillRect/>
          </a:stretch>
        </p:blipFill>
        <p:spPr>
          <a:xfrm flipH="1">
            <a:off x="1742839" y="5837732"/>
            <a:ext cx="304800" cy="304800"/>
          </a:xfrm>
          <a:prstGeom prst="rect">
            <a:avLst/>
          </a:prstGeom>
        </p:spPr>
      </p:pic>
      <p:pic>
        <p:nvPicPr>
          <p:cNvPr id="569" name="Picture 568">
            <a:extLst>
              <a:ext uri="{FF2B5EF4-FFF2-40B4-BE49-F238E27FC236}">
                <a16:creationId xmlns:a16="http://schemas.microsoft.com/office/drawing/2014/main" id="{07082627-779C-5766-F416-42204AC6C8DD}"/>
              </a:ext>
            </a:extLst>
          </p:cNvPr>
          <p:cNvPicPr>
            <a:picLocks noChangeAspect="1"/>
          </p:cNvPicPr>
          <p:nvPr/>
        </p:nvPicPr>
        <p:blipFill>
          <a:blip r:embed="rId17"/>
          <a:stretch>
            <a:fillRect/>
          </a:stretch>
        </p:blipFill>
        <p:spPr>
          <a:xfrm flipH="1">
            <a:off x="3128110" y="5835210"/>
            <a:ext cx="304800" cy="304800"/>
          </a:xfrm>
          <a:prstGeom prst="rect">
            <a:avLst/>
          </a:prstGeom>
        </p:spPr>
      </p:pic>
      <p:pic>
        <p:nvPicPr>
          <p:cNvPr id="570" name="Picture 569">
            <a:extLst>
              <a:ext uri="{FF2B5EF4-FFF2-40B4-BE49-F238E27FC236}">
                <a16:creationId xmlns:a16="http://schemas.microsoft.com/office/drawing/2014/main" id="{D762E1E1-36B3-74A5-D689-DC0F30DA4EAB}"/>
              </a:ext>
            </a:extLst>
          </p:cNvPr>
          <p:cNvPicPr>
            <a:picLocks noChangeAspect="1"/>
          </p:cNvPicPr>
          <p:nvPr/>
        </p:nvPicPr>
        <p:blipFill>
          <a:blip r:embed="rId17"/>
          <a:stretch>
            <a:fillRect/>
          </a:stretch>
        </p:blipFill>
        <p:spPr>
          <a:xfrm flipH="1">
            <a:off x="4519251" y="5850269"/>
            <a:ext cx="304800" cy="304800"/>
          </a:xfrm>
          <a:prstGeom prst="rect">
            <a:avLst/>
          </a:prstGeom>
        </p:spPr>
      </p:pic>
      <p:pic>
        <p:nvPicPr>
          <p:cNvPr id="571" name="Picture 570">
            <a:extLst>
              <a:ext uri="{FF2B5EF4-FFF2-40B4-BE49-F238E27FC236}">
                <a16:creationId xmlns:a16="http://schemas.microsoft.com/office/drawing/2014/main" id="{7D461BD1-BEE4-31AC-A99D-54070E13DA17}"/>
              </a:ext>
            </a:extLst>
          </p:cNvPr>
          <p:cNvPicPr>
            <a:picLocks noChangeAspect="1"/>
          </p:cNvPicPr>
          <p:nvPr/>
        </p:nvPicPr>
        <p:blipFill>
          <a:blip r:embed="rId17"/>
          <a:stretch>
            <a:fillRect/>
          </a:stretch>
        </p:blipFill>
        <p:spPr>
          <a:xfrm flipH="1">
            <a:off x="6826742" y="5842743"/>
            <a:ext cx="304800" cy="304800"/>
          </a:xfrm>
          <a:prstGeom prst="rect">
            <a:avLst/>
          </a:prstGeom>
        </p:spPr>
      </p:pic>
    </p:spTree>
    <p:extLst>
      <p:ext uri="{BB962C8B-B14F-4D97-AF65-F5344CB8AC3E}">
        <p14:creationId xmlns:p14="http://schemas.microsoft.com/office/powerpoint/2010/main" val="2133037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3ABF-1F47-C53C-0C3A-87BDD3D8492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6727677-89B0-8CFD-39B7-288A3FDBB57D}"/>
              </a:ext>
            </a:extLst>
          </p:cNvPr>
          <p:cNvSpPr/>
          <p:nvPr/>
        </p:nvSpPr>
        <p:spPr>
          <a:xfrm>
            <a:off x="4997038" y="1131158"/>
            <a:ext cx="2272894" cy="5598875"/>
          </a:xfrm>
          <a:prstGeom prst="rect">
            <a:avLst/>
          </a:prstGeom>
          <a:solidFill>
            <a:schemeClr val="accent3">
              <a:lumMod val="60000"/>
              <a:lumOff val="40000"/>
              <a:alpha val="50000"/>
            </a:schemeClr>
          </a:solidFill>
          <a:ln w="12700" cap="flat">
            <a:solidFill>
              <a:schemeClr val="accent1">
                <a:shade val="95000"/>
                <a:satMod val="105000"/>
              </a:schemeClr>
            </a:solidFill>
            <a:prstDash val="dash"/>
            <a:round/>
            <a:extLst>
              <a:ext uri="{C807C97D-BFC1-408E-A445-0C87EB9F89A2}">
                <ask:lineSketchStyleProps xmlns:ask="http://schemas.microsoft.com/office/drawing/2018/sketchyshapes" sd="1219033472">
                  <a:custGeom>
                    <a:avLst/>
                    <a:gdLst>
                      <a:gd name="csX0" fmla="*/ 0 w 2272894"/>
                      <a:gd name="csY0" fmla="*/ 0 h 5459907"/>
                      <a:gd name="csX1" fmla="*/ 2272894 w 2272894"/>
                      <a:gd name="csY1" fmla="*/ 0 h 5459907"/>
                      <a:gd name="csX2" fmla="*/ 2272894 w 2272894"/>
                      <a:gd name="csY2" fmla="*/ 5459907 h 5459907"/>
                      <a:gd name="csX3" fmla="*/ 0 w 2272894"/>
                      <a:gd name="csY3" fmla="*/ 5459907 h 5459907"/>
                      <a:gd name="csX4" fmla="*/ 0 w 2272894"/>
                      <a:gd name="csY4" fmla="*/ 0 h 5459907"/>
                    </a:gdLst>
                    <a:ahLst/>
                    <a:cxnLst>
                      <a:cxn ang="0">
                        <a:pos x="csX0" y="csY0"/>
                      </a:cxn>
                      <a:cxn ang="0">
                        <a:pos x="csX1" y="csY1"/>
                      </a:cxn>
                      <a:cxn ang="0">
                        <a:pos x="csX2" y="csY2"/>
                      </a:cxn>
                      <a:cxn ang="0">
                        <a:pos x="csX3" y="csY3"/>
                      </a:cxn>
                      <a:cxn ang="0">
                        <a:pos x="csX4" y="csY4"/>
                      </a:cxn>
                    </a:cxnLst>
                    <a:rect l="l" t="t" r="r" b="b"/>
                    <a:pathLst>
                      <a:path w="2272894" h="5459907" fill="none" extrusionOk="0">
                        <a:moveTo>
                          <a:pt x="0" y="0"/>
                        </a:moveTo>
                        <a:cubicBezTo>
                          <a:pt x="246963" y="-49533"/>
                          <a:pt x="1730072" y="-14809"/>
                          <a:pt x="2272894" y="0"/>
                        </a:cubicBezTo>
                        <a:cubicBezTo>
                          <a:pt x="2360533" y="2338663"/>
                          <a:pt x="2200215" y="4176473"/>
                          <a:pt x="2272894" y="5459907"/>
                        </a:cubicBezTo>
                        <a:cubicBezTo>
                          <a:pt x="1517392" y="5411676"/>
                          <a:pt x="689315" y="5544362"/>
                          <a:pt x="0" y="5459907"/>
                        </a:cubicBezTo>
                        <a:cubicBezTo>
                          <a:pt x="-38581" y="2766092"/>
                          <a:pt x="63341" y="1068132"/>
                          <a:pt x="0" y="0"/>
                        </a:cubicBezTo>
                        <a:close/>
                      </a:path>
                      <a:path w="2272894" h="5459907" stroke="0" extrusionOk="0">
                        <a:moveTo>
                          <a:pt x="0" y="0"/>
                        </a:moveTo>
                        <a:cubicBezTo>
                          <a:pt x="1036537" y="118645"/>
                          <a:pt x="1713750" y="116012"/>
                          <a:pt x="2272894" y="0"/>
                        </a:cubicBezTo>
                        <a:cubicBezTo>
                          <a:pt x="2140012" y="799698"/>
                          <a:pt x="2357845" y="4086530"/>
                          <a:pt x="2272894" y="5459907"/>
                        </a:cubicBezTo>
                        <a:cubicBezTo>
                          <a:pt x="1934076" y="5594507"/>
                          <a:pt x="974238" y="5302711"/>
                          <a:pt x="0" y="5459907"/>
                        </a:cubicBezTo>
                        <a:cubicBezTo>
                          <a:pt x="-20187" y="4095132"/>
                          <a:pt x="-152480" y="2529508"/>
                          <a:pt x="0" y="0"/>
                        </a:cubicBezTo>
                        <a:close/>
                      </a:path>
                    </a:pathLst>
                  </a:custGeom>
                  <ask:type>
                    <ask:lineSketchNone/>
                  </ask:type>
                </ask:lineSketchStyleProps>
              </a:ext>
            </a:extLst>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8F36B1E-4421-62CA-E09E-DFAE03ECBDBB}"/>
              </a:ext>
            </a:extLst>
          </p:cNvPr>
          <p:cNvSpPr/>
          <p:nvPr/>
        </p:nvSpPr>
        <p:spPr>
          <a:xfrm>
            <a:off x="457200" y="4364211"/>
            <a:ext cx="7140659" cy="2210760"/>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7649C-399B-A7D8-23B6-9103D9339C31}"/>
              </a:ext>
            </a:extLst>
          </p:cNvPr>
          <p:cNvSpPr>
            <a:spLocks noGrp="1"/>
          </p:cNvSpPr>
          <p:nvPr>
            <p:ph type="title"/>
          </p:nvPr>
        </p:nvSpPr>
        <p:spPr>
          <a:xfrm>
            <a:off x="360013" y="-11842"/>
            <a:ext cx="8229600" cy="1143000"/>
          </a:xfrm>
        </p:spPr>
        <p:txBody>
          <a:bodyPr>
            <a:noAutofit/>
          </a:bodyPr>
          <a:lstStyle/>
          <a:p>
            <a:r>
              <a:rPr sz="3200"/>
              <a:t>Methodology: </a:t>
            </a:r>
            <a:r>
              <a:rPr lang="en-GB" sz="3200"/>
              <a:t>Proposed Simulation Framework</a:t>
            </a:r>
            <a:endParaRPr sz="3200"/>
          </a:p>
        </p:txBody>
      </p:sp>
      <p:sp>
        <p:nvSpPr>
          <p:cNvPr id="6" name="Can 5">
            <a:extLst>
              <a:ext uri="{FF2B5EF4-FFF2-40B4-BE49-F238E27FC236}">
                <a16:creationId xmlns:a16="http://schemas.microsoft.com/office/drawing/2014/main" id="{951E455F-C561-6E58-CC8E-0C4FC5F238BF}"/>
              </a:ext>
            </a:extLst>
          </p:cNvPr>
          <p:cNvSpPr/>
          <p:nvPr/>
        </p:nvSpPr>
        <p:spPr>
          <a:xfrm>
            <a:off x="885385" y="5000423"/>
            <a:ext cx="1018903" cy="1143000"/>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err="1"/>
              <a:t>DataSet</a:t>
            </a:r>
            <a:endParaRPr lang="en-US"/>
          </a:p>
        </p:txBody>
      </p:sp>
      <p:cxnSp>
        <p:nvCxnSpPr>
          <p:cNvPr id="8" name="Straight Arrow Connector 7">
            <a:extLst>
              <a:ext uri="{FF2B5EF4-FFF2-40B4-BE49-F238E27FC236}">
                <a16:creationId xmlns:a16="http://schemas.microsoft.com/office/drawing/2014/main" id="{FB96A4DD-1145-4C3E-1DBD-CC982FF21C79}"/>
              </a:ext>
            </a:extLst>
          </p:cNvPr>
          <p:cNvCxnSpPr>
            <a:cxnSpLocks/>
            <a:endCxn id="31" idx="1"/>
          </p:cNvCxnSpPr>
          <p:nvPr/>
        </p:nvCxnSpPr>
        <p:spPr>
          <a:xfrm>
            <a:off x="1803929" y="5586074"/>
            <a:ext cx="881742" cy="14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D1390177-FBD9-8F4F-EDA5-30DFBCE23645}"/>
              </a:ext>
            </a:extLst>
          </p:cNvPr>
          <p:cNvSpPr/>
          <p:nvPr/>
        </p:nvSpPr>
        <p:spPr>
          <a:xfrm>
            <a:off x="5183066" y="4724670"/>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GB" sz="1200">
                <a:solidFill>
                  <a:schemeClr val="tx1"/>
                </a:solidFill>
              </a:rPr>
              <a:t>Feature</a:t>
            </a:r>
            <a:r>
              <a:rPr lang="zh-CN" altLang="en-US" sz="1200">
                <a:solidFill>
                  <a:schemeClr val="tx1"/>
                </a:solidFill>
              </a:rPr>
              <a:t> </a:t>
            </a:r>
            <a:r>
              <a:rPr lang="en-US" altLang="zh-CN" sz="1200">
                <a:solidFill>
                  <a:schemeClr val="tx1"/>
                </a:solidFill>
              </a:rPr>
              <a:t>extraction</a:t>
            </a:r>
            <a:endParaRPr lang="en-US" sz="1200">
              <a:solidFill>
                <a:schemeClr val="tx1"/>
              </a:solidFill>
            </a:endParaRPr>
          </a:p>
        </p:txBody>
      </p:sp>
      <p:cxnSp>
        <p:nvCxnSpPr>
          <p:cNvPr id="17" name="Straight Arrow Connector 16">
            <a:extLst>
              <a:ext uri="{FF2B5EF4-FFF2-40B4-BE49-F238E27FC236}">
                <a16:creationId xmlns:a16="http://schemas.microsoft.com/office/drawing/2014/main" id="{2CB87647-8814-233A-C933-61DE9775BEDC}"/>
              </a:ext>
            </a:extLst>
          </p:cNvPr>
          <p:cNvCxnSpPr>
            <a:cxnSpLocks/>
            <a:stCxn id="31" idx="3"/>
            <a:endCxn id="16" idx="1"/>
          </p:cNvCxnSpPr>
          <p:nvPr/>
        </p:nvCxnSpPr>
        <p:spPr>
          <a:xfrm flipV="1">
            <a:off x="4501409" y="5583181"/>
            <a:ext cx="681657" cy="43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481748B-DFA3-5040-1741-08C0E6A1CBC3}"/>
              </a:ext>
            </a:extLst>
          </p:cNvPr>
          <p:cNvSpPr txBox="1"/>
          <p:nvPr/>
        </p:nvSpPr>
        <p:spPr>
          <a:xfrm>
            <a:off x="5156939" y="6070854"/>
            <a:ext cx="1898470" cy="276999"/>
          </a:xfrm>
          <a:prstGeom prst="rect">
            <a:avLst/>
          </a:prstGeom>
          <a:noFill/>
        </p:spPr>
        <p:txBody>
          <a:bodyPr wrap="square" rtlCol="0">
            <a:spAutoFit/>
          </a:bodyPr>
          <a:lstStyle/>
          <a:p>
            <a:r>
              <a:rPr lang="en-US" sz="1200"/>
              <a:t>PCA, </a:t>
            </a:r>
            <a:r>
              <a:rPr lang="en-US" sz="1200" err="1"/>
              <a:t>AutoEncoder</a:t>
            </a:r>
            <a:r>
              <a:rPr lang="en-US" sz="1200"/>
              <a:t>, </a:t>
            </a:r>
            <a:r>
              <a:rPr lang="en-US" sz="1200" err="1"/>
              <a:t>ResNeXt</a:t>
            </a:r>
            <a:endParaRPr lang="en-US" sz="1200"/>
          </a:p>
        </p:txBody>
      </p:sp>
      <p:sp>
        <p:nvSpPr>
          <p:cNvPr id="31" name="Rounded Rectangle 30">
            <a:extLst>
              <a:ext uri="{FF2B5EF4-FFF2-40B4-BE49-F238E27FC236}">
                <a16:creationId xmlns:a16="http://schemas.microsoft.com/office/drawing/2014/main" id="{4C4BE4F8-8409-9639-A500-F83409FCFFA7}"/>
              </a:ext>
            </a:extLst>
          </p:cNvPr>
          <p:cNvSpPr/>
          <p:nvPr/>
        </p:nvSpPr>
        <p:spPr>
          <a:xfrm>
            <a:off x="2685671" y="4729023"/>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a:solidFill>
                  <a:schemeClr val="tx1"/>
                </a:solidFill>
              </a:rPr>
              <a:t>Feature Selection</a:t>
            </a:r>
          </a:p>
        </p:txBody>
      </p:sp>
      <p:sp>
        <p:nvSpPr>
          <p:cNvPr id="34" name="Oval 33">
            <a:extLst>
              <a:ext uri="{FF2B5EF4-FFF2-40B4-BE49-F238E27FC236}">
                <a16:creationId xmlns:a16="http://schemas.microsoft.com/office/drawing/2014/main" id="{898E5945-17AE-5FBB-BC98-0FD633DC2CAC}"/>
              </a:ext>
            </a:extLst>
          </p:cNvPr>
          <p:cNvSpPr/>
          <p:nvPr/>
        </p:nvSpPr>
        <p:spPr>
          <a:xfrm>
            <a:off x="2796705"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D4FE70E-F51F-727A-A874-33B8D4973ACE}"/>
              </a:ext>
            </a:extLst>
          </p:cNvPr>
          <p:cNvSpPr/>
          <p:nvPr/>
        </p:nvSpPr>
        <p:spPr>
          <a:xfrm>
            <a:off x="3114569"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E465672-FFCF-BCE1-F9B8-C0A0E6B71185}"/>
              </a:ext>
            </a:extLst>
          </p:cNvPr>
          <p:cNvSpPr/>
          <p:nvPr/>
        </p:nvSpPr>
        <p:spPr>
          <a:xfrm>
            <a:off x="3458557"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FE35625-CA79-A0B6-4996-D4741B89A479}"/>
              </a:ext>
            </a:extLst>
          </p:cNvPr>
          <p:cNvSpPr/>
          <p:nvPr/>
        </p:nvSpPr>
        <p:spPr>
          <a:xfrm>
            <a:off x="3809075" y="513014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CB2106DB-534B-A3C8-74B6-F9ADB9D133FF}"/>
              </a:ext>
            </a:extLst>
          </p:cNvPr>
          <p:cNvSpPr/>
          <p:nvPr/>
        </p:nvSpPr>
        <p:spPr>
          <a:xfrm>
            <a:off x="4140001" y="513014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Multiply 39">
            <a:extLst>
              <a:ext uri="{FF2B5EF4-FFF2-40B4-BE49-F238E27FC236}">
                <a16:creationId xmlns:a16="http://schemas.microsoft.com/office/drawing/2014/main" id="{20DAA727-43B6-B948-17C0-65167B768785}"/>
              </a:ext>
            </a:extLst>
          </p:cNvPr>
          <p:cNvSpPr/>
          <p:nvPr/>
        </p:nvSpPr>
        <p:spPr>
          <a:xfrm>
            <a:off x="3068851" y="5051951"/>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Multiply 40">
            <a:extLst>
              <a:ext uri="{FF2B5EF4-FFF2-40B4-BE49-F238E27FC236}">
                <a16:creationId xmlns:a16="http://schemas.microsoft.com/office/drawing/2014/main" id="{E8ACCC30-8847-DDF5-0E99-0273CCFD743E}"/>
              </a:ext>
            </a:extLst>
          </p:cNvPr>
          <p:cNvSpPr/>
          <p:nvPr/>
        </p:nvSpPr>
        <p:spPr>
          <a:xfrm>
            <a:off x="3763360" y="5059209"/>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70BE998-DE42-AC75-3931-827DAE46A753}"/>
              </a:ext>
            </a:extLst>
          </p:cNvPr>
          <p:cNvSpPr txBox="1"/>
          <p:nvPr/>
        </p:nvSpPr>
        <p:spPr>
          <a:xfrm>
            <a:off x="2986021" y="5392424"/>
            <a:ext cx="1201419" cy="292388"/>
          </a:xfrm>
          <a:prstGeom prst="rect">
            <a:avLst/>
          </a:prstGeom>
          <a:noFill/>
        </p:spPr>
        <p:txBody>
          <a:bodyPr wrap="none" rtlCol="0">
            <a:spAutoFit/>
          </a:bodyPr>
          <a:lstStyle/>
          <a:p>
            <a:r>
              <a:rPr lang="en-US" sz="1300">
                <a:ea typeface="SimSun" panose="02010600030101010101" pitchFamily="2" charset="-122"/>
              </a:rPr>
              <a:t>Feature</a:t>
            </a:r>
            <a:r>
              <a:rPr lang="zh-CN" altLang="en-US" sz="1300">
                <a:ea typeface="SimSun" panose="02010600030101010101" pitchFamily="2" charset="-122"/>
              </a:rPr>
              <a:t> </a:t>
            </a:r>
            <a:r>
              <a:rPr lang="en-US" altLang="zh-CN" sz="1300">
                <a:ea typeface="SimSun" panose="02010600030101010101" pitchFamily="2" charset="-122"/>
              </a:rPr>
              <a:t>scaling</a:t>
            </a:r>
            <a:endParaRPr lang="en-US" sz="1300">
              <a:ea typeface="SimSun" panose="02010600030101010101" pitchFamily="2" charset="-122"/>
            </a:endParaRPr>
          </a:p>
        </p:txBody>
      </p:sp>
      <p:pic>
        <p:nvPicPr>
          <p:cNvPr id="47" name="Picture 46">
            <a:extLst>
              <a:ext uri="{FF2B5EF4-FFF2-40B4-BE49-F238E27FC236}">
                <a16:creationId xmlns:a16="http://schemas.microsoft.com/office/drawing/2014/main" id="{21949BEA-0A35-9974-7DA4-7DA769B30521}"/>
              </a:ext>
            </a:extLst>
          </p:cNvPr>
          <p:cNvPicPr>
            <a:picLocks noChangeAspect="1"/>
          </p:cNvPicPr>
          <p:nvPr/>
        </p:nvPicPr>
        <p:blipFill>
          <a:blip r:embed="rId3"/>
          <a:stretch>
            <a:fillRect/>
          </a:stretch>
        </p:blipFill>
        <p:spPr>
          <a:xfrm>
            <a:off x="2796705" y="5675867"/>
            <a:ext cx="1610407" cy="635356"/>
          </a:xfrm>
          <a:prstGeom prst="rect">
            <a:avLst/>
          </a:prstGeom>
        </p:spPr>
      </p:pic>
      <p:sp>
        <p:nvSpPr>
          <p:cNvPr id="51" name="Rounded Rectangle 50">
            <a:extLst>
              <a:ext uri="{FF2B5EF4-FFF2-40B4-BE49-F238E27FC236}">
                <a16:creationId xmlns:a16="http://schemas.microsoft.com/office/drawing/2014/main" id="{C104F36B-F534-4203-4C3B-1A7267A0950D}"/>
              </a:ext>
            </a:extLst>
          </p:cNvPr>
          <p:cNvSpPr/>
          <p:nvPr/>
        </p:nvSpPr>
        <p:spPr>
          <a:xfrm>
            <a:off x="3259990" y="1818761"/>
            <a:ext cx="1614198" cy="1601833"/>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err="1">
                <a:solidFill>
                  <a:schemeClr val="tx1"/>
                </a:solidFill>
              </a:rPr>
              <a:t>Classifer</a:t>
            </a:r>
            <a:r>
              <a:rPr lang="zh-CN" altLang="en-US" sz="1200">
                <a:solidFill>
                  <a:schemeClr val="tx1"/>
                </a:solidFill>
              </a:rPr>
              <a:t>  </a:t>
            </a:r>
            <a:r>
              <a:rPr lang="en-US" altLang="zh-CN" sz="1200">
                <a:solidFill>
                  <a:schemeClr val="tx1"/>
                </a:solidFill>
              </a:rPr>
              <a:t>Model</a:t>
            </a:r>
            <a:endParaRPr lang="en-US" sz="1200">
              <a:solidFill>
                <a:schemeClr val="tx1"/>
              </a:solidFill>
            </a:endParaRPr>
          </a:p>
        </p:txBody>
      </p:sp>
      <p:sp>
        <p:nvSpPr>
          <p:cNvPr id="52" name="Rounded Rectangle 51">
            <a:extLst>
              <a:ext uri="{FF2B5EF4-FFF2-40B4-BE49-F238E27FC236}">
                <a16:creationId xmlns:a16="http://schemas.microsoft.com/office/drawing/2014/main" id="{8B8FC5B0-A1F5-D5BD-3910-5A2F09AEB404}"/>
              </a:ext>
            </a:extLst>
          </p:cNvPr>
          <p:cNvSpPr/>
          <p:nvPr/>
        </p:nvSpPr>
        <p:spPr>
          <a:xfrm>
            <a:off x="754743" y="1818761"/>
            <a:ext cx="1582795" cy="1610239"/>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altLang="zh-CN" sz="1200">
                <a:solidFill>
                  <a:schemeClr val="tx1"/>
                </a:solidFill>
              </a:rPr>
              <a:t>Feature Encoding</a:t>
            </a:r>
          </a:p>
        </p:txBody>
      </p:sp>
      <p:cxnSp>
        <p:nvCxnSpPr>
          <p:cNvPr id="56" name="Elbow Connector 55">
            <a:extLst>
              <a:ext uri="{FF2B5EF4-FFF2-40B4-BE49-F238E27FC236}">
                <a16:creationId xmlns:a16="http://schemas.microsoft.com/office/drawing/2014/main" id="{E454A758-71CA-2BDE-0059-C54C08D00CD7}"/>
              </a:ext>
            </a:extLst>
          </p:cNvPr>
          <p:cNvCxnSpPr>
            <a:cxnSpLocks/>
            <a:stCxn id="16" idx="0"/>
            <a:endCxn id="52" idx="2"/>
          </p:cNvCxnSpPr>
          <p:nvPr/>
        </p:nvCxnSpPr>
        <p:spPr>
          <a:xfrm rot="16200000" flipV="1">
            <a:off x="3170703" y="1804438"/>
            <a:ext cx="1295670" cy="4544794"/>
          </a:xfrm>
          <a:prstGeom prst="bentConnector3">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57" name="Right Arrow 56">
            <a:extLst>
              <a:ext uri="{FF2B5EF4-FFF2-40B4-BE49-F238E27FC236}">
                <a16:creationId xmlns:a16="http://schemas.microsoft.com/office/drawing/2014/main" id="{4102F10F-61FB-ACF1-672C-97A8402E3AFB}"/>
              </a:ext>
            </a:extLst>
          </p:cNvPr>
          <p:cNvSpPr/>
          <p:nvPr/>
        </p:nvSpPr>
        <p:spPr>
          <a:xfrm>
            <a:off x="6364514" y="4071257"/>
            <a:ext cx="1560286"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ight Arrow 57">
            <a:extLst>
              <a:ext uri="{FF2B5EF4-FFF2-40B4-BE49-F238E27FC236}">
                <a16:creationId xmlns:a16="http://schemas.microsoft.com/office/drawing/2014/main" id="{6EE0CBBE-B553-FAB0-5A8E-9FFE28521536}"/>
              </a:ext>
            </a:extLst>
          </p:cNvPr>
          <p:cNvSpPr/>
          <p:nvPr/>
        </p:nvSpPr>
        <p:spPr>
          <a:xfrm>
            <a:off x="7127979" y="2512280"/>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Can 60">
            <a:extLst>
              <a:ext uri="{FF2B5EF4-FFF2-40B4-BE49-F238E27FC236}">
                <a16:creationId xmlns:a16="http://schemas.microsoft.com/office/drawing/2014/main" id="{EF3E311E-249D-8AE8-40EB-C4B8841E7274}"/>
              </a:ext>
            </a:extLst>
          </p:cNvPr>
          <p:cNvSpPr/>
          <p:nvPr/>
        </p:nvSpPr>
        <p:spPr>
          <a:xfrm>
            <a:off x="5599624" y="1973898"/>
            <a:ext cx="1264196" cy="1295671"/>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1600"/>
              <a:t>Classification</a:t>
            </a:r>
            <a:r>
              <a:rPr lang="zh-CN" altLang="en-US" sz="1600"/>
              <a:t> </a:t>
            </a:r>
            <a:r>
              <a:rPr lang="en-US" altLang="zh-CN" sz="1600"/>
              <a:t>result</a:t>
            </a:r>
            <a:endParaRPr lang="en-US" sz="1600"/>
          </a:p>
        </p:txBody>
      </p:sp>
      <p:cxnSp>
        <p:nvCxnSpPr>
          <p:cNvPr id="64" name="Straight Arrow Connector 63">
            <a:extLst>
              <a:ext uri="{FF2B5EF4-FFF2-40B4-BE49-F238E27FC236}">
                <a16:creationId xmlns:a16="http://schemas.microsoft.com/office/drawing/2014/main" id="{097E2E20-F783-3FBA-F095-1120DB9F8B47}"/>
              </a:ext>
            </a:extLst>
          </p:cNvPr>
          <p:cNvCxnSpPr>
            <a:cxnSpLocks/>
          </p:cNvCxnSpPr>
          <p:nvPr/>
        </p:nvCxnSpPr>
        <p:spPr>
          <a:xfrm>
            <a:off x="2337538" y="2220686"/>
            <a:ext cx="9447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064E9001-AEBD-CC4E-EEA8-630A81455DDF}"/>
              </a:ext>
            </a:extLst>
          </p:cNvPr>
          <p:cNvCxnSpPr>
            <a:cxnSpLocks/>
          </p:cNvCxnSpPr>
          <p:nvPr/>
        </p:nvCxnSpPr>
        <p:spPr>
          <a:xfrm>
            <a:off x="2337538" y="2844800"/>
            <a:ext cx="9224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C82C30F-DB6C-8563-EE0F-95A70A254AB1}"/>
              </a:ext>
            </a:extLst>
          </p:cNvPr>
          <p:cNvSpPr/>
          <p:nvPr/>
        </p:nvSpPr>
        <p:spPr>
          <a:xfrm>
            <a:off x="2641600" y="1806170"/>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69" name="Rectangle 68">
            <a:extLst>
              <a:ext uri="{FF2B5EF4-FFF2-40B4-BE49-F238E27FC236}">
                <a16:creationId xmlns:a16="http://schemas.microsoft.com/office/drawing/2014/main" id="{29B6B052-7ABF-86FB-50DC-081D1374EB08}"/>
              </a:ext>
            </a:extLst>
          </p:cNvPr>
          <p:cNvSpPr/>
          <p:nvPr/>
        </p:nvSpPr>
        <p:spPr>
          <a:xfrm>
            <a:off x="2573926" y="1884016"/>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0" name="Rectangle 69">
            <a:extLst>
              <a:ext uri="{FF2B5EF4-FFF2-40B4-BE49-F238E27FC236}">
                <a16:creationId xmlns:a16="http://schemas.microsoft.com/office/drawing/2014/main" id="{CF703202-FE4F-CA62-0EF6-FF8049605C7A}"/>
              </a:ext>
            </a:extLst>
          </p:cNvPr>
          <p:cNvSpPr/>
          <p:nvPr/>
        </p:nvSpPr>
        <p:spPr>
          <a:xfrm>
            <a:off x="2506252" y="1972097"/>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1" name="Rectangle 70">
            <a:extLst>
              <a:ext uri="{FF2B5EF4-FFF2-40B4-BE49-F238E27FC236}">
                <a16:creationId xmlns:a16="http://schemas.microsoft.com/office/drawing/2014/main" id="{BB23A304-3133-FFFC-BA77-35B0AB9925F7}"/>
              </a:ext>
            </a:extLst>
          </p:cNvPr>
          <p:cNvSpPr/>
          <p:nvPr/>
        </p:nvSpPr>
        <p:spPr>
          <a:xfrm>
            <a:off x="2764927" y="1740989"/>
            <a:ext cx="517350" cy="132612"/>
          </a:xfrm>
          <a:prstGeom prst="rect">
            <a:avLst/>
          </a:prstGeom>
          <a:ln>
            <a:solidFill>
              <a:schemeClr val="accent3">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normal</a:t>
            </a:r>
            <a:endParaRPr lang="en-US" sz="800">
              <a:ln w="0"/>
              <a:solidFill>
                <a:schemeClr val="tx1"/>
              </a:solidFill>
              <a:effectLst>
                <a:outerShdw blurRad="38100" dist="19050" dir="2700000" algn="tl" rotWithShape="0">
                  <a:schemeClr val="dk1">
                    <a:alpha val="40000"/>
                  </a:schemeClr>
                </a:outerShdw>
              </a:effectLst>
            </a:endParaRPr>
          </a:p>
        </p:txBody>
      </p:sp>
      <p:sp>
        <p:nvSpPr>
          <p:cNvPr id="72" name="TextBox 71">
            <a:extLst>
              <a:ext uri="{FF2B5EF4-FFF2-40B4-BE49-F238E27FC236}">
                <a16:creationId xmlns:a16="http://schemas.microsoft.com/office/drawing/2014/main" id="{E4E5F51E-54AE-A4DA-44E3-3B28801864C1}"/>
              </a:ext>
            </a:extLst>
          </p:cNvPr>
          <p:cNvSpPr txBox="1"/>
          <p:nvPr/>
        </p:nvSpPr>
        <p:spPr>
          <a:xfrm>
            <a:off x="2641600" y="2868438"/>
            <a:ext cx="652698" cy="246221"/>
          </a:xfrm>
          <a:prstGeom prst="rect">
            <a:avLst/>
          </a:prstGeom>
          <a:noFill/>
        </p:spPr>
        <p:txBody>
          <a:bodyPr wrap="square" rtlCol="0">
            <a:spAutoFit/>
          </a:bodyPr>
          <a:lstStyle/>
          <a:p>
            <a:r>
              <a:rPr lang="en-US" sz="1000"/>
              <a:t>Test</a:t>
            </a:r>
          </a:p>
        </p:txBody>
      </p:sp>
      <p:sp>
        <p:nvSpPr>
          <p:cNvPr id="73" name="TextBox 72">
            <a:extLst>
              <a:ext uri="{FF2B5EF4-FFF2-40B4-BE49-F238E27FC236}">
                <a16:creationId xmlns:a16="http://schemas.microsoft.com/office/drawing/2014/main" id="{58C31ACD-ACA6-096C-05E0-6A8CDCEDE838}"/>
              </a:ext>
            </a:extLst>
          </p:cNvPr>
          <p:cNvSpPr txBox="1"/>
          <p:nvPr/>
        </p:nvSpPr>
        <p:spPr>
          <a:xfrm>
            <a:off x="2621514" y="2244926"/>
            <a:ext cx="652698" cy="246221"/>
          </a:xfrm>
          <a:prstGeom prst="rect">
            <a:avLst/>
          </a:prstGeom>
          <a:noFill/>
        </p:spPr>
        <p:txBody>
          <a:bodyPr wrap="square" rtlCol="0">
            <a:spAutoFit/>
          </a:bodyPr>
          <a:lstStyle/>
          <a:p>
            <a:r>
              <a:rPr lang="en-US" sz="1000"/>
              <a:t>Train</a:t>
            </a:r>
          </a:p>
        </p:txBody>
      </p:sp>
      <p:sp>
        <p:nvSpPr>
          <p:cNvPr id="74" name="TextBox 73">
            <a:extLst>
              <a:ext uri="{FF2B5EF4-FFF2-40B4-BE49-F238E27FC236}">
                <a16:creationId xmlns:a16="http://schemas.microsoft.com/office/drawing/2014/main" id="{85A42BEC-E9EF-9C69-762A-A4EE23D7D400}"/>
              </a:ext>
            </a:extLst>
          </p:cNvPr>
          <p:cNvSpPr txBox="1"/>
          <p:nvPr/>
        </p:nvSpPr>
        <p:spPr>
          <a:xfrm>
            <a:off x="8055429" y="3976914"/>
            <a:ext cx="957942" cy="523220"/>
          </a:xfrm>
          <a:prstGeom prst="rect">
            <a:avLst/>
          </a:prstGeom>
          <a:noFill/>
        </p:spPr>
        <p:txBody>
          <a:bodyPr wrap="square" rtlCol="0">
            <a:spAutoFit/>
          </a:bodyPr>
          <a:lstStyle/>
          <a:p>
            <a:r>
              <a:rPr lang="en-US" sz="1400"/>
              <a:t>Network</a:t>
            </a:r>
            <a:r>
              <a:rPr lang="zh-CN" altLang="en-US" sz="1400"/>
              <a:t> </a:t>
            </a:r>
            <a:r>
              <a:rPr lang="en-US" altLang="zh-CN" sz="1400"/>
              <a:t>traffic</a:t>
            </a:r>
            <a:endParaRPr lang="en-US" sz="1400"/>
          </a:p>
        </p:txBody>
      </p:sp>
      <p:cxnSp>
        <p:nvCxnSpPr>
          <p:cNvPr id="76" name="Straight Arrow Connector 75">
            <a:extLst>
              <a:ext uri="{FF2B5EF4-FFF2-40B4-BE49-F238E27FC236}">
                <a16:creationId xmlns:a16="http://schemas.microsoft.com/office/drawing/2014/main" id="{10389F9C-4598-137B-4745-F71A0E0830AC}"/>
              </a:ext>
            </a:extLst>
          </p:cNvPr>
          <p:cNvCxnSpPr>
            <a:cxnSpLocks/>
            <a:stCxn id="51" idx="3"/>
            <a:endCxn id="61" idx="2"/>
          </p:cNvCxnSpPr>
          <p:nvPr/>
        </p:nvCxnSpPr>
        <p:spPr>
          <a:xfrm>
            <a:off x="4874188" y="2619678"/>
            <a:ext cx="725436" cy="2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Right Arrow 76">
            <a:extLst>
              <a:ext uri="{FF2B5EF4-FFF2-40B4-BE49-F238E27FC236}">
                <a16:creationId xmlns:a16="http://schemas.microsoft.com/office/drawing/2014/main" id="{BAF0A316-76DD-478D-567B-A5050D8F6F37}"/>
              </a:ext>
            </a:extLst>
          </p:cNvPr>
          <p:cNvSpPr/>
          <p:nvPr/>
        </p:nvSpPr>
        <p:spPr>
          <a:xfrm>
            <a:off x="7284231" y="5402806"/>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TextBox 77">
            <a:extLst>
              <a:ext uri="{FF2B5EF4-FFF2-40B4-BE49-F238E27FC236}">
                <a16:creationId xmlns:a16="http://schemas.microsoft.com/office/drawing/2014/main" id="{CFCC8544-DE2C-F5C4-BC42-B00DD8CE1FD7}"/>
              </a:ext>
            </a:extLst>
          </p:cNvPr>
          <p:cNvSpPr txBox="1"/>
          <p:nvPr/>
        </p:nvSpPr>
        <p:spPr>
          <a:xfrm>
            <a:off x="8055429" y="5130146"/>
            <a:ext cx="1146629" cy="738664"/>
          </a:xfrm>
          <a:prstGeom prst="rect">
            <a:avLst/>
          </a:prstGeom>
          <a:noFill/>
        </p:spPr>
        <p:txBody>
          <a:bodyPr wrap="square" rtlCol="0">
            <a:spAutoFit/>
          </a:bodyPr>
          <a:lstStyle/>
          <a:p>
            <a:r>
              <a:rPr lang="en-US" sz="1400"/>
              <a:t>CPU</a:t>
            </a:r>
          </a:p>
          <a:p>
            <a:endParaRPr lang="en-US" sz="1400"/>
          </a:p>
          <a:p>
            <a:r>
              <a:rPr lang="en-US" sz="1400"/>
              <a:t>Memory</a:t>
            </a:r>
          </a:p>
        </p:txBody>
      </p:sp>
      <p:sp>
        <p:nvSpPr>
          <p:cNvPr id="79" name="TextBox 78">
            <a:extLst>
              <a:ext uri="{FF2B5EF4-FFF2-40B4-BE49-F238E27FC236}">
                <a16:creationId xmlns:a16="http://schemas.microsoft.com/office/drawing/2014/main" id="{40FEA40F-045D-3818-232F-1989D72E2D17}"/>
              </a:ext>
            </a:extLst>
          </p:cNvPr>
          <p:cNvSpPr txBox="1"/>
          <p:nvPr/>
        </p:nvSpPr>
        <p:spPr>
          <a:xfrm>
            <a:off x="7997371" y="2262349"/>
            <a:ext cx="957942" cy="738664"/>
          </a:xfrm>
          <a:prstGeom prst="rect">
            <a:avLst/>
          </a:prstGeom>
          <a:noFill/>
        </p:spPr>
        <p:txBody>
          <a:bodyPr wrap="square" rtlCol="0">
            <a:spAutoFit/>
          </a:bodyPr>
          <a:lstStyle/>
          <a:p>
            <a:r>
              <a:rPr lang="en-GB" sz="1400"/>
              <a:t>Accuracy</a:t>
            </a:r>
          </a:p>
          <a:p>
            <a:endParaRPr lang="en-GB" sz="1400"/>
          </a:p>
          <a:p>
            <a:r>
              <a:rPr lang="en-GB" sz="1400"/>
              <a:t>F</a:t>
            </a:r>
            <a:r>
              <a:rPr lang="en-US" altLang="zh-CN" sz="1400"/>
              <a:t>1</a:t>
            </a:r>
            <a:r>
              <a:rPr lang="zh-CN" altLang="en-US" sz="1400"/>
              <a:t> </a:t>
            </a:r>
            <a:r>
              <a:rPr lang="en-US" altLang="zh-CN" sz="1400"/>
              <a:t>score</a:t>
            </a:r>
            <a:endParaRPr lang="en-US" sz="1400"/>
          </a:p>
        </p:txBody>
      </p:sp>
      <p:pic>
        <p:nvPicPr>
          <p:cNvPr id="80" name="Picture 79">
            <a:extLst>
              <a:ext uri="{FF2B5EF4-FFF2-40B4-BE49-F238E27FC236}">
                <a16:creationId xmlns:a16="http://schemas.microsoft.com/office/drawing/2014/main" id="{6488728A-F82B-5347-ACAE-568692FF907D}"/>
              </a:ext>
            </a:extLst>
          </p:cNvPr>
          <p:cNvPicPr>
            <a:picLocks noChangeAspect="1"/>
          </p:cNvPicPr>
          <p:nvPr/>
        </p:nvPicPr>
        <p:blipFill>
          <a:blip r:embed="rId4"/>
          <a:stretch>
            <a:fillRect/>
          </a:stretch>
        </p:blipFill>
        <p:spPr>
          <a:xfrm>
            <a:off x="3336848" y="2970214"/>
            <a:ext cx="1501822" cy="351825"/>
          </a:xfrm>
          <a:prstGeom prst="rect">
            <a:avLst/>
          </a:prstGeom>
        </p:spPr>
      </p:pic>
      <p:pic>
        <p:nvPicPr>
          <p:cNvPr id="81" name="Picture 80">
            <a:extLst>
              <a:ext uri="{FF2B5EF4-FFF2-40B4-BE49-F238E27FC236}">
                <a16:creationId xmlns:a16="http://schemas.microsoft.com/office/drawing/2014/main" id="{C0550D18-DE3C-F599-E431-5240A0F0D7A9}"/>
              </a:ext>
            </a:extLst>
          </p:cNvPr>
          <p:cNvPicPr>
            <a:picLocks noChangeAspect="1"/>
          </p:cNvPicPr>
          <p:nvPr/>
        </p:nvPicPr>
        <p:blipFill>
          <a:blip r:embed="rId5"/>
          <a:stretch>
            <a:fillRect/>
          </a:stretch>
        </p:blipFill>
        <p:spPr>
          <a:xfrm>
            <a:off x="3536028" y="2251668"/>
            <a:ext cx="1060982" cy="519720"/>
          </a:xfrm>
          <a:prstGeom prst="rect">
            <a:avLst/>
          </a:prstGeom>
        </p:spPr>
      </p:pic>
      <p:sp>
        <p:nvSpPr>
          <p:cNvPr id="4" name="Rectangle 3">
            <a:extLst>
              <a:ext uri="{FF2B5EF4-FFF2-40B4-BE49-F238E27FC236}">
                <a16:creationId xmlns:a16="http://schemas.microsoft.com/office/drawing/2014/main" id="{7C9932A4-32D4-F522-A763-3EB6F836FB90}"/>
              </a:ext>
            </a:extLst>
          </p:cNvPr>
          <p:cNvSpPr/>
          <p:nvPr/>
        </p:nvSpPr>
        <p:spPr>
          <a:xfrm>
            <a:off x="355252" y="1270466"/>
            <a:ext cx="7140659" cy="2357664"/>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0629D-73C8-A0CD-A17F-762F9D35451E}"/>
              </a:ext>
            </a:extLst>
          </p:cNvPr>
          <p:cNvSpPr txBox="1"/>
          <p:nvPr/>
        </p:nvSpPr>
        <p:spPr>
          <a:xfrm>
            <a:off x="449758" y="4364211"/>
            <a:ext cx="2124168" cy="369332"/>
          </a:xfrm>
          <a:prstGeom prst="rect">
            <a:avLst/>
          </a:prstGeom>
          <a:noFill/>
        </p:spPr>
        <p:txBody>
          <a:bodyPr wrap="square" rtlCol="0">
            <a:spAutoFit/>
          </a:bodyPr>
          <a:lstStyle/>
          <a:p>
            <a:r>
              <a:rPr lang="en-US"/>
              <a:t>Edge</a:t>
            </a:r>
            <a:r>
              <a:rPr lang="zh-CN" altLang="en-US"/>
              <a:t> </a:t>
            </a:r>
            <a:r>
              <a:rPr lang="en-GB"/>
              <a:t>Simulation</a:t>
            </a:r>
            <a:endParaRPr lang="en-US"/>
          </a:p>
        </p:txBody>
      </p:sp>
      <p:sp>
        <p:nvSpPr>
          <p:cNvPr id="7" name="TextBox 6">
            <a:extLst>
              <a:ext uri="{FF2B5EF4-FFF2-40B4-BE49-F238E27FC236}">
                <a16:creationId xmlns:a16="http://schemas.microsoft.com/office/drawing/2014/main" id="{854755DE-752C-BCAE-3133-763CFEF59332}"/>
              </a:ext>
            </a:extLst>
          </p:cNvPr>
          <p:cNvSpPr txBox="1"/>
          <p:nvPr/>
        </p:nvSpPr>
        <p:spPr>
          <a:xfrm>
            <a:off x="355252" y="1272445"/>
            <a:ext cx="2124168" cy="369332"/>
          </a:xfrm>
          <a:prstGeom prst="rect">
            <a:avLst/>
          </a:prstGeom>
          <a:noFill/>
        </p:spPr>
        <p:txBody>
          <a:bodyPr wrap="square" rtlCol="0">
            <a:spAutoFit/>
          </a:bodyPr>
          <a:lstStyle/>
          <a:p>
            <a:r>
              <a:rPr lang="en-GB"/>
              <a:t>Cloud Simulation</a:t>
            </a:r>
          </a:p>
        </p:txBody>
      </p:sp>
      <p:pic>
        <p:nvPicPr>
          <p:cNvPr id="10" name="Picture 9">
            <a:extLst>
              <a:ext uri="{FF2B5EF4-FFF2-40B4-BE49-F238E27FC236}">
                <a16:creationId xmlns:a16="http://schemas.microsoft.com/office/drawing/2014/main" id="{96811831-89C9-59F0-2294-9692BCB60E51}"/>
              </a:ext>
            </a:extLst>
          </p:cNvPr>
          <p:cNvPicPr>
            <a:picLocks noChangeAspect="1"/>
          </p:cNvPicPr>
          <p:nvPr/>
        </p:nvPicPr>
        <p:blipFill>
          <a:blip r:embed="rId6"/>
          <a:stretch>
            <a:fillRect/>
          </a:stretch>
        </p:blipFill>
        <p:spPr>
          <a:xfrm>
            <a:off x="885385" y="2220686"/>
            <a:ext cx="1290317" cy="398992"/>
          </a:xfrm>
          <a:prstGeom prst="rect">
            <a:avLst/>
          </a:prstGeom>
        </p:spPr>
      </p:pic>
      <p:sp>
        <p:nvSpPr>
          <p:cNvPr id="13" name="Down Arrow 12">
            <a:extLst>
              <a:ext uri="{FF2B5EF4-FFF2-40B4-BE49-F238E27FC236}">
                <a16:creationId xmlns:a16="http://schemas.microsoft.com/office/drawing/2014/main" id="{5930CA17-7B55-A33A-0F68-6DBBD0F0BD7E}"/>
              </a:ext>
            </a:extLst>
          </p:cNvPr>
          <p:cNvSpPr/>
          <p:nvPr/>
        </p:nvSpPr>
        <p:spPr>
          <a:xfrm>
            <a:off x="1435100" y="2619678"/>
            <a:ext cx="212989" cy="248760"/>
          </a:xfrm>
          <a:prstGeom prst="downArrow">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05DE116-2B12-7A1F-1998-18F0A82996FE}"/>
              </a:ext>
            </a:extLst>
          </p:cNvPr>
          <p:cNvSpPr/>
          <p:nvPr/>
        </p:nvSpPr>
        <p:spPr>
          <a:xfrm>
            <a:off x="1714499" y="2946598"/>
            <a:ext cx="461203" cy="349855"/>
          </a:xfrm>
          <a:prstGeom prst="roundRect">
            <a:avLst>
              <a:gd name="adj" fmla="val 0"/>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vert="horz" rtlCol="0" anchor="ctr"/>
          <a:lstStyle/>
          <a:p>
            <a:pPr algn="ctr"/>
            <a:r>
              <a:rPr lang="en-US" sz="1200">
                <a:solidFill>
                  <a:schemeClr val="bg1"/>
                </a:solidFill>
              </a:rPr>
              <a:t>Test</a:t>
            </a:r>
          </a:p>
        </p:txBody>
      </p:sp>
      <p:sp>
        <p:nvSpPr>
          <p:cNvPr id="14" name="Rectangle 13">
            <a:extLst>
              <a:ext uri="{FF2B5EF4-FFF2-40B4-BE49-F238E27FC236}">
                <a16:creationId xmlns:a16="http://schemas.microsoft.com/office/drawing/2014/main" id="{0D87838E-0C28-3EFD-E282-AEC8F5C97DFF}"/>
              </a:ext>
            </a:extLst>
          </p:cNvPr>
          <p:cNvSpPr/>
          <p:nvPr/>
        </p:nvSpPr>
        <p:spPr>
          <a:xfrm>
            <a:off x="885384" y="2948595"/>
            <a:ext cx="829115" cy="345803"/>
          </a:xfrm>
          <a:prstGeom prst="rect">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a:t>Train</a:t>
            </a:r>
          </a:p>
        </p:txBody>
      </p:sp>
      <p:grpSp>
        <p:nvGrpSpPr>
          <p:cNvPr id="116" name="Group 115">
            <a:extLst>
              <a:ext uri="{FF2B5EF4-FFF2-40B4-BE49-F238E27FC236}">
                <a16:creationId xmlns:a16="http://schemas.microsoft.com/office/drawing/2014/main" id="{3DD13C83-1060-62D8-BA3C-30E3B2934AA8}"/>
              </a:ext>
            </a:extLst>
          </p:cNvPr>
          <p:cNvGrpSpPr/>
          <p:nvPr/>
        </p:nvGrpSpPr>
        <p:grpSpPr>
          <a:xfrm>
            <a:off x="5468493" y="5268518"/>
            <a:ext cx="1270409" cy="797135"/>
            <a:chOff x="5468493" y="5268518"/>
            <a:chExt cx="1270409" cy="797135"/>
          </a:xfrm>
        </p:grpSpPr>
        <p:cxnSp>
          <p:nvCxnSpPr>
            <p:cNvPr id="88" name="Straight Connector 87">
              <a:extLst>
                <a:ext uri="{FF2B5EF4-FFF2-40B4-BE49-F238E27FC236}">
                  <a16:creationId xmlns:a16="http://schemas.microsoft.com/office/drawing/2014/main" id="{DCB826BE-F844-691B-358F-0C553F9A8DAC}"/>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A94C761C-48AB-DD60-DA19-85A886820E18}"/>
                </a:ext>
              </a:extLst>
            </p:cNvPr>
            <p:cNvSpPr/>
            <p:nvPr/>
          </p:nvSpPr>
          <p:spPr>
            <a:xfrm>
              <a:off x="5468493" y="52685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207669A-2F18-74DE-EF98-15D460676C8E}"/>
                </a:ext>
              </a:extLst>
            </p:cNvPr>
            <p:cNvSpPr/>
            <p:nvPr/>
          </p:nvSpPr>
          <p:spPr>
            <a:xfrm>
              <a:off x="5826106"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FA77EB64-8719-EF87-D29C-CA05EF81617A}"/>
                </a:ext>
              </a:extLst>
            </p:cNvPr>
            <p:cNvSpPr/>
            <p:nvPr/>
          </p:nvSpPr>
          <p:spPr>
            <a:xfrm>
              <a:off x="6162510" y="5276905"/>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1CD0A4C-F4B8-B425-C0FD-908F17355677}"/>
                </a:ext>
              </a:extLst>
            </p:cNvPr>
            <p:cNvSpPr/>
            <p:nvPr/>
          </p:nvSpPr>
          <p:spPr>
            <a:xfrm>
              <a:off x="5665443" y="55876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88078BA-E23F-CDEB-61D2-2CD4EE7C9732}"/>
                </a:ext>
              </a:extLst>
            </p:cNvPr>
            <p:cNvSpPr/>
            <p:nvPr/>
          </p:nvSpPr>
          <p:spPr>
            <a:xfrm>
              <a:off x="6495062"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8CA9175-388D-6099-2700-905D3E649905}"/>
                </a:ext>
              </a:extLst>
            </p:cNvPr>
            <p:cNvSpPr/>
            <p:nvPr/>
          </p:nvSpPr>
          <p:spPr>
            <a:xfrm>
              <a:off x="5992877"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7A06578-1DEB-DC17-DAC1-2D3445941FF9}"/>
                </a:ext>
              </a:extLst>
            </p:cNvPr>
            <p:cNvSpPr/>
            <p:nvPr/>
          </p:nvSpPr>
          <p:spPr>
            <a:xfrm>
              <a:off x="6317798"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7FEF3B6-DEA5-06E3-2898-C204D1ABD2D4}"/>
                </a:ext>
              </a:extLst>
            </p:cNvPr>
            <p:cNvSpPr/>
            <p:nvPr/>
          </p:nvSpPr>
          <p:spPr>
            <a:xfrm>
              <a:off x="5826106"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286839BE-7C81-1D01-3152-F17330EDCCF5}"/>
                </a:ext>
              </a:extLst>
            </p:cNvPr>
            <p:cNvSpPr/>
            <p:nvPr/>
          </p:nvSpPr>
          <p:spPr>
            <a:xfrm>
              <a:off x="6151027"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4DDCD68-8F02-A359-8621-B05D8EE44064}"/>
                </a:ext>
              </a:extLst>
            </p:cNvPr>
            <p:cNvCxnSpPr>
              <a:endCxn id="20" idx="0"/>
            </p:cNvCxnSpPr>
            <p:nvPr/>
          </p:nvCxnSpPr>
          <p:spPr>
            <a:xfrm>
              <a:off x="5599624" y="5476404"/>
              <a:ext cx="18773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B0A9F970-7426-4426-6B02-369409561D22}"/>
                </a:ext>
              </a:extLst>
            </p:cNvPr>
            <p:cNvCxnSpPr>
              <a:stCxn id="18" idx="4"/>
              <a:endCxn id="20" idx="0"/>
            </p:cNvCxnSpPr>
            <p:nvPr/>
          </p:nvCxnSpPr>
          <p:spPr>
            <a:xfrm flipH="1">
              <a:off x="5787363" y="5476404"/>
              <a:ext cx="160663"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BABCC0E-F8FC-0C35-13FF-8123DF0F4204}"/>
                </a:ext>
              </a:extLst>
            </p:cNvPr>
            <p:cNvCxnSpPr>
              <a:stCxn id="18" idx="4"/>
              <a:endCxn id="22" idx="0"/>
            </p:cNvCxnSpPr>
            <p:nvPr/>
          </p:nvCxnSpPr>
          <p:spPr>
            <a:xfrm>
              <a:off x="5948026" y="5476404"/>
              <a:ext cx="166771"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5AD1BA-1D61-77BB-3072-54FC94A052AE}"/>
                </a:ext>
              </a:extLst>
            </p:cNvPr>
            <p:cNvCxnSpPr>
              <a:stCxn id="19" idx="4"/>
              <a:endCxn id="22" idx="0"/>
            </p:cNvCxnSpPr>
            <p:nvPr/>
          </p:nvCxnSpPr>
          <p:spPr>
            <a:xfrm flipH="1">
              <a:off x="6114797" y="5477202"/>
              <a:ext cx="169633"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5A1A90-EECF-1E55-66A6-A58FEB0919FC}"/>
                </a:ext>
              </a:extLst>
            </p:cNvPr>
            <p:cNvCxnSpPr>
              <a:cxnSpLocks/>
              <a:stCxn id="20" idx="0"/>
              <a:endCxn id="19" idx="4"/>
            </p:cNvCxnSpPr>
            <p:nvPr/>
          </p:nvCxnSpPr>
          <p:spPr>
            <a:xfrm flipV="1">
              <a:off x="5787363" y="5477202"/>
              <a:ext cx="497067" cy="110416"/>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15661BE8-F387-30BA-EB5E-E92587F30829}"/>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FDC7C1B-2E23-B016-C7A0-616CEF14F7E4}"/>
                </a:ext>
              </a:extLst>
            </p:cNvPr>
            <p:cNvCxnSpPr>
              <a:cxnSpLocks/>
              <a:stCxn id="15" idx="4"/>
              <a:endCxn id="22" idx="0"/>
            </p:cNvCxnSpPr>
            <p:nvPr/>
          </p:nvCxnSpPr>
          <p:spPr>
            <a:xfrm>
              <a:off x="5590413" y="5468815"/>
              <a:ext cx="524384"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D8FB90B-90FF-C112-5F3C-75A6A528086E}"/>
                </a:ext>
              </a:extLst>
            </p:cNvPr>
            <p:cNvCxnSpPr>
              <a:cxnSpLocks/>
              <a:stCxn id="23" idx="0"/>
              <a:endCxn id="19" idx="4"/>
            </p:cNvCxnSpPr>
            <p:nvPr/>
          </p:nvCxnSpPr>
          <p:spPr>
            <a:xfrm flipH="1" flipV="1">
              <a:off x="6284430" y="5477202"/>
              <a:ext cx="155288"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65EBE0A5-D893-7320-8BC3-463038D6876F}"/>
                </a:ext>
              </a:extLst>
            </p:cNvPr>
            <p:cNvCxnSpPr>
              <a:cxnSpLocks/>
              <a:stCxn id="23" idx="0"/>
              <a:endCxn id="21" idx="4"/>
            </p:cNvCxnSpPr>
            <p:nvPr/>
          </p:nvCxnSpPr>
          <p:spPr>
            <a:xfrm flipV="1">
              <a:off x="6439718" y="5476404"/>
              <a:ext cx="177264"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35FA15B-CA74-7178-C274-A0A47B85A06F}"/>
                </a:ext>
              </a:extLst>
            </p:cNvPr>
            <p:cNvCxnSpPr>
              <a:cxnSpLocks/>
              <a:stCxn id="22" idx="0"/>
              <a:endCxn id="21" idx="4"/>
            </p:cNvCxnSpPr>
            <p:nvPr/>
          </p:nvCxnSpPr>
          <p:spPr>
            <a:xfrm flipV="1">
              <a:off x="6114797" y="5476404"/>
              <a:ext cx="502185"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BB0FD705-8853-E663-707C-C4550C077C53}"/>
                </a:ext>
              </a:extLst>
            </p:cNvPr>
            <p:cNvCxnSpPr>
              <a:cxnSpLocks/>
              <a:stCxn id="15" idx="4"/>
              <a:endCxn id="23" idx="0"/>
            </p:cNvCxnSpPr>
            <p:nvPr/>
          </p:nvCxnSpPr>
          <p:spPr>
            <a:xfrm>
              <a:off x="5590413" y="5468815"/>
              <a:ext cx="849305"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4D30A4EE-E93D-D63A-80CA-ECAF292146D0}"/>
                </a:ext>
              </a:extLst>
            </p:cNvPr>
            <p:cNvCxnSpPr>
              <a:cxnSpLocks/>
              <a:stCxn id="24" idx="0"/>
              <a:endCxn id="20" idx="4"/>
            </p:cNvCxnSpPr>
            <p:nvPr/>
          </p:nvCxnSpPr>
          <p:spPr>
            <a:xfrm flipH="1" flipV="1">
              <a:off x="5787363" y="5787915"/>
              <a:ext cx="160663"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A16BA774-7839-397E-4333-76460E6B8CC1}"/>
                </a:ext>
              </a:extLst>
            </p:cNvPr>
            <p:cNvCxnSpPr>
              <a:cxnSpLocks/>
              <a:stCxn id="25" idx="0"/>
              <a:endCxn id="20" idx="4"/>
            </p:cNvCxnSpPr>
            <p:nvPr/>
          </p:nvCxnSpPr>
          <p:spPr>
            <a:xfrm flipH="1" flipV="1">
              <a:off x="5787363" y="5787915"/>
              <a:ext cx="485584"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37CD8CAE-8DAC-9547-DFD2-91E665ECE7A8}"/>
                </a:ext>
              </a:extLst>
            </p:cNvPr>
            <p:cNvCxnSpPr>
              <a:cxnSpLocks/>
              <a:stCxn id="24" idx="0"/>
              <a:endCxn id="22" idx="4"/>
            </p:cNvCxnSpPr>
            <p:nvPr/>
          </p:nvCxnSpPr>
          <p:spPr>
            <a:xfrm flipV="1">
              <a:off x="5948026"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3BD99D00-CDB6-5B15-A569-8B0A0CD78BB4}"/>
                </a:ext>
              </a:extLst>
            </p:cNvPr>
            <p:cNvCxnSpPr>
              <a:cxnSpLocks/>
              <a:stCxn id="25" idx="0"/>
              <a:endCxn id="23" idx="4"/>
            </p:cNvCxnSpPr>
            <p:nvPr/>
          </p:nvCxnSpPr>
          <p:spPr>
            <a:xfrm flipV="1">
              <a:off x="6272947"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8D1F28F6-8428-0750-3B2A-CE1EF3451695}"/>
                </a:ext>
              </a:extLst>
            </p:cNvPr>
            <p:cNvCxnSpPr>
              <a:cxnSpLocks/>
              <a:stCxn id="25" idx="0"/>
              <a:endCxn id="22" idx="4"/>
            </p:cNvCxnSpPr>
            <p:nvPr/>
          </p:nvCxnSpPr>
          <p:spPr>
            <a:xfrm flipH="1" flipV="1">
              <a:off x="6114797" y="5787195"/>
              <a:ext cx="158150"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3368ACD3-90AD-57E6-B76A-8BCAC0095095}"/>
                </a:ext>
              </a:extLst>
            </p:cNvPr>
            <p:cNvCxnSpPr>
              <a:cxnSpLocks/>
              <a:stCxn id="24" idx="0"/>
              <a:endCxn id="23" idx="4"/>
            </p:cNvCxnSpPr>
            <p:nvPr/>
          </p:nvCxnSpPr>
          <p:spPr>
            <a:xfrm flipV="1">
              <a:off x="5948026" y="5787195"/>
              <a:ext cx="491692" cy="78161"/>
            </a:xfrm>
            <a:prstGeom prst="line">
              <a:avLst/>
            </a:prstGeom>
          </p:spPr>
          <p:style>
            <a:lnRef idx="2">
              <a:schemeClr val="accent1"/>
            </a:lnRef>
            <a:fillRef idx="0">
              <a:schemeClr val="accent1"/>
            </a:fillRef>
            <a:effectRef idx="1">
              <a:schemeClr val="accent1"/>
            </a:effectRef>
            <a:fontRef idx="minor">
              <a:schemeClr val="tx1"/>
            </a:fontRef>
          </p:style>
        </p:cxnSp>
      </p:grpSp>
      <p:sp>
        <p:nvSpPr>
          <p:cNvPr id="11" name="TextBox 10">
            <a:extLst>
              <a:ext uri="{FF2B5EF4-FFF2-40B4-BE49-F238E27FC236}">
                <a16:creationId xmlns:a16="http://schemas.microsoft.com/office/drawing/2014/main" id="{3F65E67E-0C4B-E7A7-C2AA-F6ADC83D50A6}"/>
              </a:ext>
            </a:extLst>
          </p:cNvPr>
          <p:cNvSpPr txBox="1"/>
          <p:nvPr/>
        </p:nvSpPr>
        <p:spPr>
          <a:xfrm>
            <a:off x="2142249" y="5597628"/>
            <a:ext cx="303718" cy="369332"/>
          </a:xfrm>
          <a:prstGeom prst="rect">
            <a:avLst/>
          </a:prstGeom>
          <a:noFill/>
        </p:spPr>
        <p:txBody>
          <a:bodyPr wrap="square" rtlCol="0">
            <a:spAutoFit/>
          </a:bodyPr>
          <a:lstStyle/>
          <a:p>
            <a:r>
              <a:rPr lang="en-US" altLang="zh-CN"/>
              <a:t>1</a:t>
            </a:r>
            <a:endParaRPr lang="en-US"/>
          </a:p>
        </p:txBody>
      </p:sp>
      <p:sp>
        <p:nvSpPr>
          <p:cNvPr id="26" name="TextBox 25">
            <a:extLst>
              <a:ext uri="{FF2B5EF4-FFF2-40B4-BE49-F238E27FC236}">
                <a16:creationId xmlns:a16="http://schemas.microsoft.com/office/drawing/2014/main" id="{5A3B2090-F6B4-3581-F8A8-F52D53D6F34F}"/>
              </a:ext>
            </a:extLst>
          </p:cNvPr>
          <p:cNvSpPr txBox="1"/>
          <p:nvPr/>
        </p:nvSpPr>
        <p:spPr>
          <a:xfrm>
            <a:off x="4601431" y="5594113"/>
            <a:ext cx="303718" cy="369332"/>
          </a:xfrm>
          <a:prstGeom prst="rect">
            <a:avLst/>
          </a:prstGeom>
          <a:noFill/>
        </p:spPr>
        <p:txBody>
          <a:bodyPr wrap="square" rtlCol="0">
            <a:spAutoFit/>
          </a:bodyPr>
          <a:lstStyle/>
          <a:p>
            <a:r>
              <a:rPr lang="en-US" altLang="zh-CN"/>
              <a:t>2</a:t>
            </a:r>
            <a:endParaRPr lang="en-US"/>
          </a:p>
        </p:txBody>
      </p:sp>
      <p:sp>
        <p:nvSpPr>
          <p:cNvPr id="27" name="TextBox 26">
            <a:extLst>
              <a:ext uri="{FF2B5EF4-FFF2-40B4-BE49-F238E27FC236}">
                <a16:creationId xmlns:a16="http://schemas.microsoft.com/office/drawing/2014/main" id="{50D3E9FE-7775-2CFB-20E3-5ECAA03D6AA4}"/>
              </a:ext>
            </a:extLst>
          </p:cNvPr>
          <p:cNvSpPr txBox="1"/>
          <p:nvPr/>
        </p:nvSpPr>
        <p:spPr>
          <a:xfrm>
            <a:off x="1055426" y="3732918"/>
            <a:ext cx="303718" cy="369332"/>
          </a:xfrm>
          <a:prstGeom prst="rect">
            <a:avLst/>
          </a:prstGeom>
          <a:noFill/>
        </p:spPr>
        <p:txBody>
          <a:bodyPr wrap="square" rtlCol="0">
            <a:spAutoFit/>
          </a:bodyPr>
          <a:lstStyle/>
          <a:p>
            <a:r>
              <a:rPr lang="en-US" altLang="zh-CN"/>
              <a:t>3</a:t>
            </a:r>
            <a:endParaRPr lang="en-US"/>
          </a:p>
        </p:txBody>
      </p:sp>
      <p:sp>
        <p:nvSpPr>
          <p:cNvPr id="30" name="TextBox 29">
            <a:extLst>
              <a:ext uri="{FF2B5EF4-FFF2-40B4-BE49-F238E27FC236}">
                <a16:creationId xmlns:a16="http://schemas.microsoft.com/office/drawing/2014/main" id="{35A90ADA-4ED2-EA0D-C51B-D9962D708F97}"/>
              </a:ext>
            </a:extLst>
          </p:cNvPr>
          <p:cNvSpPr txBox="1"/>
          <p:nvPr/>
        </p:nvSpPr>
        <p:spPr>
          <a:xfrm>
            <a:off x="5110576" y="2805108"/>
            <a:ext cx="303718" cy="369332"/>
          </a:xfrm>
          <a:prstGeom prst="rect">
            <a:avLst/>
          </a:prstGeom>
          <a:noFill/>
        </p:spPr>
        <p:txBody>
          <a:bodyPr wrap="square" rtlCol="0">
            <a:spAutoFit/>
          </a:bodyPr>
          <a:lstStyle/>
          <a:p>
            <a:r>
              <a:rPr lang="en-US" altLang="zh-CN"/>
              <a:t>5</a:t>
            </a:r>
            <a:endParaRPr lang="en-US"/>
          </a:p>
        </p:txBody>
      </p:sp>
      <p:sp>
        <p:nvSpPr>
          <p:cNvPr id="33" name="TextBox 32">
            <a:extLst>
              <a:ext uri="{FF2B5EF4-FFF2-40B4-BE49-F238E27FC236}">
                <a16:creationId xmlns:a16="http://schemas.microsoft.com/office/drawing/2014/main" id="{B8F9C0DF-9C3A-1217-442A-C22496842740}"/>
              </a:ext>
            </a:extLst>
          </p:cNvPr>
          <p:cNvSpPr txBox="1"/>
          <p:nvPr/>
        </p:nvSpPr>
        <p:spPr>
          <a:xfrm>
            <a:off x="2597968" y="2531495"/>
            <a:ext cx="303718" cy="369332"/>
          </a:xfrm>
          <a:prstGeom prst="rect">
            <a:avLst/>
          </a:prstGeom>
          <a:noFill/>
        </p:spPr>
        <p:txBody>
          <a:bodyPr wrap="square" rtlCol="0">
            <a:spAutoFit/>
          </a:bodyPr>
          <a:lstStyle/>
          <a:p>
            <a:r>
              <a:rPr lang="en-US" altLang="zh-CN"/>
              <a:t>4</a:t>
            </a:r>
            <a:endParaRPr lang="en-US"/>
          </a:p>
        </p:txBody>
      </p:sp>
      <p:cxnSp>
        <p:nvCxnSpPr>
          <p:cNvPr id="44" name="Straight Arrow Connector 43">
            <a:extLst>
              <a:ext uri="{FF2B5EF4-FFF2-40B4-BE49-F238E27FC236}">
                <a16:creationId xmlns:a16="http://schemas.microsoft.com/office/drawing/2014/main" id="{AB8106FF-636B-AB03-E5F0-D78D50008D2F}"/>
              </a:ext>
            </a:extLst>
          </p:cNvPr>
          <p:cNvCxnSpPr>
            <a:stCxn id="61" idx="3"/>
          </p:cNvCxnSpPr>
          <p:nvPr/>
        </p:nvCxnSpPr>
        <p:spPr>
          <a:xfrm>
            <a:off x="6231722" y="3269569"/>
            <a:ext cx="0" cy="1094642"/>
          </a:xfrm>
          <a:prstGeom prst="straightConnector1">
            <a:avLst/>
          </a:prstGeom>
          <a:ln>
            <a:prstDash val="lg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4386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677" y="0"/>
            <a:ext cx="8229600" cy="1143000"/>
          </a:xfrm>
        </p:spPr>
        <p:txBody>
          <a:bodyPr>
            <a:normAutofit/>
          </a:bodyPr>
          <a:lstStyle/>
          <a:p>
            <a:r>
              <a:rPr sz="2800"/>
              <a:t>Methodology: </a:t>
            </a:r>
            <a:r>
              <a:rPr lang="en-GB" sz="2800"/>
              <a:t>Data</a:t>
            </a:r>
            <a:r>
              <a:rPr lang="en-US" altLang="zh-CN" sz="2800"/>
              <a:t>s</a:t>
            </a:r>
            <a:r>
              <a:rPr lang="en-GB" sz="2800"/>
              <a:t>et</a:t>
            </a:r>
            <a:r>
              <a:rPr lang="zh-CN" altLang="en-US" sz="2800"/>
              <a:t> </a:t>
            </a:r>
            <a:r>
              <a:rPr lang="en-US" altLang="zh-CN" sz="2800"/>
              <a:t>&amp;</a:t>
            </a:r>
            <a:r>
              <a:rPr lang="zh-CN" altLang="en-US" sz="2800"/>
              <a:t> </a:t>
            </a:r>
            <a:r>
              <a:rPr lang="en-GB" sz="2800"/>
              <a:t>Feature Reduction</a:t>
            </a:r>
            <a:r>
              <a:rPr lang="zh-CN" altLang="en-US" sz="2800"/>
              <a:t> </a:t>
            </a:r>
            <a:r>
              <a:rPr lang="en-US" altLang="zh-CN" sz="2800"/>
              <a:t>technique</a:t>
            </a:r>
            <a:endParaRPr sz="2800"/>
          </a:p>
        </p:txBody>
      </p:sp>
      <p:sp>
        <p:nvSpPr>
          <p:cNvPr id="3" name="Content Placeholder 2"/>
          <p:cNvSpPr>
            <a:spLocks noGrp="1"/>
          </p:cNvSpPr>
          <p:nvPr>
            <p:ph idx="1"/>
          </p:nvPr>
        </p:nvSpPr>
        <p:spPr>
          <a:xfrm>
            <a:off x="457200" y="1741714"/>
            <a:ext cx="4419600" cy="2563269"/>
          </a:xfrm>
        </p:spPr>
        <p:txBody>
          <a:bodyPr>
            <a:normAutofit fontScale="70000" lnSpcReduction="20000"/>
          </a:bodyPr>
          <a:lstStyle/>
          <a:p>
            <a:r>
              <a:rPr lang="en-GB" dirty="0"/>
              <a:t>Edge-</a:t>
            </a:r>
            <a:r>
              <a:rPr lang="en-GB" dirty="0" err="1"/>
              <a:t>IIoTset</a:t>
            </a:r>
            <a:r>
              <a:rPr lang="en-GB" dirty="0"/>
              <a:t> (2022)</a:t>
            </a:r>
          </a:p>
          <a:p>
            <a:pPr lvl="1"/>
            <a:r>
              <a:rPr lang="en-GB" dirty="0"/>
              <a:t>Realistic edge-based IoT traffic</a:t>
            </a:r>
          </a:p>
          <a:p>
            <a:pPr lvl="1"/>
            <a:r>
              <a:rPr lang="en-GB" dirty="0"/>
              <a:t>Labelled data (normal vs. attack)</a:t>
            </a:r>
          </a:p>
          <a:p>
            <a:pPr lvl="1"/>
            <a:r>
              <a:rPr lang="en-GB" dirty="0"/>
              <a:t>Suitable for IDS evaluation in edge environments</a:t>
            </a:r>
          </a:p>
          <a:p>
            <a:pPr lvl="1"/>
            <a:r>
              <a:rPr lang="en-GB" dirty="0"/>
              <a:t>Recent dataset reflecting modern traffic patterns</a:t>
            </a:r>
          </a:p>
          <a:p>
            <a:pPr lvl="1"/>
            <a:r>
              <a:rPr lang="en-GB" dirty="0"/>
              <a:t>flow-level data</a:t>
            </a:r>
            <a:r>
              <a:rPr lang="zh-CN" altLang="en-US" dirty="0"/>
              <a:t> </a:t>
            </a:r>
            <a:endParaRPr lang="en-GB" altLang="zh-CN" dirty="0"/>
          </a:p>
          <a:p>
            <a:pPr marL="457200" lvl="1" indent="0">
              <a:buNone/>
            </a:pPr>
            <a:endParaRPr lang="en-GB" dirty="0"/>
          </a:p>
          <a:p>
            <a:pPr marL="457200" lvl="1" indent="0">
              <a:buNone/>
            </a:pPr>
            <a:endParaRPr lang="en-GB" dirty="0"/>
          </a:p>
        </p:txBody>
      </p:sp>
      <p:pic>
        <p:nvPicPr>
          <p:cNvPr id="5" name="Picture 4">
            <a:extLst>
              <a:ext uri="{FF2B5EF4-FFF2-40B4-BE49-F238E27FC236}">
                <a16:creationId xmlns:a16="http://schemas.microsoft.com/office/drawing/2014/main" id="{E171E68C-4B0B-70CC-471A-67E4CA14063A}"/>
              </a:ext>
            </a:extLst>
          </p:cNvPr>
          <p:cNvPicPr>
            <a:picLocks noChangeAspect="1"/>
          </p:cNvPicPr>
          <p:nvPr/>
        </p:nvPicPr>
        <p:blipFill>
          <a:blip r:embed="rId3"/>
          <a:stretch>
            <a:fillRect/>
          </a:stretch>
        </p:blipFill>
        <p:spPr>
          <a:xfrm>
            <a:off x="5094515" y="1461182"/>
            <a:ext cx="3886200" cy="2843801"/>
          </a:xfrm>
          <a:prstGeom prst="rect">
            <a:avLst/>
          </a:prstGeom>
        </p:spPr>
      </p:pic>
      <p:sp>
        <p:nvSpPr>
          <p:cNvPr id="6" name="TextBox 5">
            <a:extLst>
              <a:ext uri="{FF2B5EF4-FFF2-40B4-BE49-F238E27FC236}">
                <a16:creationId xmlns:a16="http://schemas.microsoft.com/office/drawing/2014/main" id="{8687E6AD-521E-D1E7-35AD-BF4BAC06AF84}"/>
              </a:ext>
            </a:extLst>
          </p:cNvPr>
          <p:cNvSpPr txBox="1"/>
          <p:nvPr/>
        </p:nvSpPr>
        <p:spPr>
          <a:xfrm>
            <a:off x="457200" y="4430486"/>
            <a:ext cx="5137266" cy="2585323"/>
          </a:xfrm>
          <a:prstGeom prst="rect">
            <a:avLst/>
          </a:prstGeom>
          <a:noFill/>
        </p:spPr>
        <p:txBody>
          <a:bodyPr wrap="square" rtlCol="0">
            <a:spAutoFit/>
          </a:bodyPr>
          <a:lstStyle/>
          <a:p>
            <a:pPr lvl="1"/>
            <a:endParaRPr lang="en-GB" dirty="0"/>
          </a:p>
          <a:p>
            <a:pPr marL="285750" indent="-285750">
              <a:buFont typeface="Arial" panose="020B0604020202020204" pitchFamily="34" charset="0"/>
              <a:buChar char="•"/>
            </a:pPr>
            <a:r>
              <a:rPr lang="en-GB" dirty="0"/>
              <a:t>Feature</a:t>
            </a:r>
            <a:r>
              <a:rPr lang="zh-CN" altLang="en-US" dirty="0"/>
              <a:t> </a:t>
            </a:r>
            <a:r>
              <a:rPr lang="en-US" altLang="zh-CN" dirty="0"/>
              <a:t>Reduction</a:t>
            </a:r>
            <a:r>
              <a:rPr lang="zh-CN" altLang="en-US" dirty="0"/>
              <a:t> </a:t>
            </a:r>
            <a:r>
              <a:rPr lang="en-US" altLang="zh-CN" dirty="0"/>
              <a:t>Technique</a:t>
            </a:r>
            <a:endParaRPr lang="en-GB" dirty="0"/>
          </a:p>
          <a:p>
            <a:pPr marL="742950" lvl="1" indent="-285750">
              <a:buFont typeface="Arial" panose="020B0604020202020204" pitchFamily="34" charset="0"/>
              <a:buChar char="•"/>
            </a:pPr>
            <a:r>
              <a:rPr lang="en-GB" dirty="0"/>
              <a:t>Feature Selection (manual/statistical)</a:t>
            </a:r>
          </a:p>
          <a:p>
            <a:pPr marL="742950" lvl="1" indent="-285750">
              <a:buFont typeface="Arial" panose="020B0604020202020204" pitchFamily="34" charset="0"/>
              <a:buChar char="•"/>
            </a:pPr>
            <a:r>
              <a:rPr lang="en-GB" dirty="0"/>
              <a:t>PCA (</a:t>
            </a:r>
            <a:r>
              <a:rPr lang="en-US" altLang="zh-CN" dirty="0"/>
              <a:t>traditional</a:t>
            </a:r>
            <a:r>
              <a:rPr lang="zh-CN" altLang="en-US" dirty="0"/>
              <a:t> </a:t>
            </a:r>
            <a:r>
              <a:rPr lang="en-GB" dirty="0"/>
              <a:t>dimensionality reduction)</a:t>
            </a:r>
          </a:p>
          <a:p>
            <a:pPr marL="742950" lvl="1" indent="-285750">
              <a:buFont typeface="Arial" panose="020B0604020202020204" pitchFamily="34" charset="0"/>
              <a:buChar char="•"/>
            </a:pPr>
            <a:r>
              <a:rPr lang="en-GB" dirty="0"/>
              <a:t>Autoencoder / </a:t>
            </a:r>
            <a:r>
              <a:rPr lang="en-GB" dirty="0" err="1"/>
              <a:t>ResNeXt</a:t>
            </a:r>
            <a:r>
              <a:rPr lang="en-US" altLang="zh-CN" dirty="0"/>
              <a:t>1D</a:t>
            </a:r>
            <a:r>
              <a:rPr lang="en-GB" dirty="0"/>
              <a:t> (deep representation)</a:t>
            </a:r>
          </a:p>
          <a:p>
            <a:pPr marL="742950" lvl="1" indent="-285750">
              <a:buFont typeface="Arial" panose="020B0604020202020204" pitchFamily="34" charset="0"/>
              <a:buChar char="•"/>
            </a:pPr>
            <a:r>
              <a:rPr lang="en-GB" dirty="0"/>
              <a:t>Goal: reduce features while preserving information</a:t>
            </a:r>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36BD2-2838-10E4-46A3-ACF0B24D4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6DA214-7C1F-B658-94C5-E81F9C6EE8F1}"/>
              </a:ext>
            </a:extLst>
          </p:cNvPr>
          <p:cNvSpPr>
            <a:spLocks noGrp="1"/>
          </p:cNvSpPr>
          <p:nvPr>
            <p:ph type="title"/>
          </p:nvPr>
        </p:nvSpPr>
        <p:spPr>
          <a:xfrm>
            <a:off x="394677" y="0"/>
            <a:ext cx="8229600" cy="1143000"/>
          </a:xfrm>
        </p:spPr>
        <p:txBody>
          <a:bodyPr>
            <a:normAutofit/>
          </a:bodyPr>
          <a:lstStyle/>
          <a:p>
            <a:r>
              <a:rPr sz="2800" dirty="0"/>
              <a:t>Methodology: </a:t>
            </a:r>
            <a:r>
              <a:rPr lang="en-GB" sz="2800" dirty="0"/>
              <a:t>Data</a:t>
            </a:r>
            <a:r>
              <a:rPr lang="en-US" altLang="zh-CN" sz="2800" dirty="0"/>
              <a:t>s</a:t>
            </a:r>
            <a:r>
              <a:rPr lang="en-GB" sz="2800" dirty="0"/>
              <a:t>et</a:t>
            </a:r>
            <a:r>
              <a:rPr lang="zh-CN" altLang="en-US" sz="2800" dirty="0"/>
              <a:t> </a:t>
            </a:r>
            <a:r>
              <a:rPr lang="en-US" altLang="zh-CN" sz="2800" dirty="0"/>
              <a:t>&amp;</a:t>
            </a:r>
            <a:r>
              <a:rPr lang="zh-CN" altLang="en-US" sz="2800" dirty="0"/>
              <a:t> </a:t>
            </a:r>
            <a:r>
              <a:rPr lang="en-GB" sz="2800" dirty="0"/>
              <a:t>Feature Reduction</a:t>
            </a:r>
            <a:r>
              <a:rPr lang="zh-CN" altLang="en-US" sz="2800" dirty="0"/>
              <a:t> </a:t>
            </a:r>
            <a:r>
              <a:rPr lang="en-US" altLang="zh-CN" sz="2800" dirty="0"/>
              <a:t>technique</a:t>
            </a:r>
            <a:endParaRPr sz="2800" dirty="0"/>
          </a:p>
        </p:txBody>
      </p:sp>
      <p:sp>
        <p:nvSpPr>
          <p:cNvPr id="7" name="TextBox 6">
            <a:extLst>
              <a:ext uri="{FF2B5EF4-FFF2-40B4-BE49-F238E27FC236}">
                <a16:creationId xmlns:a16="http://schemas.microsoft.com/office/drawing/2014/main" id="{6C7FE30B-EC05-CC7E-DB7D-275D31A6649B}"/>
              </a:ext>
            </a:extLst>
          </p:cNvPr>
          <p:cNvSpPr txBox="1"/>
          <p:nvPr/>
        </p:nvSpPr>
        <p:spPr>
          <a:xfrm>
            <a:off x="4979324" y="1030172"/>
            <a:ext cx="3944565" cy="6001643"/>
          </a:xfrm>
          <a:prstGeom prst="rect">
            <a:avLst/>
          </a:prstGeom>
          <a:noFill/>
        </p:spPr>
        <p:txBody>
          <a:bodyPr wrap="square">
            <a:spAutoFit/>
          </a:bodyPr>
          <a:lstStyle/>
          <a:p>
            <a:r>
              <a:rPr lang="en-GB" sz="1600" dirty="0" err="1"/>
              <a:t>ResNeXt</a:t>
            </a:r>
            <a:r>
              <a:rPr lang="en-US" altLang="zh-CN" sz="1600" dirty="0"/>
              <a:t>1D</a:t>
            </a:r>
            <a:r>
              <a:rPr lang="zh-CN" altLang="en-US" sz="1600" dirty="0"/>
              <a:t> </a:t>
            </a:r>
            <a:r>
              <a:rPr lang="en-GB" sz="1600" dirty="0"/>
              <a:t>Feature Extraction</a:t>
            </a:r>
          </a:p>
          <a:p>
            <a:r>
              <a:rPr lang="en-GB" sz="1600" dirty="0"/>
              <a:t>Reshape input</a:t>
            </a:r>
          </a:p>
          <a:p>
            <a:r>
              <a:rPr lang="en-GB" sz="1600" dirty="0"/>
              <a:t>    Transform X from [N, D] to [N, 1, D]</a:t>
            </a:r>
          </a:p>
          <a:p>
            <a:endParaRPr lang="en-GB" sz="1600" dirty="0"/>
          </a:p>
          <a:p>
            <a:r>
              <a:rPr lang="en-GB" sz="1600" dirty="0"/>
              <a:t>    Pass batch through stem layer</a:t>
            </a:r>
          </a:p>
          <a:p>
            <a:r>
              <a:rPr lang="en-GB" sz="1600" dirty="0"/>
              <a:t>        - Conv1D(1 → 64, kernel=4, stride=2, padding=3)</a:t>
            </a:r>
          </a:p>
          <a:p>
            <a:r>
              <a:rPr lang="en-GB" sz="1600" dirty="0"/>
              <a:t>        - BatchNorm1D</a:t>
            </a:r>
          </a:p>
          <a:p>
            <a:r>
              <a:rPr lang="en-GB" sz="1600" dirty="0"/>
              <a:t>        - </a:t>
            </a:r>
            <a:r>
              <a:rPr lang="en-GB" sz="1600" dirty="0" err="1"/>
              <a:t>ReLU</a:t>
            </a:r>
            <a:endParaRPr lang="en-GB" sz="1600" dirty="0"/>
          </a:p>
          <a:p>
            <a:r>
              <a:rPr lang="en-GB" sz="1600" dirty="0"/>
              <a:t>        - MaxPool1D(kernel=3, stride=2, padding=1)</a:t>
            </a:r>
          </a:p>
          <a:p>
            <a:endParaRPr lang="en-GB" sz="1600" dirty="0"/>
          </a:p>
          <a:p>
            <a:r>
              <a:rPr lang="en-GB" sz="1600" dirty="0"/>
              <a:t>    Pass through Layer 1 and Layer 2</a:t>
            </a:r>
          </a:p>
          <a:p>
            <a:r>
              <a:rPr lang="en-GB" sz="1600" dirty="0"/>
              <a:t>        - ResNeXt1D Block</a:t>
            </a:r>
          </a:p>
          <a:p>
            <a:r>
              <a:rPr lang="en-GB" sz="1600" dirty="0"/>
              <a:t>        - ResNeXt1D Block</a:t>
            </a:r>
          </a:p>
          <a:p>
            <a:endParaRPr lang="en-GB" sz="1600" dirty="0"/>
          </a:p>
          <a:p>
            <a:r>
              <a:rPr lang="en-GB" sz="1600" dirty="0"/>
              <a:t>    Pass through head</a:t>
            </a:r>
          </a:p>
          <a:p>
            <a:r>
              <a:rPr lang="en-GB" sz="1600" dirty="0"/>
              <a:t>        - Adaptive Average Pooling</a:t>
            </a:r>
          </a:p>
          <a:p>
            <a:r>
              <a:rPr lang="en-GB" sz="1600" dirty="0"/>
              <a:t>        - Flatten</a:t>
            </a:r>
          </a:p>
          <a:p>
            <a:r>
              <a:rPr lang="en-GB" sz="1600" dirty="0"/>
              <a:t>        - Linear layer to </a:t>
            </a:r>
            <a:r>
              <a:rPr lang="en-GB" sz="1600" dirty="0" err="1"/>
              <a:t>embedding_dim</a:t>
            </a:r>
            <a:endParaRPr lang="en-GB" sz="1600" dirty="0"/>
          </a:p>
          <a:p>
            <a:endParaRPr lang="en-GB" sz="1600" dirty="0"/>
          </a:p>
          <a:p>
            <a:r>
              <a:rPr lang="en-GB" sz="1600" dirty="0"/>
              <a:t>Output: Embedding matrix Z (n × </a:t>
            </a:r>
            <a:r>
              <a:rPr lang="en-GB" sz="1600" dirty="0" err="1"/>
              <a:t>embedding_dim</a:t>
            </a:r>
            <a:r>
              <a:rPr lang="en-GB" sz="1600" dirty="0"/>
              <a:t>)</a:t>
            </a:r>
          </a:p>
          <a:p>
            <a:endParaRPr lang="en-GB" sz="1600" dirty="0"/>
          </a:p>
        </p:txBody>
      </p:sp>
      <p:sp>
        <p:nvSpPr>
          <p:cNvPr id="4" name="TextBox 3">
            <a:extLst>
              <a:ext uri="{FF2B5EF4-FFF2-40B4-BE49-F238E27FC236}">
                <a16:creationId xmlns:a16="http://schemas.microsoft.com/office/drawing/2014/main" id="{4A46B1AD-DCA5-D506-A98C-72B83CB0B721}"/>
              </a:ext>
            </a:extLst>
          </p:cNvPr>
          <p:cNvSpPr txBox="1"/>
          <p:nvPr/>
        </p:nvSpPr>
        <p:spPr>
          <a:xfrm>
            <a:off x="361224" y="1085927"/>
            <a:ext cx="4177323" cy="4524315"/>
          </a:xfrm>
          <a:prstGeom prst="rect">
            <a:avLst/>
          </a:prstGeom>
          <a:noFill/>
        </p:spPr>
        <p:txBody>
          <a:bodyPr wrap="square">
            <a:spAutoFit/>
          </a:bodyPr>
          <a:lstStyle/>
          <a:p>
            <a:r>
              <a:rPr lang="en-GB" dirty="0" err="1"/>
              <a:t>AutoEncoder</a:t>
            </a:r>
            <a:r>
              <a:rPr lang="en-GB" dirty="0"/>
              <a:t> Feature Extraction</a:t>
            </a:r>
          </a:p>
          <a:p>
            <a:endParaRPr lang="en-GB" dirty="0"/>
          </a:p>
          <a:p>
            <a:r>
              <a:rPr lang="en-GB" dirty="0"/>
              <a:t>Input: Flow-level data X (n × d)</a:t>
            </a:r>
          </a:p>
          <a:p>
            <a:endParaRPr lang="en-GB" dirty="0"/>
          </a:p>
          <a:p>
            <a:r>
              <a:rPr lang="en-GB" dirty="0"/>
              <a:t>Pass X through the encoder</a:t>
            </a:r>
          </a:p>
          <a:p>
            <a:r>
              <a:rPr lang="en-GB" dirty="0"/>
              <a:t>   - Linear (36-&gt;64)</a:t>
            </a:r>
          </a:p>
          <a:p>
            <a:r>
              <a:rPr lang="en-GB" dirty="0"/>
              <a:t>   - </a:t>
            </a:r>
            <a:r>
              <a:rPr lang="en-GB" dirty="0" err="1"/>
              <a:t>ReLU</a:t>
            </a:r>
            <a:r>
              <a:rPr lang="en-GB" dirty="0"/>
              <a:t> </a:t>
            </a:r>
          </a:p>
          <a:p>
            <a:r>
              <a:rPr lang="en-GB" dirty="0"/>
              <a:t>   - Linear (64-&gt;32) </a:t>
            </a:r>
          </a:p>
          <a:p>
            <a:r>
              <a:rPr lang="en-GB" dirty="0"/>
              <a:t>   - </a:t>
            </a:r>
            <a:r>
              <a:rPr lang="en-GB" dirty="0" err="1"/>
              <a:t>ReLU</a:t>
            </a:r>
            <a:r>
              <a:rPr lang="en-GB" dirty="0"/>
              <a:t> </a:t>
            </a:r>
          </a:p>
          <a:p>
            <a:r>
              <a:rPr lang="en-GB" dirty="0"/>
              <a:t>   </a:t>
            </a:r>
          </a:p>
          <a:p>
            <a:r>
              <a:rPr lang="en-GB" dirty="0"/>
              <a:t>   Encode X into low-dimensional latent vectors</a:t>
            </a:r>
          </a:p>
          <a:p>
            <a:r>
              <a:rPr lang="en-GB" dirty="0"/>
              <a:t> - Linear (32 -&gt; </a:t>
            </a:r>
            <a:r>
              <a:rPr lang="en-GB" dirty="0" err="1"/>
              <a:t>embedding_dim</a:t>
            </a:r>
            <a:r>
              <a:rPr lang="en-GB" dirty="0"/>
              <a:t>)</a:t>
            </a:r>
          </a:p>
          <a:p>
            <a:endParaRPr lang="en-GB" dirty="0"/>
          </a:p>
          <a:p>
            <a:r>
              <a:rPr lang="en-GB" dirty="0"/>
              <a:t>Output: Embedding matrix Z (n × </a:t>
            </a:r>
            <a:r>
              <a:rPr lang="en-GB" dirty="0" err="1"/>
              <a:t>embedding_dim</a:t>
            </a:r>
            <a:r>
              <a:rPr lang="en-GB" dirty="0"/>
              <a:t>)</a:t>
            </a:r>
          </a:p>
        </p:txBody>
      </p:sp>
      <p:cxnSp>
        <p:nvCxnSpPr>
          <p:cNvPr id="9" name="Straight Connector 8">
            <a:extLst>
              <a:ext uri="{FF2B5EF4-FFF2-40B4-BE49-F238E27FC236}">
                <a16:creationId xmlns:a16="http://schemas.microsoft.com/office/drawing/2014/main" id="{107EBE3E-0E8D-DE9E-00AF-95D6517658CC}"/>
              </a:ext>
            </a:extLst>
          </p:cNvPr>
          <p:cNvCxnSpPr/>
          <p:nvPr/>
        </p:nvCxnSpPr>
        <p:spPr>
          <a:xfrm>
            <a:off x="4360127" y="1052474"/>
            <a:ext cx="0" cy="5727469"/>
          </a:xfrm>
          <a:prstGeom prst="line">
            <a:avLst/>
          </a:prstGeom>
          <a:ln>
            <a:prstDash val="lg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4900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Results: Detection Performance</a:t>
            </a:r>
          </a:p>
        </p:txBody>
      </p:sp>
      <p:sp>
        <p:nvSpPr>
          <p:cNvPr id="3" name="Content Placeholder 2"/>
          <p:cNvSpPr>
            <a:spLocks noGrp="1"/>
          </p:cNvSpPr>
          <p:nvPr>
            <p:ph idx="1"/>
          </p:nvPr>
        </p:nvSpPr>
        <p:spPr/>
        <p:txBody>
          <a:bodyPr/>
          <a:lstStyle/>
          <a:p>
            <a:r>
              <a:rPr lang="en-GB"/>
              <a:t>Compare FS, PCA, Autoencoder</a:t>
            </a:r>
          </a:p>
          <a:p>
            <a:r>
              <a:rPr lang="en-GB"/>
              <a:t>Accuracy / Precision / Recall results</a:t>
            </a:r>
          </a:p>
          <a:p>
            <a:r>
              <a:rPr lang="en-GB"/>
              <a:t>Performance differences observed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normAutofit fontScale="70000" lnSpcReduction="20000"/>
          </a:bodyPr>
          <a:lstStyle/>
          <a:p>
            <a:r>
              <a:rPr lang="en-GB"/>
              <a:t>Feature reduction techniques, including PCA, </a:t>
            </a:r>
            <a:r>
              <a:rPr lang="en-GB" err="1"/>
              <a:t>AutoEncoder</a:t>
            </a:r>
            <a:r>
              <a:rPr lang="en-GB"/>
              <a:t>, and </a:t>
            </a:r>
            <a:r>
              <a:rPr lang="en-GB" err="1"/>
              <a:t>ResNeXt</a:t>
            </a:r>
            <a:r>
              <a:rPr lang="en-GB"/>
              <a:t>, generally lead to a decrease in model performance, particularly in terms of accuracy and F1 score.</a:t>
            </a:r>
          </a:p>
          <a:p>
            <a:r>
              <a:rPr lang="en-GB"/>
              <a:t>If</a:t>
            </a:r>
            <a:r>
              <a:rPr lang="zh-CN" altLang="en-US"/>
              <a:t> </a:t>
            </a:r>
            <a:r>
              <a:rPr lang="en-GB"/>
              <a:t>a certain degree of performance degradation is acceptable, more aggressive dimensionality reduction can be applied to significantly reduce feature size and computational cost.</a:t>
            </a:r>
          </a:p>
          <a:p>
            <a:r>
              <a:rPr lang="en-GB" err="1"/>
              <a:t>ResNeXt</a:t>
            </a:r>
            <a:r>
              <a:rPr lang="en-GB"/>
              <a:t> introduces high CPU overhead when applied to low-dimensional flow-level data, without improving accuracy or F1 score, making it unsuitable for deployment on edge devices. In contrast, PCA and </a:t>
            </a:r>
            <a:r>
              <a:rPr lang="en-GB" err="1"/>
              <a:t>AutoEncoder</a:t>
            </a:r>
            <a:r>
              <a:rPr lang="en-GB"/>
              <a:t> show no significant resource bottlenecks and are more suitable for edge-based IDS.</a:t>
            </a:r>
          </a:p>
          <a:p>
            <a:r>
              <a:rPr lang="en-GB"/>
              <a:t>Feature reduction reduces performance but improves efficiency; PCA and </a:t>
            </a:r>
            <a:r>
              <a:rPr lang="en-GB" err="1"/>
              <a:t>AutoEncoder</a:t>
            </a:r>
            <a:r>
              <a:rPr lang="en-GB"/>
              <a:t> are edge-friendly, while </a:t>
            </a:r>
            <a:r>
              <a:rPr lang="en-GB" err="1"/>
              <a:t>ResNeXt</a:t>
            </a:r>
            <a:r>
              <a:rPr lang="en-GB"/>
              <a:t> is computationally expensive and ineffective for low-dimensional data.</a:t>
            </a:r>
          </a:p>
          <a:p>
            <a:endParaRPr lang="en-GB"/>
          </a:p>
          <a:p>
            <a:endParaRPr lang="en-GB"/>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IoMT Security Papers</a:t>
            </a:r>
          </a:p>
          <a:p>
            <a:r>
              <a:t>IDS and ML/DL Papers</a:t>
            </a:r>
          </a:p>
          <a:p>
            <a:r>
              <a:t>Feature Reduction Techniques</a:t>
            </a:r>
          </a:p>
          <a:p>
            <a:r>
              <a:t>Relevant academic 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1754</TotalTime>
  <Words>1068</Words>
  <Application>Microsoft Macintosh PowerPoint</Application>
  <PresentationFormat>On-screen Show (4:3)</PresentationFormat>
  <Paragraphs>159</Paragraphs>
  <Slides>11</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SimSun</vt:lpstr>
      <vt:lpstr>Aptos</vt:lpstr>
      <vt:lpstr>Arial</vt:lpstr>
      <vt:lpstr>Calibri</vt:lpstr>
      <vt:lpstr>Office Theme</vt:lpstr>
      <vt:lpstr>Comparative Evaluation of Feature Reduction Techniques for Intrusion Detection on IoMT Edge Devices</vt:lpstr>
      <vt:lpstr>Introduction</vt:lpstr>
      <vt:lpstr>Background &amp; Literature Review</vt:lpstr>
      <vt:lpstr>Research Gaps &amp; Contributions</vt:lpstr>
      <vt:lpstr>Methodology: System Overview</vt:lpstr>
      <vt:lpstr>Methodology: Proposed Simulation Framework</vt:lpstr>
      <vt:lpstr>Methodology: Dataset &amp; Feature Reduction technique</vt:lpstr>
      <vt:lpstr>Methodology: Dataset &amp; Feature Reduction technique</vt:lpstr>
      <vt:lpstr>Results: Detection Performance</vt:lpstr>
      <vt:lpstr>Conclusion</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耀泉 马</cp:lastModifiedBy>
  <cp:revision>1</cp:revision>
  <dcterms:created xsi:type="dcterms:W3CDTF">2013-01-27T09:14:16Z</dcterms:created>
  <dcterms:modified xsi:type="dcterms:W3CDTF">2026-03-21T18:35:34Z</dcterms:modified>
  <cp:category/>
</cp:coreProperties>
</file>