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566" r:id="rId3"/>
    <p:sldId id="567" r:id="rId4"/>
    <p:sldId id="568" r:id="rId5"/>
    <p:sldId id="569" r:id="rId6"/>
    <p:sldId id="271" r:id="rId7"/>
    <p:sldId id="268" r:id="rId8"/>
    <p:sldId id="261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04AB4-6846-4849-A1B8-6A167A3B7532}" v="395" dt="2026-03-19T15:25:41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/>
    <p:restoredTop sz="87603" autoAdjust="0"/>
  </p:normalViewPr>
  <p:slideViewPr>
    <p:cSldViewPr snapToGrid="0" snapToObjects="1">
      <p:cViewPr>
        <p:scale>
          <a:sx n="92" d="100"/>
          <a:sy n="92" d="100"/>
        </p:scale>
        <p:origin x="1620" y="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49304-4996-5048-AF8D-AE7FCF302DAE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F46E4-EE54-564F-BFBC-E1DA32DE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bc11bbc0-1aac-4a0a-8fae-0ad76c7f3707.source.7.zh-Hans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815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65936ff6-046c-4ad8-b07a-aa9db2ce43c0.source.3.zh-Hans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178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46E4-EE54-564F-BFBC-E1DA32DE0B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90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F46E4-EE54-564F-BFBC-E1DA32DE0B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55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67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18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19" Type="http://schemas.openxmlformats.org/officeDocument/2006/relationships/image" Target="../media/image1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.png"/><Relationship Id="rId5" Type="http://schemas.openxmlformats.org/officeDocument/2006/relationships/tags" Target="../tags/tag2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081" y="560945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200" dirty="0">
                <a:solidFill>
                  <a:srgbClr val="FFFFFF"/>
                </a:solidFill>
              </a:rPr>
              <a:t>Comparative Evaluation of Feature Reduction Techniques for Intrusion Detection on IoMT Edge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 fontScale="92500"/>
          </a:bodyPr>
          <a:lstStyle/>
          <a:p>
            <a:pPr algn="l"/>
            <a:r>
              <a:rPr lang="en-GB" dirty="0"/>
              <a:t>Yaoquan</a:t>
            </a:r>
            <a:r>
              <a:rPr lang="zh-CN" altLang="en-US" dirty="0"/>
              <a:t> </a:t>
            </a:r>
            <a:r>
              <a:rPr lang="en-US" altLang="zh-CN" dirty="0"/>
              <a:t>Ma(25298835),</a:t>
            </a:r>
            <a:r>
              <a:rPr lang="zh-CN" altLang="en-US" dirty="0"/>
              <a:t> </a:t>
            </a:r>
            <a:r>
              <a:rPr lang="en-US" altLang="zh-CN" dirty="0"/>
              <a:t>Wang</a:t>
            </a:r>
            <a:r>
              <a:rPr lang="zh-CN" altLang="en-US" dirty="0"/>
              <a:t> </a:t>
            </a:r>
            <a:r>
              <a:rPr lang="en-US" altLang="zh-CN" dirty="0"/>
              <a:t>Ning(25298832)</a:t>
            </a:r>
            <a:endParaRPr lang="en-GB" dirty="0"/>
          </a:p>
          <a:p>
            <a:pPr algn="l"/>
            <a:r>
              <a:rPr dirty="0"/>
              <a:t>Supervisor: Dr. Priyanka Verma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3171A96-A1A3-2A51-8B86-C88C672F79CB}"/>
              </a:ext>
            </a:extLst>
          </p:cNvPr>
          <p:cNvGrpSpPr/>
          <p:nvPr/>
        </p:nvGrpSpPr>
        <p:grpSpPr>
          <a:xfrm>
            <a:off x="107878" y="124"/>
            <a:ext cx="8789541" cy="5270519"/>
            <a:chOff x="941243" y="0"/>
            <a:chExt cx="10146538" cy="6134100"/>
          </a:xfrm>
        </p:grpSpPr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30ED70F-7A51-CFFE-3F4D-C3B84114D341}"/>
                </a:ext>
              </a:extLst>
            </p:cNvPr>
            <p:cNvSpPr/>
            <p:nvPr/>
          </p:nvSpPr>
          <p:spPr>
            <a:xfrm rot="10800000">
              <a:off x="1970314" y="0"/>
              <a:ext cx="3194613" cy="61341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2"/>
            </a:solid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D43C3EF-1982-67B6-C58B-205066BD38ED}"/>
                </a:ext>
              </a:extLst>
            </p:cNvPr>
            <p:cNvSpPr/>
            <p:nvPr/>
          </p:nvSpPr>
          <p:spPr>
            <a:xfrm flipH="1">
              <a:off x="941243" y="1155025"/>
              <a:ext cx="984885" cy="39069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wrap="square" tIns="67500" bIns="6750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kumimoji="1" lang="en-US" altLang="zh-CN" sz="36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CONTE</a:t>
              </a:r>
              <a:r>
                <a:rPr kumimoji="1" lang="en-US" altLang="zh-CN" sz="3600" b="1" dirty="0">
                  <a:solidFill>
                    <a:schemeClr val="accent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NTS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7ED7636-9256-B1E7-D25E-679952E6E468}"/>
                </a:ext>
              </a:extLst>
            </p:cNvPr>
            <p:cNvGrpSpPr/>
            <p:nvPr/>
          </p:nvGrpSpPr>
          <p:grpSpPr>
            <a:xfrm>
              <a:off x="5593947" y="1211768"/>
              <a:ext cx="5493834" cy="556548"/>
              <a:chOff x="5858107" y="1405055"/>
              <a:chExt cx="5493834" cy="556548"/>
            </a:xfrm>
          </p:grpSpPr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85A4D9C8-0C60-077D-56A9-4B9BB01CCA60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EFCDCC0-EAEB-CF5B-9E12-0E661BA40BD2}"/>
                  </a:ext>
                </a:extLst>
              </p:cNvPr>
              <p:cNvSpPr/>
              <p:nvPr/>
            </p:nvSpPr>
            <p:spPr>
              <a:xfrm flipH="1">
                <a:off x="6432278" y="1452100"/>
                <a:ext cx="4695503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Introduction</a:t>
                </a:r>
                <a:endParaRPr kumimoji="1"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0378E24B-40C1-2F7A-AC01-894008C8A76B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rgbClr val="7784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01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506E784F-30B5-4874-AB11-A10F6317DE27}"/>
                </a:ext>
              </a:extLst>
            </p:cNvPr>
            <p:cNvGrpSpPr/>
            <p:nvPr/>
          </p:nvGrpSpPr>
          <p:grpSpPr>
            <a:xfrm>
              <a:off x="5593947" y="1917367"/>
              <a:ext cx="5493834" cy="556548"/>
              <a:chOff x="5858107" y="1405055"/>
              <a:chExt cx="5493834" cy="556548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5FD17055-B31F-EE3C-C45E-D3ED56A29F50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84ED7E7-04F6-A42C-673F-FD226A4F0192}"/>
                  </a:ext>
                </a:extLst>
              </p:cNvPr>
              <p:cNvSpPr/>
              <p:nvPr/>
            </p:nvSpPr>
            <p:spPr>
              <a:xfrm flipH="1">
                <a:off x="6432278" y="1452099"/>
                <a:ext cx="4695503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Related Work and Contribution</a:t>
                </a:r>
              </a:p>
            </p:txBody>
          </p:sp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E5FED77E-3B10-C1B9-7CB3-4CFB9F90B4E4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02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2044433-D82D-7DA9-4CBE-850C3006835F}"/>
                </a:ext>
              </a:extLst>
            </p:cNvPr>
            <p:cNvGrpSpPr/>
            <p:nvPr/>
          </p:nvGrpSpPr>
          <p:grpSpPr>
            <a:xfrm>
              <a:off x="5593947" y="2622966"/>
              <a:ext cx="5493834" cy="556548"/>
              <a:chOff x="5858107" y="1405055"/>
              <a:chExt cx="5493834" cy="556548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6514E88-E084-4619-328D-B3BD41E3830E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19D67AC-BB2B-C673-7B85-0021F91A9EC4}"/>
                  </a:ext>
                </a:extLst>
              </p:cNvPr>
              <p:cNvSpPr/>
              <p:nvPr/>
            </p:nvSpPr>
            <p:spPr>
              <a:xfrm flipH="1">
                <a:off x="6432278" y="1452100"/>
                <a:ext cx="4695503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System Assumptions and Proposed Approach</a:t>
                </a:r>
              </a:p>
            </p:txBody>
          </p:sp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EA8931D8-6C00-4EE4-FD49-9AFB9806B539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rgbClr val="7784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03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23C1E4C-F25A-E19D-0AB7-4BAC30773792}"/>
                </a:ext>
              </a:extLst>
            </p:cNvPr>
            <p:cNvGrpSpPr/>
            <p:nvPr/>
          </p:nvGrpSpPr>
          <p:grpSpPr>
            <a:xfrm>
              <a:off x="5593947" y="3328565"/>
              <a:ext cx="5493834" cy="556548"/>
              <a:chOff x="5858107" y="1405055"/>
              <a:chExt cx="5493834" cy="556548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0B143CE0-0322-494C-967C-3B04B5918D92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3B7E7AB-B54F-B639-E739-F9A76196943E}"/>
                  </a:ext>
                </a:extLst>
              </p:cNvPr>
              <p:cNvSpPr/>
              <p:nvPr/>
            </p:nvSpPr>
            <p:spPr>
              <a:xfrm flipH="1">
                <a:off x="7376160" y="1452100"/>
                <a:ext cx="3751620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Workflow and Technical Detail</a:t>
                </a:r>
                <a:endParaRPr kumimoji="1" lang="en-US" altLang="zh-CN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779FC0FD-D001-3088-2FBC-ECC0CC1B49BC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04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0C39D281-449D-7A6A-77EC-D8AC1BCD91ED}"/>
                </a:ext>
              </a:extLst>
            </p:cNvPr>
            <p:cNvGrpSpPr/>
            <p:nvPr/>
          </p:nvGrpSpPr>
          <p:grpSpPr>
            <a:xfrm>
              <a:off x="5593947" y="4034164"/>
              <a:ext cx="5493834" cy="556548"/>
              <a:chOff x="5858107" y="1405055"/>
              <a:chExt cx="5493834" cy="556548"/>
            </a:xfrm>
          </p:grpSpPr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EDEFDF4B-69DC-1DF9-BAF4-9A6447DDDA91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DBCF91C1-08F2-EE50-328C-99B6561E94E6}"/>
                  </a:ext>
                </a:extLst>
              </p:cNvPr>
              <p:cNvSpPr/>
              <p:nvPr/>
            </p:nvSpPr>
            <p:spPr>
              <a:xfrm flipH="1">
                <a:off x="7376160" y="1452100"/>
                <a:ext cx="3751620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rPr>
                  <a:t>Results</a:t>
                </a:r>
              </a:p>
            </p:txBody>
          </p:sp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931D5B0B-F2FD-90BB-C29A-299FF0EE306F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rgbClr val="7784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05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39BBAEC9-6E37-9BEA-ED89-5CDE938E5040}"/>
                </a:ext>
              </a:extLst>
            </p:cNvPr>
            <p:cNvGrpSpPr/>
            <p:nvPr/>
          </p:nvGrpSpPr>
          <p:grpSpPr>
            <a:xfrm>
              <a:off x="5593947" y="4739763"/>
              <a:ext cx="5493834" cy="556548"/>
              <a:chOff x="5858107" y="1405055"/>
              <a:chExt cx="5493834" cy="556548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92364C1C-93A1-5FC7-1C06-F57A4A950F43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6FB6974-F0F6-982E-DC5C-15D01B3970EF}"/>
                  </a:ext>
                </a:extLst>
              </p:cNvPr>
              <p:cNvSpPr/>
              <p:nvPr/>
            </p:nvSpPr>
            <p:spPr>
              <a:xfrm flipH="1">
                <a:off x="7376160" y="1469340"/>
                <a:ext cx="3751621" cy="4279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endParaRPr kumimoji="1" lang="en-US" altLang="zh-CN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71980F63-318B-EC3D-D72A-1C4B67FDE8D2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06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8EDB405-6D70-CDBA-8198-5C15A24AB64C}"/>
                </a:ext>
              </a:extLst>
            </p:cNvPr>
            <p:cNvGrpSpPr/>
            <p:nvPr/>
          </p:nvGrpSpPr>
          <p:grpSpPr>
            <a:xfrm>
              <a:off x="5593947" y="5445362"/>
              <a:ext cx="5493834" cy="556548"/>
              <a:chOff x="5858107" y="1405055"/>
              <a:chExt cx="5493834" cy="556548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24D0B9E7-5787-1698-2FCA-1095F997EDF1}"/>
                  </a:ext>
                </a:extLst>
              </p:cNvPr>
              <p:cNvSpPr/>
              <p:nvPr/>
            </p:nvSpPr>
            <p:spPr>
              <a:xfrm>
                <a:off x="5858107" y="1405055"/>
                <a:ext cx="5493834" cy="55654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B0E3373F-3092-1D25-9BB2-C7B0951ACADC}"/>
                  </a:ext>
                </a:extLst>
              </p:cNvPr>
              <p:cNvSpPr/>
              <p:nvPr/>
            </p:nvSpPr>
            <p:spPr>
              <a:xfrm flipH="1">
                <a:off x="7376160" y="1452099"/>
                <a:ext cx="3751620" cy="445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67500" bIns="67500" rtlCol="0" anchor="b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kumimoji="1" lang="en-US" altLang="zh-CN" sz="1600" b="1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Google Docs </a:t>
                </a:r>
                <a:r>
                  <a:rPr kumimoji="1" lang="en-US" altLang="zh-CN" sz="1600" b="1" dirty="0" err="1">
                    <a:solidFill>
                      <a:schemeClr val="tx1"/>
                    </a:solidFill>
                    <a:latin typeface="Calibri" panose="020F0502020204030204" pitchFamily="34" charset="0"/>
                  </a:rPr>
                  <a:t>QRCode</a:t>
                </a:r>
                <a:endParaRPr kumimoji="1" lang="en-US" altLang="zh-CN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79527044-BA81-8637-3C17-8BAAD73CAF9C}"/>
                  </a:ext>
                </a:extLst>
              </p:cNvPr>
              <p:cNvSpPr/>
              <p:nvPr/>
            </p:nvSpPr>
            <p:spPr>
              <a:xfrm>
                <a:off x="6058551" y="1496466"/>
                <a:ext cx="373727" cy="373727"/>
              </a:xfrm>
              <a:prstGeom prst="roundRect">
                <a:avLst>
                  <a:gd name="adj" fmla="val 16667"/>
                </a:avLst>
              </a:prstGeom>
              <a:solidFill>
                <a:srgbClr val="77849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77500" lnSpcReduction="20000"/>
              </a:bodyPr>
              <a:lstStyle/>
              <a:p>
                <a:pPr algn="ctr"/>
                <a:r>
                  <a:rPr lang="en-US" altLang="zh-CN" sz="1050" b="1" dirty="0">
                    <a:latin typeface="Calibri" panose="020F0502020204030204" pitchFamily="34" charset="0"/>
                    <a:ea typeface="宋体" panose="02010600030101010101" pitchFamily="2" charset="-122"/>
                  </a:rPr>
                  <a:t>07</a:t>
                </a:r>
                <a:endParaRPr lang="zh-CN" altLang="en-US" sz="1050" b="1" dirty="0">
                  <a:latin typeface="Calibri" panose="020F050202020403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3557B4F-3E90-3DED-BB25-9A68A19563CD}"/>
              </a:ext>
            </a:extLst>
          </p:cNvPr>
          <p:cNvSpPr/>
          <p:nvPr/>
        </p:nvSpPr>
        <p:spPr>
          <a:xfrm flipH="1">
            <a:off x="5889522" y="4076559"/>
            <a:ext cx="2813716" cy="382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67500" bIns="67500" rtlCol="0" anchor="b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r"/>
            <a:r>
              <a:rPr kumimoji="1"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Conclusion and Future 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7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>
            <a:extLst>
              <a:ext uri="{FF2B5EF4-FFF2-40B4-BE49-F238E27FC236}">
                <a16:creationId xmlns:a16="http://schemas.microsoft.com/office/drawing/2014/main" id="{94861C58-876F-227B-AB8E-5CD57DD2B5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67"/>
            <a:ext cx="9144000" cy="1027698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959D373-598A-48C1-8734-BBE0C44C3E71}"/>
              </a:ext>
            </a:extLst>
          </p:cNvPr>
          <p:cNvGrpSpPr/>
          <p:nvPr/>
        </p:nvGrpSpPr>
        <p:grpSpPr>
          <a:xfrm>
            <a:off x="573950" y="1475022"/>
            <a:ext cx="3332585" cy="4519272"/>
            <a:chOff x="4120979" y="1130299"/>
            <a:chExt cx="3950043" cy="535264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FF0F03E-77E3-4293-86F9-35A6ECEF023A}"/>
                </a:ext>
              </a:extLst>
            </p:cNvPr>
            <p:cNvGrpSpPr/>
            <p:nvPr/>
          </p:nvGrpSpPr>
          <p:grpSpPr>
            <a:xfrm>
              <a:off x="4120979" y="1130299"/>
              <a:ext cx="3950043" cy="5352641"/>
              <a:chOff x="4120979" y="1130299"/>
              <a:chExt cx="3950043" cy="5352641"/>
            </a:xfrm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074E906F-89BE-47F2-ACCB-658FA9AAEFE2}"/>
                  </a:ext>
                </a:extLst>
              </p:cNvPr>
              <p:cNvSpPr/>
              <p:nvPr/>
            </p:nvSpPr>
            <p:spPr>
              <a:xfrm>
                <a:off x="4803793" y="1130299"/>
                <a:ext cx="2578696" cy="5245938"/>
              </a:xfrm>
              <a:custGeom>
                <a:avLst/>
                <a:gdLst>
                  <a:gd name="connsiteX0" fmla="*/ 420624 w 2578696"/>
                  <a:gd name="connsiteY0" fmla="*/ 0 h 5245938"/>
                  <a:gd name="connsiteX1" fmla="*/ 2158325 w 2578696"/>
                  <a:gd name="connsiteY1" fmla="*/ 0 h 5245938"/>
                  <a:gd name="connsiteX2" fmla="*/ 2392416 w 2578696"/>
                  <a:gd name="connsiteY2" fmla="*/ 45748 h 5245938"/>
                  <a:gd name="connsiteX3" fmla="*/ 2532982 w 2578696"/>
                  <a:gd name="connsiteY3" fmla="*/ 186314 h 5245938"/>
                  <a:gd name="connsiteX4" fmla="*/ 2578730 w 2578696"/>
                  <a:gd name="connsiteY4" fmla="*/ 420406 h 5245938"/>
                  <a:gd name="connsiteX5" fmla="*/ 2578730 w 2578696"/>
                  <a:gd name="connsiteY5" fmla="*/ 4825533 h 5245938"/>
                  <a:gd name="connsiteX6" fmla="*/ 2532982 w 2578696"/>
                  <a:gd name="connsiteY6" fmla="*/ 5059625 h 5245938"/>
                  <a:gd name="connsiteX7" fmla="*/ 2392416 w 2578696"/>
                  <a:gd name="connsiteY7" fmla="*/ 5200190 h 5245938"/>
                  <a:gd name="connsiteX8" fmla="*/ 2158325 w 2578696"/>
                  <a:gd name="connsiteY8" fmla="*/ 5245939 h 5245938"/>
                  <a:gd name="connsiteX9" fmla="*/ 420624 w 2578696"/>
                  <a:gd name="connsiteY9" fmla="*/ 5245939 h 5245938"/>
                  <a:gd name="connsiteX10" fmla="*/ 186532 w 2578696"/>
                  <a:gd name="connsiteY10" fmla="*/ 5200190 h 5245938"/>
                  <a:gd name="connsiteX11" fmla="*/ 45967 w 2578696"/>
                  <a:gd name="connsiteY11" fmla="*/ 5059625 h 5245938"/>
                  <a:gd name="connsiteX12" fmla="*/ 34 w 2578696"/>
                  <a:gd name="connsiteY12" fmla="*/ 4825717 h 5245938"/>
                  <a:gd name="connsiteX13" fmla="*/ 34 w 2578696"/>
                  <a:gd name="connsiteY13" fmla="*/ 420590 h 5245938"/>
                  <a:gd name="connsiteX14" fmla="*/ 45782 w 2578696"/>
                  <a:gd name="connsiteY14" fmla="*/ 186498 h 5245938"/>
                  <a:gd name="connsiteX15" fmla="*/ 186348 w 2578696"/>
                  <a:gd name="connsiteY15" fmla="*/ 45933 h 5245938"/>
                  <a:gd name="connsiteX16" fmla="*/ 420624 w 2578696"/>
                  <a:gd name="connsiteY16" fmla="*/ 0 h 524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78696" h="5245938">
                    <a:moveTo>
                      <a:pt x="420624" y="0"/>
                    </a:moveTo>
                    <a:lnTo>
                      <a:pt x="2158325" y="0"/>
                    </a:lnTo>
                    <a:cubicBezTo>
                      <a:pt x="2267900" y="0"/>
                      <a:pt x="2328774" y="11806"/>
                      <a:pt x="2392416" y="45748"/>
                    </a:cubicBezTo>
                    <a:cubicBezTo>
                      <a:pt x="2452738" y="78031"/>
                      <a:pt x="2500884" y="126177"/>
                      <a:pt x="2532982" y="186314"/>
                    </a:cubicBezTo>
                    <a:cubicBezTo>
                      <a:pt x="2566924" y="249956"/>
                      <a:pt x="2578730" y="310831"/>
                      <a:pt x="2578730" y="420406"/>
                    </a:cubicBezTo>
                    <a:lnTo>
                      <a:pt x="2578730" y="4825533"/>
                    </a:lnTo>
                    <a:cubicBezTo>
                      <a:pt x="2578730" y="4935108"/>
                      <a:pt x="2566924" y="4995983"/>
                      <a:pt x="2532982" y="5059625"/>
                    </a:cubicBezTo>
                    <a:cubicBezTo>
                      <a:pt x="2500700" y="5119946"/>
                      <a:pt x="2452553" y="5168093"/>
                      <a:pt x="2392416" y="5200190"/>
                    </a:cubicBezTo>
                    <a:cubicBezTo>
                      <a:pt x="2328774" y="5234132"/>
                      <a:pt x="2267900" y="5245939"/>
                      <a:pt x="2158325" y="5245939"/>
                    </a:cubicBezTo>
                    <a:lnTo>
                      <a:pt x="420624" y="5245939"/>
                    </a:lnTo>
                    <a:cubicBezTo>
                      <a:pt x="311049" y="5245939"/>
                      <a:pt x="250174" y="5234132"/>
                      <a:pt x="186532" y="5200190"/>
                    </a:cubicBezTo>
                    <a:cubicBezTo>
                      <a:pt x="126211" y="5167908"/>
                      <a:pt x="78065" y="5119761"/>
                      <a:pt x="45967" y="5059625"/>
                    </a:cubicBezTo>
                    <a:cubicBezTo>
                      <a:pt x="11840" y="4996351"/>
                      <a:pt x="34" y="4935292"/>
                      <a:pt x="34" y="4825717"/>
                    </a:cubicBezTo>
                    <a:lnTo>
                      <a:pt x="34" y="420590"/>
                    </a:lnTo>
                    <a:cubicBezTo>
                      <a:pt x="34" y="311015"/>
                      <a:pt x="11840" y="250140"/>
                      <a:pt x="45782" y="186498"/>
                    </a:cubicBezTo>
                    <a:cubicBezTo>
                      <a:pt x="78065" y="126177"/>
                      <a:pt x="126211" y="78031"/>
                      <a:pt x="186348" y="45933"/>
                    </a:cubicBezTo>
                    <a:cubicBezTo>
                      <a:pt x="249990" y="11806"/>
                      <a:pt x="311049" y="0"/>
                      <a:pt x="42062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1"/>
                  </a:gs>
                  <a:gs pos="41000">
                    <a:schemeClr val="tx1"/>
                  </a:gs>
                  <a:gs pos="6000">
                    <a:schemeClr val="tx1">
                      <a:lumMod val="75000"/>
                      <a:lumOff val="25000"/>
                    </a:schemeClr>
                  </a:gs>
                  <a:gs pos="1100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  <a:gs pos="98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/>
                  </a:gs>
                </a:gsLst>
                <a:lin ang="0" scaled="0"/>
              </a:gradFill>
              <a:ln w="483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1350"/>
              </a:p>
            </p:txBody>
          </p: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34B33AC8-237D-417C-91EE-86AD51E6145C}"/>
                  </a:ext>
                </a:extLst>
              </p:cNvPr>
              <p:cNvGrpSpPr/>
              <p:nvPr/>
            </p:nvGrpSpPr>
            <p:grpSpPr>
              <a:xfrm>
                <a:off x="4822240" y="1145056"/>
                <a:ext cx="2549181" cy="5216423"/>
                <a:chOff x="4822240" y="1145056"/>
                <a:chExt cx="2549181" cy="5216423"/>
              </a:xfrm>
            </p:grpSpPr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80CA5B87-DD83-4D24-A9B7-3FB6013B6F09}"/>
                    </a:ext>
                  </a:extLst>
                </p:cNvPr>
                <p:cNvSpPr/>
                <p:nvPr/>
              </p:nvSpPr>
              <p:spPr>
                <a:xfrm>
                  <a:off x="4822240" y="1145056"/>
                  <a:ext cx="2549181" cy="5216423"/>
                </a:xfrm>
                <a:custGeom>
                  <a:avLst/>
                  <a:gdLst>
                    <a:gd name="connsiteX0" fmla="*/ 405866 w 2549181"/>
                    <a:gd name="connsiteY0" fmla="*/ 0 h 5216423"/>
                    <a:gd name="connsiteX1" fmla="*/ 2143567 w 2549181"/>
                    <a:gd name="connsiteY1" fmla="*/ 0 h 5216423"/>
                    <a:gd name="connsiteX2" fmla="*/ 2370649 w 2549181"/>
                    <a:gd name="connsiteY2" fmla="*/ 44088 h 5216423"/>
                    <a:gd name="connsiteX3" fmla="*/ 2505127 w 2549181"/>
                    <a:gd name="connsiteY3" fmla="*/ 178566 h 5216423"/>
                    <a:gd name="connsiteX4" fmla="*/ 2549215 w 2549181"/>
                    <a:gd name="connsiteY4" fmla="*/ 405648 h 5216423"/>
                    <a:gd name="connsiteX5" fmla="*/ 2549215 w 2549181"/>
                    <a:gd name="connsiteY5" fmla="*/ 4810775 h 5216423"/>
                    <a:gd name="connsiteX6" fmla="*/ 2505127 w 2549181"/>
                    <a:gd name="connsiteY6" fmla="*/ 5037857 h 5216423"/>
                    <a:gd name="connsiteX7" fmla="*/ 2370649 w 2549181"/>
                    <a:gd name="connsiteY7" fmla="*/ 5172335 h 5216423"/>
                    <a:gd name="connsiteX8" fmla="*/ 2143567 w 2549181"/>
                    <a:gd name="connsiteY8" fmla="*/ 5216423 h 5216423"/>
                    <a:gd name="connsiteX9" fmla="*/ 405866 w 2549181"/>
                    <a:gd name="connsiteY9" fmla="*/ 5216423 h 5216423"/>
                    <a:gd name="connsiteX10" fmla="*/ 178785 w 2549181"/>
                    <a:gd name="connsiteY10" fmla="*/ 5172335 h 5216423"/>
                    <a:gd name="connsiteX11" fmla="*/ 44307 w 2549181"/>
                    <a:gd name="connsiteY11" fmla="*/ 5037857 h 5216423"/>
                    <a:gd name="connsiteX12" fmla="*/ 34 w 2549181"/>
                    <a:gd name="connsiteY12" fmla="*/ 4810960 h 5216423"/>
                    <a:gd name="connsiteX13" fmla="*/ 34 w 2549181"/>
                    <a:gd name="connsiteY13" fmla="*/ 405832 h 5216423"/>
                    <a:gd name="connsiteX14" fmla="*/ 44122 w 2549181"/>
                    <a:gd name="connsiteY14" fmla="*/ 178751 h 5216423"/>
                    <a:gd name="connsiteX15" fmla="*/ 178600 w 2549181"/>
                    <a:gd name="connsiteY15" fmla="*/ 44273 h 5216423"/>
                    <a:gd name="connsiteX16" fmla="*/ 405866 w 2549181"/>
                    <a:gd name="connsiteY16" fmla="*/ 0 h 521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49181" h="5216423">
                      <a:moveTo>
                        <a:pt x="405866" y="0"/>
                      </a:moveTo>
                      <a:lnTo>
                        <a:pt x="2143567" y="0"/>
                      </a:lnTo>
                      <a:cubicBezTo>
                        <a:pt x="2250744" y="0"/>
                        <a:pt x="2309405" y="11253"/>
                        <a:pt x="2370649" y="44088"/>
                      </a:cubicBezTo>
                      <a:cubicBezTo>
                        <a:pt x="2428388" y="74895"/>
                        <a:pt x="2474321" y="121012"/>
                        <a:pt x="2505127" y="178566"/>
                      </a:cubicBezTo>
                      <a:cubicBezTo>
                        <a:pt x="2537963" y="239810"/>
                        <a:pt x="2549215" y="298471"/>
                        <a:pt x="2549215" y="405648"/>
                      </a:cubicBezTo>
                      <a:lnTo>
                        <a:pt x="2549215" y="4810775"/>
                      </a:lnTo>
                      <a:cubicBezTo>
                        <a:pt x="2549215" y="4917952"/>
                        <a:pt x="2537963" y="4976613"/>
                        <a:pt x="2505127" y="5037857"/>
                      </a:cubicBezTo>
                      <a:cubicBezTo>
                        <a:pt x="2474321" y="5095596"/>
                        <a:pt x="2428203" y="5141529"/>
                        <a:pt x="2370649" y="5172335"/>
                      </a:cubicBezTo>
                      <a:cubicBezTo>
                        <a:pt x="2309405" y="5205171"/>
                        <a:pt x="2250744" y="5216423"/>
                        <a:pt x="2143567" y="5216423"/>
                      </a:cubicBezTo>
                      <a:lnTo>
                        <a:pt x="405866" y="5216423"/>
                      </a:lnTo>
                      <a:cubicBezTo>
                        <a:pt x="298690" y="5216423"/>
                        <a:pt x="240029" y="5205171"/>
                        <a:pt x="178785" y="5172335"/>
                      </a:cubicBezTo>
                      <a:cubicBezTo>
                        <a:pt x="121046" y="5141529"/>
                        <a:pt x="75113" y="5095411"/>
                        <a:pt x="44307" y="5037857"/>
                      </a:cubicBezTo>
                      <a:cubicBezTo>
                        <a:pt x="11287" y="4976982"/>
                        <a:pt x="34" y="4918137"/>
                        <a:pt x="34" y="4810960"/>
                      </a:cubicBezTo>
                      <a:lnTo>
                        <a:pt x="34" y="405832"/>
                      </a:lnTo>
                      <a:cubicBezTo>
                        <a:pt x="34" y="298656"/>
                        <a:pt x="11287" y="239995"/>
                        <a:pt x="44122" y="178751"/>
                      </a:cubicBezTo>
                      <a:cubicBezTo>
                        <a:pt x="74929" y="121012"/>
                        <a:pt x="121046" y="75079"/>
                        <a:pt x="178600" y="44273"/>
                      </a:cubicBezTo>
                      <a:cubicBezTo>
                        <a:pt x="239844" y="11253"/>
                        <a:pt x="298690" y="0"/>
                        <a:pt x="405866" y="0"/>
                      </a:cubicBezTo>
                      <a:close/>
                    </a:path>
                  </a:pathLst>
                </a:custGeom>
                <a:solidFill>
                  <a:srgbClr val="C9C6C8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613ECD89-8DE3-4806-8B38-A4339D00A14C}"/>
                    </a:ext>
                  </a:extLst>
                </p:cNvPr>
                <p:cNvSpPr/>
                <p:nvPr/>
              </p:nvSpPr>
              <p:spPr>
                <a:xfrm>
                  <a:off x="4822240" y="1145056"/>
                  <a:ext cx="2549181" cy="5216423"/>
                </a:xfrm>
                <a:custGeom>
                  <a:avLst/>
                  <a:gdLst>
                    <a:gd name="connsiteX0" fmla="*/ 405866 w 2549181"/>
                    <a:gd name="connsiteY0" fmla="*/ 0 h 5216423"/>
                    <a:gd name="connsiteX1" fmla="*/ 2143567 w 2549181"/>
                    <a:gd name="connsiteY1" fmla="*/ 0 h 5216423"/>
                    <a:gd name="connsiteX2" fmla="*/ 2370649 w 2549181"/>
                    <a:gd name="connsiteY2" fmla="*/ 44088 h 5216423"/>
                    <a:gd name="connsiteX3" fmla="*/ 2505127 w 2549181"/>
                    <a:gd name="connsiteY3" fmla="*/ 178566 h 5216423"/>
                    <a:gd name="connsiteX4" fmla="*/ 2549215 w 2549181"/>
                    <a:gd name="connsiteY4" fmla="*/ 405648 h 5216423"/>
                    <a:gd name="connsiteX5" fmla="*/ 2549215 w 2549181"/>
                    <a:gd name="connsiteY5" fmla="*/ 4810775 h 5216423"/>
                    <a:gd name="connsiteX6" fmla="*/ 2505127 w 2549181"/>
                    <a:gd name="connsiteY6" fmla="*/ 5037857 h 5216423"/>
                    <a:gd name="connsiteX7" fmla="*/ 2370649 w 2549181"/>
                    <a:gd name="connsiteY7" fmla="*/ 5172335 h 5216423"/>
                    <a:gd name="connsiteX8" fmla="*/ 2143567 w 2549181"/>
                    <a:gd name="connsiteY8" fmla="*/ 5216423 h 5216423"/>
                    <a:gd name="connsiteX9" fmla="*/ 405866 w 2549181"/>
                    <a:gd name="connsiteY9" fmla="*/ 5216423 h 5216423"/>
                    <a:gd name="connsiteX10" fmla="*/ 178785 w 2549181"/>
                    <a:gd name="connsiteY10" fmla="*/ 5172335 h 5216423"/>
                    <a:gd name="connsiteX11" fmla="*/ 44307 w 2549181"/>
                    <a:gd name="connsiteY11" fmla="*/ 5037857 h 5216423"/>
                    <a:gd name="connsiteX12" fmla="*/ 34 w 2549181"/>
                    <a:gd name="connsiteY12" fmla="*/ 4810960 h 5216423"/>
                    <a:gd name="connsiteX13" fmla="*/ 34 w 2549181"/>
                    <a:gd name="connsiteY13" fmla="*/ 405832 h 5216423"/>
                    <a:gd name="connsiteX14" fmla="*/ 44122 w 2549181"/>
                    <a:gd name="connsiteY14" fmla="*/ 178751 h 5216423"/>
                    <a:gd name="connsiteX15" fmla="*/ 178600 w 2549181"/>
                    <a:gd name="connsiteY15" fmla="*/ 44273 h 5216423"/>
                    <a:gd name="connsiteX16" fmla="*/ 405866 w 2549181"/>
                    <a:gd name="connsiteY16" fmla="*/ 0 h 521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49181" h="5216423">
                      <a:moveTo>
                        <a:pt x="405866" y="0"/>
                      </a:moveTo>
                      <a:lnTo>
                        <a:pt x="2143567" y="0"/>
                      </a:lnTo>
                      <a:cubicBezTo>
                        <a:pt x="2250744" y="0"/>
                        <a:pt x="2309405" y="11253"/>
                        <a:pt x="2370649" y="44088"/>
                      </a:cubicBezTo>
                      <a:cubicBezTo>
                        <a:pt x="2428388" y="74895"/>
                        <a:pt x="2474321" y="121012"/>
                        <a:pt x="2505127" y="178566"/>
                      </a:cubicBezTo>
                      <a:cubicBezTo>
                        <a:pt x="2537963" y="239810"/>
                        <a:pt x="2549215" y="298471"/>
                        <a:pt x="2549215" y="405648"/>
                      </a:cubicBezTo>
                      <a:lnTo>
                        <a:pt x="2549215" y="4810775"/>
                      </a:lnTo>
                      <a:cubicBezTo>
                        <a:pt x="2549215" y="4917952"/>
                        <a:pt x="2537963" y="4976613"/>
                        <a:pt x="2505127" y="5037857"/>
                      </a:cubicBezTo>
                      <a:cubicBezTo>
                        <a:pt x="2474321" y="5095596"/>
                        <a:pt x="2428203" y="5141529"/>
                        <a:pt x="2370649" y="5172335"/>
                      </a:cubicBezTo>
                      <a:cubicBezTo>
                        <a:pt x="2309405" y="5205171"/>
                        <a:pt x="2250744" y="5216423"/>
                        <a:pt x="2143567" y="5216423"/>
                      </a:cubicBezTo>
                      <a:lnTo>
                        <a:pt x="405866" y="5216423"/>
                      </a:lnTo>
                      <a:cubicBezTo>
                        <a:pt x="298690" y="5216423"/>
                        <a:pt x="240029" y="5205171"/>
                        <a:pt x="178785" y="5172335"/>
                      </a:cubicBezTo>
                      <a:cubicBezTo>
                        <a:pt x="121046" y="5141529"/>
                        <a:pt x="75113" y="5095411"/>
                        <a:pt x="44307" y="5037857"/>
                      </a:cubicBezTo>
                      <a:cubicBezTo>
                        <a:pt x="11287" y="4976982"/>
                        <a:pt x="34" y="4918137"/>
                        <a:pt x="34" y="4810960"/>
                      </a:cubicBezTo>
                      <a:lnTo>
                        <a:pt x="34" y="405832"/>
                      </a:lnTo>
                      <a:cubicBezTo>
                        <a:pt x="34" y="298656"/>
                        <a:pt x="11287" y="239995"/>
                        <a:pt x="44122" y="178751"/>
                      </a:cubicBezTo>
                      <a:cubicBezTo>
                        <a:pt x="74929" y="121012"/>
                        <a:pt x="121046" y="75079"/>
                        <a:pt x="178600" y="44273"/>
                      </a:cubicBezTo>
                      <a:cubicBezTo>
                        <a:pt x="239844" y="11253"/>
                        <a:pt x="298690" y="0"/>
                        <a:pt x="40586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88ACF6E1-EA6A-4937-A390-22C58C1F3355}"/>
                  </a:ext>
                </a:extLst>
              </p:cNvPr>
              <p:cNvSpPr/>
              <p:nvPr/>
            </p:nvSpPr>
            <p:spPr>
              <a:xfrm>
                <a:off x="4811171" y="1169037"/>
                <a:ext cx="2571501" cy="5161266"/>
              </a:xfrm>
              <a:custGeom>
                <a:avLst/>
                <a:gdLst>
                  <a:gd name="connsiteX0" fmla="*/ 409371 w 2571501"/>
                  <a:gd name="connsiteY0" fmla="*/ 0 h 5161266"/>
                  <a:gd name="connsiteX1" fmla="*/ 2162199 w 2571501"/>
                  <a:gd name="connsiteY1" fmla="*/ 0 h 5161266"/>
                  <a:gd name="connsiteX2" fmla="*/ 2391310 w 2571501"/>
                  <a:gd name="connsiteY2" fmla="*/ 43535 h 5161266"/>
                  <a:gd name="connsiteX3" fmla="*/ 2527079 w 2571501"/>
                  <a:gd name="connsiteY3" fmla="*/ 176722 h 5161266"/>
                  <a:gd name="connsiteX4" fmla="*/ 2571536 w 2571501"/>
                  <a:gd name="connsiteY4" fmla="*/ 401405 h 5161266"/>
                  <a:gd name="connsiteX5" fmla="*/ 2571536 w 2571501"/>
                  <a:gd name="connsiteY5" fmla="*/ 4759862 h 5161266"/>
                  <a:gd name="connsiteX6" fmla="*/ 2527079 w 2571501"/>
                  <a:gd name="connsiteY6" fmla="*/ 4984546 h 5161266"/>
                  <a:gd name="connsiteX7" fmla="*/ 2391310 w 2571501"/>
                  <a:gd name="connsiteY7" fmla="*/ 5117732 h 5161266"/>
                  <a:gd name="connsiteX8" fmla="*/ 2162199 w 2571501"/>
                  <a:gd name="connsiteY8" fmla="*/ 5161267 h 5161266"/>
                  <a:gd name="connsiteX9" fmla="*/ 409371 w 2571501"/>
                  <a:gd name="connsiteY9" fmla="*/ 5161267 h 5161266"/>
                  <a:gd name="connsiteX10" fmla="*/ 180260 w 2571501"/>
                  <a:gd name="connsiteY10" fmla="*/ 5117732 h 5161266"/>
                  <a:gd name="connsiteX11" fmla="*/ 44491 w 2571501"/>
                  <a:gd name="connsiteY11" fmla="*/ 4984546 h 5161266"/>
                  <a:gd name="connsiteX12" fmla="*/ 34 w 2571501"/>
                  <a:gd name="connsiteY12" fmla="*/ 4759862 h 5161266"/>
                  <a:gd name="connsiteX13" fmla="*/ 34 w 2571501"/>
                  <a:gd name="connsiteY13" fmla="*/ 401590 h 5161266"/>
                  <a:gd name="connsiteX14" fmla="*/ 44491 w 2571501"/>
                  <a:gd name="connsiteY14" fmla="*/ 176906 h 5161266"/>
                  <a:gd name="connsiteX15" fmla="*/ 180260 w 2571501"/>
                  <a:gd name="connsiteY15" fmla="*/ 43719 h 5161266"/>
                  <a:gd name="connsiteX16" fmla="*/ 409371 w 2571501"/>
                  <a:gd name="connsiteY16" fmla="*/ 0 h 516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71501" h="5161266">
                    <a:moveTo>
                      <a:pt x="409371" y="0"/>
                    </a:moveTo>
                    <a:lnTo>
                      <a:pt x="2162199" y="0"/>
                    </a:lnTo>
                    <a:cubicBezTo>
                      <a:pt x="2270298" y="0"/>
                      <a:pt x="2329512" y="11253"/>
                      <a:pt x="2391310" y="43535"/>
                    </a:cubicBezTo>
                    <a:cubicBezTo>
                      <a:pt x="2449417" y="73972"/>
                      <a:pt x="2495904" y="119536"/>
                      <a:pt x="2527079" y="176722"/>
                    </a:cubicBezTo>
                    <a:cubicBezTo>
                      <a:pt x="2560099" y="237228"/>
                      <a:pt x="2571536" y="295335"/>
                      <a:pt x="2571536" y="401405"/>
                    </a:cubicBezTo>
                    <a:lnTo>
                      <a:pt x="2571536" y="4759862"/>
                    </a:lnTo>
                    <a:cubicBezTo>
                      <a:pt x="2571536" y="4865932"/>
                      <a:pt x="2560099" y="4924040"/>
                      <a:pt x="2527079" y="4984546"/>
                    </a:cubicBezTo>
                    <a:cubicBezTo>
                      <a:pt x="2495904" y="5041546"/>
                      <a:pt x="2449602" y="5087110"/>
                      <a:pt x="2391310" y="5117732"/>
                    </a:cubicBezTo>
                    <a:cubicBezTo>
                      <a:pt x="2329512" y="5150199"/>
                      <a:pt x="2270298" y="5161267"/>
                      <a:pt x="2162199" y="5161267"/>
                    </a:cubicBezTo>
                    <a:lnTo>
                      <a:pt x="409371" y="5161267"/>
                    </a:lnTo>
                    <a:cubicBezTo>
                      <a:pt x="301272" y="5161267"/>
                      <a:pt x="242058" y="5150014"/>
                      <a:pt x="180260" y="5117732"/>
                    </a:cubicBezTo>
                    <a:cubicBezTo>
                      <a:pt x="122153" y="5087295"/>
                      <a:pt x="75666" y="5041731"/>
                      <a:pt x="44491" y="4984546"/>
                    </a:cubicBezTo>
                    <a:cubicBezTo>
                      <a:pt x="11471" y="4924040"/>
                      <a:pt x="34" y="4865932"/>
                      <a:pt x="34" y="4759862"/>
                    </a:cubicBezTo>
                    <a:lnTo>
                      <a:pt x="34" y="401590"/>
                    </a:lnTo>
                    <a:cubicBezTo>
                      <a:pt x="34" y="295520"/>
                      <a:pt x="11471" y="237412"/>
                      <a:pt x="44491" y="176906"/>
                    </a:cubicBezTo>
                    <a:cubicBezTo>
                      <a:pt x="75666" y="119905"/>
                      <a:pt x="121968" y="74341"/>
                      <a:pt x="180260" y="43719"/>
                    </a:cubicBezTo>
                    <a:cubicBezTo>
                      <a:pt x="242058" y="11253"/>
                      <a:pt x="301272" y="0"/>
                      <a:pt x="4093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C2B0EAD2-F75E-4A81-AF3A-FF21EECAF667}"/>
                  </a:ext>
                </a:extLst>
              </p:cNvPr>
              <p:cNvSpPr/>
              <p:nvPr/>
            </p:nvSpPr>
            <p:spPr>
              <a:xfrm>
                <a:off x="4811171" y="1169037"/>
                <a:ext cx="2571501" cy="5161266"/>
              </a:xfrm>
              <a:custGeom>
                <a:avLst/>
                <a:gdLst>
                  <a:gd name="connsiteX0" fmla="*/ 409371 w 2571501"/>
                  <a:gd name="connsiteY0" fmla="*/ 0 h 5161266"/>
                  <a:gd name="connsiteX1" fmla="*/ 2162199 w 2571501"/>
                  <a:gd name="connsiteY1" fmla="*/ 0 h 5161266"/>
                  <a:gd name="connsiteX2" fmla="*/ 2391310 w 2571501"/>
                  <a:gd name="connsiteY2" fmla="*/ 43535 h 5161266"/>
                  <a:gd name="connsiteX3" fmla="*/ 2527079 w 2571501"/>
                  <a:gd name="connsiteY3" fmla="*/ 176722 h 5161266"/>
                  <a:gd name="connsiteX4" fmla="*/ 2571536 w 2571501"/>
                  <a:gd name="connsiteY4" fmla="*/ 401405 h 5161266"/>
                  <a:gd name="connsiteX5" fmla="*/ 2571536 w 2571501"/>
                  <a:gd name="connsiteY5" fmla="*/ 4759862 h 5161266"/>
                  <a:gd name="connsiteX6" fmla="*/ 2527079 w 2571501"/>
                  <a:gd name="connsiteY6" fmla="*/ 4984546 h 5161266"/>
                  <a:gd name="connsiteX7" fmla="*/ 2391310 w 2571501"/>
                  <a:gd name="connsiteY7" fmla="*/ 5117732 h 5161266"/>
                  <a:gd name="connsiteX8" fmla="*/ 2162199 w 2571501"/>
                  <a:gd name="connsiteY8" fmla="*/ 5161267 h 5161266"/>
                  <a:gd name="connsiteX9" fmla="*/ 409371 w 2571501"/>
                  <a:gd name="connsiteY9" fmla="*/ 5161267 h 5161266"/>
                  <a:gd name="connsiteX10" fmla="*/ 180260 w 2571501"/>
                  <a:gd name="connsiteY10" fmla="*/ 5117732 h 5161266"/>
                  <a:gd name="connsiteX11" fmla="*/ 44491 w 2571501"/>
                  <a:gd name="connsiteY11" fmla="*/ 4984546 h 5161266"/>
                  <a:gd name="connsiteX12" fmla="*/ 34 w 2571501"/>
                  <a:gd name="connsiteY12" fmla="*/ 4759862 h 5161266"/>
                  <a:gd name="connsiteX13" fmla="*/ 34 w 2571501"/>
                  <a:gd name="connsiteY13" fmla="*/ 401590 h 5161266"/>
                  <a:gd name="connsiteX14" fmla="*/ 44491 w 2571501"/>
                  <a:gd name="connsiteY14" fmla="*/ 176906 h 5161266"/>
                  <a:gd name="connsiteX15" fmla="*/ 180260 w 2571501"/>
                  <a:gd name="connsiteY15" fmla="*/ 43719 h 5161266"/>
                  <a:gd name="connsiteX16" fmla="*/ 409371 w 2571501"/>
                  <a:gd name="connsiteY16" fmla="*/ 0 h 516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71501" h="5161266">
                    <a:moveTo>
                      <a:pt x="409371" y="0"/>
                    </a:moveTo>
                    <a:lnTo>
                      <a:pt x="2162199" y="0"/>
                    </a:lnTo>
                    <a:cubicBezTo>
                      <a:pt x="2270298" y="0"/>
                      <a:pt x="2329512" y="11253"/>
                      <a:pt x="2391310" y="43535"/>
                    </a:cubicBezTo>
                    <a:cubicBezTo>
                      <a:pt x="2449417" y="73972"/>
                      <a:pt x="2495904" y="119536"/>
                      <a:pt x="2527079" y="176722"/>
                    </a:cubicBezTo>
                    <a:cubicBezTo>
                      <a:pt x="2560099" y="237228"/>
                      <a:pt x="2571536" y="295335"/>
                      <a:pt x="2571536" y="401405"/>
                    </a:cubicBezTo>
                    <a:lnTo>
                      <a:pt x="2571536" y="4759862"/>
                    </a:lnTo>
                    <a:cubicBezTo>
                      <a:pt x="2571536" y="4865932"/>
                      <a:pt x="2560099" y="4924040"/>
                      <a:pt x="2527079" y="4984546"/>
                    </a:cubicBezTo>
                    <a:cubicBezTo>
                      <a:pt x="2495904" y="5041546"/>
                      <a:pt x="2449602" y="5087110"/>
                      <a:pt x="2391310" y="5117732"/>
                    </a:cubicBezTo>
                    <a:cubicBezTo>
                      <a:pt x="2329512" y="5150199"/>
                      <a:pt x="2270298" y="5161267"/>
                      <a:pt x="2162199" y="5161267"/>
                    </a:cubicBezTo>
                    <a:lnTo>
                      <a:pt x="409371" y="5161267"/>
                    </a:lnTo>
                    <a:cubicBezTo>
                      <a:pt x="301272" y="5161267"/>
                      <a:pt x="242058" y="5150014"/>
                      <a:pt x="180260" y="5117732"/>
                    </a:cubicBezTo>
                    <a:cubicBezTo>
                      <a:pt x="122153" y="5087295"/>
                      <a:pt x="75666" y="5041731"/>
                      <a:pt x="44491" y="4984546"/>
                    </a:cubicBezTo>
                    <a:cubicBezTo>
                      <a:pt x="11471" y="4924040"/>
                      <a:pt x="34" y="4865932"/>
                      <a:pt x="34" y="4759862"/>
                    </a:cubicBezTo>
                    <a:lnTo>
                      <a:pt x="34" y="401590"/>
                    </a:lnTo>
                    <a:cubicBezTo>
                      <a:pt x="34" y="295520"/>
                      <a:pt x="11471" y="237412"/>
                      <a:pt x="44491" y="176906"/>
                    </a:cubicBezTo>
                    <a:cubicBezTo>
                      <a:pt x="75666" y="119905"/>
                      <a:pt x="121968" y="74341"/>
                      <a:pt x="180260" y="43719"/>
                    </a:cubicBezTo>
                    <a:cubicBezTo>
                      <a:pt x="242058" y="11253"/>
                      <a:pt x="301272" y="0"/>
                      <a:pt x="40937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39000">
                    <a:schemeClr val="bg1">
                      <a:lumMod val="75000"/>
                    </a:schemeClr>
                  </a:gs>
                  <a:gs pos="2000">
                    <a:schemeClr val="tx1">
                      <a:lumMod val="75000"/>
                      <a:lumOff val="25000"/>
                    </a:schemeClr>
                  </a:gs>
                  <a:gs pos="100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  <a:gs pos="98000">
                    <a:schemeClr val="tx1">
                      <a:lumMod val="75000"/>
                      <a:lumOff val="2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0"/>
              </a:gradFill>
              <a:ln w="483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1350"/>
              </a:p>
            </p:txBody>
          </p: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59136174-B445-470F-9C40-3DD6F606E027}"/>
                  </a:ext>
                </a:extLst>
              </p:cNvPr>
              <p:cNvGrpSpPr/>
              <p:nvPr/>
            </p:nvGrpSpPr>
            <p:grpSpPr>
              <a:xfrm>
                <a:off x="4853599" y="1159814"/>
                <a:ext cx="2479082" cy="5187092"/>
                <a:chOff x="4853599" y="1159814"/>
                <a:chExt cx="2479082" cy="5187092"/>
              </a:xfrm>
              <a:solidFill>
                <a:srgbClr val="FFFFFF"/>
              </a:solidFill>
            </p:grpSpPr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C1138F80-70B7-4023-BD8A-868E7CD5FD8F}"/>
                    </a:ext>
                  </a:extLst>
                </p:cNvPr>
                <p:cNvSpPr/>
                <p:nvPr/>
              </p:nvSpPr>
              <p:spPr>
                <a:xfrm>
                  <a:off x="4853599" y="1159814"/>
                  <a:ext cx="2479082" cy="5187092"/>
                </a:xfrm>
                <a:custGeom>
                  <a:avLst/>
                  <a:gdLst>
                    <a:gd name="connsiteX0" fmla="*/ 394614 w 2479082"/>
                    <a:gd name="connsiteY0" fmla="*/ 0 h 5187092"/>
                    <a:gd name="connsiteX1" fmla="*/ 2084537 w 2479082"/>
                    <a:gd name="connsiteY1" fmla="*/ 0 h 5187092"/>
                    <a:gd name="connsiteX2" fmla="*/ 2305531 w 2479082"/>
                    <a:gd name="connsiteY2" fmla="*/ 43904 h 5187092"/>
                    <a:gd name="connsiteX3" fmla="*/ 2436320 w 2479082"/>
                    <a:gd name="connsiteY3" fmla="*/ 177644 h 5187092"/>
                    <a:gd name="connsiteX4" fmla="*/ 2479117 w 2479082"/>
                    <a:gd name="connsiteY4" fmla="*/ 403434 h 5187092"/>
                    <a:gd name="connsiteX5" fmla="*/ 2479117 w 2479082"/>
                    <a:gd name="connsiteY5" fmla="*/ 4783658 h 5187092"/>
                    <a:gd name="connsiteX6" fmla="*/ 2436320 w 2479082"/>
                    <a:gd name="connsiteY6" fmla="*/ 5009449 h 5187092"/>
                    <a:gd name="connsiteX7" fmla="*/ 2305531 w 2479082"/>
                    <a:gd name="connsiteY7" fmla="*/ 5143189 h 5187092"/>
                    <a:gd name="connsiteX8" fmla="*/ 2084537 w 2479082"/>
                    <a:gd name="connsiteY8" fmla="*/ 5187093 h 5187092"/>
                    <a:gd name="connsiteX9" fmla="*/ 394614 w 2479082"/>
                    <a:gd name="connsiteY9" fmla="*/ 5187093 h 5187092"/>
                    <a:gd name="connsiteX10" fmla="*/ 173620 w 2479082"/>
                    <a:gd name="connsiteY10" fmla="*/ 5143189 h 5187092"/>
                    <a:gd name="connsiteX11" fmla="*/ 42831 w 2479082"/>
                    <a:gd name="connsiteY11" fmla="*/ 5009449 h 5187092"/>
                    <a:gd name="connsiteX12" fmla="*/ 34 w 2479082"/>
                    <a:gd name="connsiteY12" fmla="*/ 4783843 h 5187092"/>
                    <a:gd name="connsiteX13" fmla="*/ 34 w 2479082"/>
                    <a:gd name="connsiteY13" fmla="*/ 403434 h 5187092"/>
                    <a:gd name="connsiteX14" fmla="*/ 42831 w 2479082"/>
                    <a:gd name="connsiteY14" fmla="*/ 177644 h 5187092"/>
                    <a:gd name="connsiteX15" fmla="*/ 173620 w 2479082"/>
                    <a:gd name="connsiteY15" fmla="*/ 43904 h 5187092"/>
                    <a:gd name="connsiteX16" fmla="*/ 394614 w 2479082"/>
                    <a:gd name="connsiteY16" fmla="*/ 0 h 5187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79082" h="5187092">
                      <a:moveTo>
                        <a:pt x="394614" y="0"/>
                      </a:moveTo>
                      <a:lnTo>
                        <a:pt x="2084537" y="0"/>
                      </a:lnTo>
                      <a:cubicBezTo>
                        <a:pt x="2188762" y="0"/>
                        <a:pt x="2245948" y="11253"/>
                        <a:pt x="2305531" y="43904"/>
                      </a:cubicBezTo>
                      <a:cubicBezTo>
                        <a:pt x="2361610" y="74526"/>
                        <a:pt x="2406436" y="120274"/>
                        <a:pt x="2436320" y="177644"/>
                      </a:cubicBezTo>
                      <a:cubicBezTo>
                        <a:pt x="2468233" y="238519"/>
                        <a:pt x="2479117" y="296996"/>
                        <a:pt x="2479117" y="403434"/>
                      </a:cubicBezTo>
                      <a:lnTo>
                        <a:pt x="2479117" y="4783658"/>
                      </a:lnTo>
                      <a:cubicBezTo>
                        <a:pt x="2479117" y="4890282"/>
                        <a:pt x="2468049" y="4948574"/>
                        <a:pt x="2436320" y="5009449"/>
                      </a:cubicBezTo>
                      <a:cubicBezTo>
                        <a:pt x="2406252" y="5066819"/>
                        <a:pt x="2361610" y="5112567"/>
                        <a:pt x="2305531" y="5143189"/>
                      </a:cubicBezTo>
                      <a:cubicBezTo>
                        <a:pt x="2245948" y="5175840"/>
                        <a:pt x="2188947" y="5187093"/>
                        <a:pt x="2084537" y="5187093"/>
                      </a:cubicBezTo>
                      <a:lnTo>
                        <a:pt x="394614" y="5187093"/>
                      </a:lnTo>
                      <a:cubicBezTo>
                        <a:pt x="290389" y="5187093"/>
                        <a:pt x="233203" y="5175840"/>
                        <a:pt x="173620" y="5143189"/>
                      </a:cubicBezTo>
                      <a:cubicBezTo>
                        <a:pt x="117541" y="5112567"/>
                        <a:pt x="72715" y="5066819"/>
                        <a:pt x="42831" y="5009449"/>
                      </a:cubicBezTo>
                      <a:cubicBezTo>
                        <a:pt x="11102" y="4948758"/>
                        <a:pt x="34" y="4890282"/>
                        <a:pt x="34" y="4783843"/>
                      </a:cubicBezTo>
                      <a:lnTo>
                        <a:pt x="34" y="403434"/>
                      </a:lnTo>
                      <a:cubicBezTo>
                        <a:pt x="34" y="296811"/>
                        <a:pt x="11102" y="238519"/>
                        <a:pt x="42831" y="177644"/>
                      </a:cubicBezTo>
                      <a:cubicBezTo>
                        <a:pt x="72899" y="120274"/>
                        <a:pt x="117541" y="74526"/>
                        <a:pt x="173620" y="43904"/>
                      </a:cubicBezTo>
                      <a:cubicBezTo>
                        <a:pt x="233388" y="11253"/>
                        <a:pt x="290389" y="0"/>
                        <a:pt x="3946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54F06A1D-D915-4D9D-AE50-A33362445CD7}"/>
                    </a:ext>
                  </a:extLst>
                </p:cNvPr>
                <p:cNvSpPr/>
                <p:nvPr/>
              </p:nvSpPr>
              <p:spPr>
                <a:xfrm>
                  <a:off x="4853599" y="1159814"/>
                  <a:ext cx="2479082" cy="5187092"/>
                </a:xfrm>
                <a:custGeom>
                  <a:avLst/>
                  <a:gdLst>
                    <a:gd name="connsiteX0" fmla="*/ 394614 w 2479082"/>
                    <a:gd name="connsiteY0" fmla="*/ 0 h 5187092"/>
                    <a:gd name="connsiteX1" fmla="*/ 2084537 w 2479082"/>
                    <a:gd name="connsiteY1" fmla="*/ 0 h 5187092"/>
                    <a:gd name="connsiteX2" fmla="*/ 2305531 w 2479082"/>
                    <a:gd name="connsiteY2" fmla="*/ 43904 h 5187092"/>
                    <a:gd name="connsiteX3" fmla="*/ 2436320 w 2479082"/>
                    <a:gd name="connsiteY3" fmla="*/ 177644 h 5187092"/>
                    <a:gd name="connsiteX4" fmla="*/ 2479117 w 2479082"/>
                    <a:gd name="connsiteY4" fmla="*/ 403434 h 5187092"/>
                    <a:gd name="connsiteX5" fmla="*/ 2479117 w 2479082"/>
                    <a:gd name="connsiteY5" fmla="*/ 4783658 h 5187092"/>
                    <a:gd name="connsiteX6" fmla="*/ 2436320 w 2479082"/>
                    <a:gd name="connsiteY6" fmla="*/ 5009449 h 5187092"/>
                    <a:gd name="connsiteX7" fmla="*/ 2305531 w 2479082"/>
                    <a:gd name="connsiteY7" fmla="*/ 5143189 h 5187092"/>
                    <a:gd name="connsiteX8" fmla="*/ 2084537 w 2479082"/>
                    <a:gd name="connsiteY8" fmla="*/ 5187093 h 5187092"/>
                    <a:gd name="connsiteX9" fmla="*/ 394614 w 2479082"/>
                    <a:gd name="connsiteY9" fmla="*/ 5187093 h 5187092"/>
                    <a:gd name="connsiteX10" fmla="*/ 173620 w 2479082"/>
                    <a:gd name="connsiteY10" fmla="*/ 5143189 h 5187092"/>
                    <a:gd name="connsiteX11" fmla="*/ 42831 w 2479082"/>
                    <a:gd name="connsiteY11" fmla="*/ 5009449 h 5187092"/>
                    <a:gd name="connsiteX12" fmla="*/ 34 w 2479082"/>
                    <a:gd name="connsiteY12" fmla="*/ 4783843 h 5187092"/>
                    <a:gd name="connsiteX13" fmla="*/ 34 w 2479082"/>
                    <a:gd name="connsiteY13" fmla="*/ 403434 h 5187092"/>
                    <a:gd name="connsiteX14" fmla="*/ 42831 w 2479082"/>
                    <a:gd name="connsiteY14" fmla="*/ 177644 h 5187092"/>
                    <a:gd name="connsiteX15" fmla="*/ 173620 w 2479082"/>
                    <a:gd name="connsiteY15" fmla="*/ 43904 h 5187092"/>
                    <a:gd name="connsiteX16" fmla="*/ 394614 w 2479082"/>
                    <a:gd name="connsiteY16" fmla="*/ 0 h 5187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79082" h="5187092">
                      <a:moveTo>
                        <a:pt x="394614" y="0"/>
                      </a:moveTo>
                      <a:lnTo>
                        <a:pt x="2084537" y="0"/>
                      </a:lnTo>
                      <a:cubicBezTo>
                        <a:pt x="2188762" y="0"/>
                        <a:pt x="2245948" y="11253"/>
                        <a:pt x="2305531" y="43904"/>
                      </a:cubicBezTo>
                      <a:cubicBezTo>
                        <a:pt x="2361610" y="74526"/>
                        <a:pt x="2406436" y="120274"/>
                        <a:pt x="2436320" y="177644"/>
                      </a:cubicBezTo>
                      <a:cubicBezTo>
                        <a:pt x="2468233" y="238519"/>
                        <a:pt x="2479117" y="296996"/>
                        <a:pt x="2479117" y="403434"/>
                      </a:cubicBezTo>
                      <a:lnTo>
                        <a:pt x="2479117" y="4783658"/>
                      </a:lnTo>
                      <a:cubicBezTo>
                        <a:pt x="2479117" y="4890282"/>
                        <a:pt x="2468049" y="4948574"/>
                        <a:pt x="2436320" y="5009449"/>
                      </a:cubicBezTo>
                      <a:cubicBezTo>
                        <a:pt x="2406252" y="5066819"/>
                        <a:pt x="2361610" y="5112567"/>
                        <a:pt x="2305531" y="5143189"/>
                      </a:cubicBezTo>
                      <a:cubicBezTo>
                        <a:pt x="2245948" y="5175840"/>
                        <a:pt x="2188947" y="5187093"/>
                        <a:pt x="2084537" y="5187093"/>
                      </a:cubicBezTo>
                      <a:lnTo>
                        <a:pt x="394614" y="5187093"/>
                      </a:lnTo>
                      <a:cubicBezTo>
                        <a:pt x="290389" y="5187093"/>
                        <a:pt x="233203" y="5175840"/>
                        <a:pt x="173620" y="5143189"/>
                      </a:cubicBezTo>
                      <a:cubicBezTo>
                        <a:pt x="117541" y="5112567"/>
                        <a:pt x="72715" y="5066819"/>
                        <a:pt x="42831" y="5009449"/>
                      </a:cubicBezTo>
                      <a:cubicBezTo>
                        <a:pt x="11102" y="4948758"/>
                        <a:pt x="34" y="4890282"/>
                        <a:pt x="34" y="4783843"/>
                      </a:cubicBezTo>
                      <a:lnTo>
                        <a:pt x="34" y="403434"/>
                      </a:lnTo>
                      <a:cubicBezTo>
                        <a:pt x="34" y="296811"/>
                        <a:pt x="11102" y="238519"/>
                        <a:pt x="42831" y="177644"/>
                      </a:cubicBezTo>
                      <a:cubicBezTo>
                        <a:pt x="72899" y="120274"/>
                        <a:pt x="117541" y="74526"/>
                        <a:pt x="173620" y="43904"/>
                      </a:cubicBezTo>
                      <a:cubicBezTo>
                        <a:pt x="233388" y="11253"/>
                        <a:pt x="290389" y="0"/>
                        <a:pt x="39461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259C8FF8-F94F-47E8-800A-8122BDC8CB18}"/>
                  </a:ext>
                </a:extLst>
              </p:cNvPr>
              <p:cNvSpPr/>
              <p:nvPr/>
            </p:nvSpPr>
            <p:spPr>
              <a:xfrm>
                <a:off x="4843454" y="1171804"/>
                <a:ext cx="2506937" cy="5163295"/>
              </a:xfrm>
              <a:custGeom>
                <a:avLst/>
                <a:gdLst>
                  <a:gd name="connsiteX0" fmla="*/ 2127887 w 2506937"/>
                  <a:gd name="connsiteY0" fmla="*/ 0 h 5163295"/>
                  <a:gd name="connsiteX1" fmla="*/ 2342425 w 2506937"/>
                  <a:gd name="connsiteY1" fmla="*/ 40952 h 5163295"/>
                  <a:gd name="connsiteX2" fmla="*/ 2466020 w 2506937"/>
                  <a:gd name="connsiteY2" fmla="*/ 164547 h 5163295"/>
                  <a:gd name="connsiteX3" fmla="*/ 2506972 w 2506937"/>
                  <a:gd name="connsiteY3" fmla="*/ 379084 h 5163295"/>
                  <a:gd name="connsiteX4" fmla="*/ 2506972 w 2506937"/>
                  <a:gd name="connsiteY4" fmla="*/ 379084 h 5163295"/>
                  <a:gd name="connsiteX5" fmla="*/ 2506972 w 2506937"/>
                  <a:gd name="connsiteY5" fmla="*/ 4784212 h 5163295"/>
                  <a:gd name="connsiteX6" fmla="*/ 2466020 w 2506937"/>
                  <a:gd name="connsiteY6" fmla="*/ 4998750 h 5163295"/>
                  <a:gd name="connsiteX7" fmla="*/ 2342425 w 2506937"/>
                  <a:gd name="connsiteY7" fmla="*/ 5122344 h 5163295"/>
                  <a:gd name="connsiteX8" fmla="*/ 2127887 w 2506937"/>
                  <a:gd name="connsiteY8" fmla="*/ 5163296 h 5163295"/>
                  <a:gd name="connsiteX9" fmla="*/ 2127887 w 2506937"/>
                  <a:gd name="connsiteY9" fmla="*/ 5163296 h 5163295"/>
                  <a:gd name="connsiteX10" fmla="*/ 379118 w 2506937"/>
                  <a:gd name="connsiteY10" fmla="*/ 5163296 h 5163295"/>
                  <a:gd name="connsiteX11" fmla="*/ 164581 w 2506937"/>
                  <a:gd name="connsiteY11" fmla="*/ 5122344 h 5163295"/>
                  <a:gd name="connsiteX12" fmla="*/ 40986 w 2506937"/>
                  <a:gd name="connsiteY12" fmla="*/ 4998750 h 5163295"/>
                  <a:gd name="connsiteX13" fmla="*/ 34 w 2506937"/>
                  <a:gd name="connsiteY13" fmla="*/ 4784212 h 5163295"/>
                  <a:gd name="connsiteX14" fmla="*/ 34 w 2506937"/>
                  <a:gd name="connsiteY14" fmla="*/ 4784212 h 5163295"/>
                  <a:gd name="connsiteX15" fmla="*/ 34 w 2506937"/>
                  <a:gd name="connsiteY15" fmla="*/ 379084 h 5163295"/>
                  <a:gd name="connsiteX16" fmla="*/ 40986 w 2506937"/>
                  <a:gd name="connsiteY16" fmla="*/ 164547 h 5163295"/>
                  <a:gd name="connsiteX17" fmla="*/ 164581 w 2506937"/>
                  <a:gd name="connsiteY17" fmla="*/ 40952 h 5163295"/>
                  <a:gd name="connsiteX18" fmla="*/ 379118 w 2506937"/>
                  <a:gd name="connsiteY18" fmla="*/ 0 h 5163295"/>
                  <a:gd name="connsiteX19" fmla="*/ 379118 w 2506937"/>
                  <a:gd name="connsiteY19" fmla="*/ 0 h 5163295"/>
                  <a:gd name="connsiteX20" fmla="*/ 2127887 w 2506937"/>
                  <a:gd name="connsiteY20" fmla="*/ 0 h 5163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06937" h="5163295">
                    <a:moveTo>
                      <a:pt x="2127887" y="0"/>
                    </a:moveTo>
                    <a:cubicBezTo>
                      <a:pt x="2230821" y="0"/>
                      <a:pt x="2285424" y="10515"/>
                      <a:pt x="2342425" y="40952"/>
                    </a:cubicBezTo>
                    <a:cubicBezTo>
                      <a:pt x="2395368" y="69360"/>
                      <a:pt x="2437611" y="111604"/>
                      <a:pt x="2466020" y="164547"/>
                    </a:cubicBezTo>
                    <a:cubicBezTo>
                      <a:pt x="2496457" y="221548"/>
                      <a:pt x="2506972" y="276151"/>
                      <a:pt x="2506972" y="379084"/>
                    </a:cubicBezTo>
                    <a:lnTo>
                      <a:pt x="2506972" y="379084"/>
                    </a:lnTo>
                    <a:lnTo>
                      <a:pt x="2506972" y="4784212"/>
                    </a:lnTo>
                    <a:cubicBezTo>
                      <a:pt x="2506972" y="4887146"/>
                      <a:pt x="2496457" y="4941748"/>
                      <a:pt x="2466020" y="4998750"/>
                    </a:cubicBezTo>
                    <a:cubicBezTo>
                      <a:pt x="2437611" y="5051692"/>
                      <a:pt x="2395368" y="5093936"/>
                      <a:pt x="2342425" y="5122344"/>
                    </a:cubicBezTo>
                    <a:cubicBezTo>
                      <a:pt x="2285424" y="5152782"/>
                      <a:pt x="2230821" y="5163296"/>
                      <a:pt x="2127887" y="5163296"/>
                    </a:cubicBezTo>
                    <a:lnTo>
                      <a:pt x="2127887" y="5163296"/>
                    </a:lnTo>
                    <a:lnTo>
                      <a:pt x="379118" y="5163296"/>
                    </a:lnTo>
                    <a:cubicBezTo>
                      <a:pt x="276185" y="5163296"/>
                      <a:pt x="221582" y="5152782"/>
                      <a:pt x="164581" y="5122344"/>
                    </a:cubicBezTo>
                    <a:cubicBezTo>
                      <a:pt x="111638" y="5093936"/>
                      <a:pt x="69394" y="5051692"/>
                      <a:pt x="40986" y="4998750"/>
                    </a:cubicBezTo>
                    <a:cubicBezTo>
                      <a:pt x="10549" y="4941748"/>
                      <a:pt x="34" y="4887146"/>
                      <a:pt x="34" y="4784212"/>
                    </a:cubicBezTo>
                    <a:lnTo>
                      <a:pt x="34" y="4784212"/>
                    </a:lnTo>
                    <a:lnTo>
                      <a:pt x="34" y="379084"/>
                    </a:lnTo>
                    <a:cubicBezTo>
                      <a:pt x="34" y="276151"/>
                      <a:pt x="10549" y="221548"/>
                      <a:pt x="40986" y="164547"/>
                    </a:cubicBezTo>
                    <a:cubicBezTo>
                      <a:pt x="69394" y="111604"/>
                      <a:pt x="111638" y="69360"/>
                      <a:pt x="164581" y="40952"/>
                    </a:cubicBezTo>
                    <a:cubicBezTo>
                      <a:pt x="221582" y="10515"/>
                      <a:pt x="276185" y="0"/>
                      <a:pt x="379118" y="0"/>
                    </a:cubicBezTo>
                    <a:lnTo>
                      <a:pt x="379118" y="0"/>
                    </a:lnTo>
                    <a:lnTo>
                      <a:pt x="2127887" y="0"/>
                    </a:lnTo>
                    <a:close/>
                  </a:path>
                </a:pathLst>
              </a:custGeom>
              <a:solidFill>
                <a:srgbClr val="5F5F5F"/>
              </a:solidFill>
              <a:ln w="5521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2849B62E-738B-455F-B882-4DA474D81C50}"/>
                  </a:ext>
                </a:extLst>
              </p:cNvPr>
              <p:cNvGrpSpPr/>
              <p:nvPr/>
            </p:nvGrpSpPr>
            <p:grpSpPr>
              <a:xfrm>
                <a:off x="4868357" y="1196707"/>
                <a:ext cx="2457130" cy="5113489"/>
                <a:chOff x="4868357" y="1196707"/>
                <a:chExt cx="2457130" cy="5113489"/>
              </a:xfrm>
            </p:grpSpPr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ED76AC60-D8B5-4CE0-93F0-8B3BDBE2B4A0}"/>
                    </a:ext>
                  </a:extLst>
                </p:cNvPr>
                <p:cNvSpPr/>
                <p:nvPr/>
              </p:nvSpPr>
              <p:spPr>
                <a:xfrm>
                  <a:off x="4868357" y="1196707"/>
                  <a:ext cx="2457130" cy="5113489"/>
                </a:xfrm>
                <a:custGeom>
                  <a:avLst/>
                  <a:gdLst>
                    <a:gd name="connsiteX0" fmla="*/ 355875 w 2457130"/>
                    <a:gd name="connsiteY0" fmla="*/ 0 h 5113489"/>
                    <a:gd name="connsiteX1" fmla="*/ 2101508 w 2457130"/>
                    <a:gd name="connsiteY1" fmla="*/ 0 h 5113489"/>
                    <a:gd name="connsiteX2" fmla="*/ 2305162 w 2457130"/>
                    <a:gd name="connsiteY2" fmla="*/ 38001 h 5113489"/>
                    <a:gd name="connsiteX3" fmla="*/ 2418980 w 2457130"/>
                    <a:gd name="connsiteY3" fmla="*/ 151449 h 5113489"/>
                    <a:gd name="connsiteX4" fmla="*/ 2457165 w 2457130"/>
                    <a:gd name="connsiteY4" fmla="*/ 354181 h 5113489"/>
                    <a:gd name="connsiteX5" fmla="*/ 2457165 w 2457130"/>
                    <a:gd name="connsiteY5" fmla="*/ 4759308 h 5113489"/>
                    <a:gd name="connsiteX6" fmla="*/ 2418980 w 2457130"/>
                    <a:gd name="connsiteY6" fmla="*/ 4962040 h 5113489"/>
                    <a:gd name="connsiteX7" fmla="*/ 2305162 w 2457130"/>
                    <a:gd name="connsiteY7" fmla="*/ 5075489 h 5113489"/>
                    <a:gd name="connsiteX8" fmla="*/ 2101508 w 2457130"/>
                    <a:gd name="connsiteY8" fmla="*/ 5113489 h 5113489"/>
                    <a:gd name="connsiteX9" fmla="*/ 355875 w 2457130"/>
                    <a:gd name="connsiteY9" fmla="*/ 5113489 h 5113489"/>
                    <a:gd name="connsiteX10" fmla="*/ 152221 w 2457130"/>
                    <a:gd name="connsiteY10" fmla="*/ 5075489 h 5113489"/>
                    <a:gd name="connsiteX11" fmla="*/ 38404 w 2457130"/>
                    <a:gd name="connsiteY11" fmla="*/ 4962040 h 5113489"/>
                    <a:gd name="connsiteX12" fmla="*/ 34 w 2457130"/>
                    <a:gd name="connsiteY12" fmla="*/ 4759308 h 5113489"/>
                    <a:gd name="connsiteX13" fmla="*/ 34 w 2457130"/>
                    <a:gd name="connsiteY13" fmla="*/ 354181 h 5113489"/>
                    <a:gd name="connsiteX14" fmla="*/ 38219 w 2457130"/>
                    <a:gd name="connsiteY14" fmla="*/ 151449 h 5113489"/>
                    <a:gd name="connsiteX15" fmla="*/ 152037 w 2457130"/>
                    <a:gd name="connsiteY15" fmla="*/ 38001 h 5113489"/>
                    <a:gd name="connsiteX16" fmla="*/ 355875 w 2457130"/>
                    <a:gd name="connsiteY16" fmla="*/ 0 h 5113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57130" h="5113489">
                      <a:moveTo>
                        <a:pt x="355875" y="0"/>
                      </a:moveTo>
                      <a:lnTo>
                        <a:pt x="2101508" y="0"/>
                      </a:lnTo>
                      <a:cubicBezTo>
                        <a:pt x="2200199" y="0"/>
                        <a:pt x="2251482" y="9408"/>
                        <a:pt x="2305162" y="38001"/>
                      </a:cubicBezTo>
                      <a:cubicBezTo>
                        <a:pt x="2354047" y="64011"/>
                        <a:pt x="2392970" y="102749"/>
                        <a:pt x="2418980" y="151449"/>
                      </a:cubicBezTo>
                      <a:cubicBezTo>
                        <a:pt x="2447757" y="204945"/>
                        <a:pt x="2457165" y="256043"/>
                        <a:pt x="2457165" y="354181"/>
                      </a:cubicBezTo>
                      <a:lnTo>
                        <a:pt x="2457165" y="4759308"/>
                      </a:lnTo>
                      <a:cubicBezTo>
                        <a:pt x="2457165" y="4857631"/>
                        <a:pt x="2447757" y="4908729"/>
                        <a:pt x="2418980" y="4962040"/>
                      </a:cubicBezTo>
                      <a:cubicBezTo>
                        <a:pt x="2392785" y="5010740"/>
                        <a:pt x="2354047" y="5049294"/>
                        <a:pt x="2305162" y="5075489"/>
                      </a:cubicBezTo>
                      <a:cubicBezTo>
                        <a:pt x="2251482" y="5104081"/>
                        <a:pt x="2200199" y="5113489"/>
                        <a:pt x="2101508" y="5113489"/>
                      </a:cubicBezTo>
                      <a:lnTo>
                        <a:pt x="355875" y="5113489"/>
                      </a:lnTo>
                      <a:cubicBezTo>
                        <a:pt x="257184" y="5113489"/>
                        <a:pt x="205902" y="5104081"/>
                        <a:pt x="152221" y="5075489"/>
                      </a:cubicBezTo>
                      <a:cubicBezTo>
                        <a:pt x="103337" y="5049479"/>
                        <a:pt x="64414" y="5010740"/>
                        <a:pt x="38404" y="4962040"/>
                      </a:cubicBezTo>
                      <a:cubicBezTo>
                        <a:pt x="9442" y="4908729"/>
                        <a:pt x="34" y="4857631"/>
                        <a:pt x="34" y="4759308"/>
                      </a:cubicBezTo>
                      <a:lnTo>
                        <a:pt x="34" y="354181"/>
                      </a:lnTo>
                      <a:cubicBezTo>
                        <a:pt x="34" y="255859"/>
                        <a:pt x="9442" y="204761"/>
                        <a:pt x="38219" y="151449"/>
                      </a:cubicBezTo>
                      <a:cubicBezTo>
                        <a:pt x="64414" y="102749"/>
                        <a:pt x="103152" y="64195"/>
                        <a:pt x="152037" y="38001"/>
                      </a:cubicBezTo>
                      <a:cubicBezTo>
                        <a:pt x="205717" y="9408"/>
                        <a:pt x="257000" y="0"/>
                        <a:pt x="3558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350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4A457F1F-1DD7-4670-97C7-AAE4A791CC5D}"/>
                    </a:ext>
                  </a:extLst>
                </p:cNvPr>
                <p:cNvSpPr/>
                <p:nvPr/>
              </p:nvSpPr>
              <p:spPr>
                <a:xfrm>
                  <a:off x="4868357" y="1196707"/>
                  <a:ext cx="2457130" cy="5113489"/>
                </a:xfrm>
                <a:custGeom>
                  <a:avLst/>
                  <a:gdLst>
                    <a:gd name="connsiteX0" fmla="*/ 355875 w 2457130"/>
                    <a:gd name="connsiteY0" fmla="*/ 0 h 5113489"/>
                    <a:gd name="connsiteX1" fmla="*/ 2101508 w 2457130"/>
                    <a:gd name="connsiteY1" fmla="*/ 0 h 5113489"/>
                    <a:gd name="connsiteX2" fmla="*/ 2305162 w 2457130"/>
                    <a:gd name="connsiteY2" fmla="*/ 38001 h 5113489"/>
                    <a:gd name="connsiteX3" fmla="*/ 2418980 w 2457130"/>
                    <a:gd name="connsiteY3" fmla="*/ 151449 h 5113489"/>
                    <a:gd name="connsiteX4" fmla="*/ 2457165 w 2457130"/>
                    <a:gd name="connsiteY4" fmla="*/ 354181 h 5113489"/>
                    <a:gd name="connsiteX5" fmla="*/ 2457165 w 2457130"/>
                    <a:gd name="connsiteY5" fmla="*/ 4759308 h 5113489"/>
                    <a:gd name="connsiteX6" fmla="*/ 2418980 w 2457130"/>
                    <a:gd name="connsiteY6" fmla="*/ 4962040 h 5113489"/>
                    <a:gd name="connsiteX7" fmla="*/ 2305162 w 2457130"/>
                    <a:gd name="connsiteY7" fmla="*/ 5075489 h 5113489"/>
                    <a:gd name="connsiteX8" fmla="*/ 2101508 w 2457130"/>
                    <a:gd name="connsiteY8" fmla="*/ 5113489 h 5113489"/>
                    <a:gd name="connsiteX9" fmla="*/ 355875 w 2457130"/>
                    <a:gd name="connsiteY9" fmla="*/ 5113489 h 5113489"/>
                    <a:gd name="connsiteX10" fmla="*/ 152221 w 2457130"/>
                    <a:gd name="connsiteY10" fmla="*/ 5075489 h 5113489"/>
                    <a:gd name="connsiteX11" fmla="*/ 38404 w 2457130"/>
                    <a:gd name="connsiteY11" fmla="*/ 4962040 h 5113489"/>
                    <a:gd name="connsiteX12" fmla="*/ 34 w 2457130"/>
                    <a:gd name="connsiteY12" fmla="*/ 4759308 h 5113489"/>
                    <a:gd name="connsiteX13" fmla="*/ 34 w 2457130"/>
                    <a:gd name="connsiteY13" fmla="*/ 354181 h 5113489"/>
                    <a:gd name="connsiteX14" fmla="*/ 38219 w 2457130"/>
                    <a:gd name="connsiteY14" fmla="*/ 151449 h 5113489"/>
                    <a:gd name="connsiteX15" fmla="*/ 152037 w 2457130"/>
                    <a:gd name="connsiteY15" fmla="*/ 38001 h 5113489"/>
                    <a:gd name="connsiteX16" fmla="*/ 355875 w 2457130"/>
                    <a:gd name="connsiteY16" fmla="*/ 0 h 5113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457130" h="5113489">
                      <a:moveTo>
                        <a:pt x="355875" y="0"/>
                      </a:moveTo>
                      <a:lnTo>
                        <a:pt x="2101508" y="0"/>
                      </a:lnTo>
                      <a:cubicBezTo>
                        <a:pt x="2200199" y="0"/>
                        <a:pt x="2251482" y="9408"/>
                        <a:pt x="2305162" y="38001"/>
                      </a:cubicBezTo>
                      <a:cubicBezTo>
                        <a:pt x="2354047" y="64011"/>
                        <a:pt x="2392970" y="102749"/>
                        <a:pt x="2418980" y="151449"/>
                      </a:cubicBezTo>
                      <a:cubicBezTo>
                        <a:pt x="2447757" y="204945"/>
                        <a:pt x="2457165" y="256043"/>
                        <a:pt x="2457165" y="354181"/>
                      </a:cubicBezTo>
                      <a:lnTo>
                        <a:pt x="2457165" y="4759308"/>
                      </a:lnTo>
                      <a:cubicBezTo>
                        <a:pt x="2457165" y="4857631"/>
                        <a:pt x="2447757" y="4908729"/>
                        <a:pt x="2418980" y="4962040"/>
                      </a:cubicBezTo>
                      <a:cubicBezTo>
                        <a:pt x="2392785" y="5010740"/>
                        <a:pt x="2354047" y="5049294"/>
                        <a:pt x="2305162" y="5075489"/>
                      </a:cubicBezTo>
                      <a:cubicBezTo>
                        <a:pt x="2251482" y="5104081"/>
                        <a:pt x="2200199" y="5113489"/>
                        <a:pt x="2101508" y="5113489"/>
                      </a:cubicBezTo>
                      <a:lnTo>
                        <a:pt x="355875" y="5113489"/>
                      </a:lnTo>
                      <a:cubicBezTo>
                        <a:pt x="257184" y="5113489"/>
                        <a:pt x="205902" y="5104081"/>
                        <a:pt x="152221" y="5075489"/>
                      </a:cubicBezTo>
                      <a:cubicBezTo>
                        <a:pt x="103337" y="5049479"/>
                        <a:pt x="64414" y="5010740"/>
                        <a:pt x="38404" y="4962040"/>
                      </a:cubicBezTo>
                      <a:cubicBezTo>
                        <a:pt x="9442" y="4908729"/>
                        <a:pt x="34" y="4857631"/>
                        <a:pt x="34" y="4759308"/>
                      </a:cubicBezTo>
                      <a:lnTo>
                        <a:pt x="34" y="354181"/>
                      </a:lnTo>
                      <a:cubicBezTo>
                        <a:pt x="34" y="255859"/>
                        <a:pt x="9442" y="204761"/>
                        <a:pt x="38219" y="151449"/>
                      </a:cubicBezTo>
                      <a:cubicBezTo>
                        <a:pt x="64414" y="102749"/>
                        <a:pt x="103152" y="64195"/>
                        <a:pt x="152037" y="38001"/>
                      </a:cubicBezTo>
                      <a:cubicBezTo>
                        <a:pt x="205717" y="9408"/>
                        <a:pt x="257000" y="0"/>
                        <a:pt x="3558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39000">
                      <a:schemeClr val="bg1">
                        <a:lumMod val="75000"/>
                      </a:schemeClr>
                    </a:gs>
                    <a:gs pos="2000">
                      <a:schemeClr val="tx1">
                        <a:lumMod val="75000"/>
                        <a:lumOff val="25000"/>
                      </a:schemeClr>
                    </a:gs>
                    <a:gs pos="1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98000">
                      <a:schemeClr val="tx1">
                        <a:lumMod val="75000"/>
                        <a:lumOff val="2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0" scaled="0"/>
                </a:gradFill>
                <a:ln w="483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7A9A7C5F-930E-4E24-A1FA-48A5840CD439}"/>
                  </a:ext>
                </a:extLst>
              </p:cNvPr>
              <p:cNvSpPr/>
              <p:nvPr/>
            </p:nvSpPr>
            <p:spPr>
              <a:xfrm>
                <a:off x="4907095" y="1229912"/>
                <a:ext cx="2379838" cy="5047449"/>
              </a:xfrm>
              <a:custGeom>
                <a:avLst/>
                <a:gdLst>
                  <a:gd name="connsiteX0" fmla="*/ 321011 w 2379838"/>
                  <a:gd name="connsiteY0" fmla="*/ 0 h 5047449"/>
                  <a:gd name="connsiteX1" fmla="*/ 2058711 w 2379838"/>
                  <a:gd name="connsiteY1" fmla="*/ 0 h 5047449"/>
                  <a:gd name="connsiteX2" fmla="*/ 2245948 w 2379838"/>
                  <a:gd name="connsiteY2" fmla="*/ 34127 h 5047449"/>
                  <a:gd name="connsiteX3" fmla="*/ 2345746 w 2379838"/>
                  <a:gd name="connsiteY3" fmla="*/ 133925 h 5047449"/>
                  <a:gd name="connsiteX4" fmla="*/ 2379872 w 2379838"/>
                  <a:gd name="connsiteY4" fmla="*/ 321161 h 5047449"/>
                  <a:gd name="connsiteX5" fmla="*/ 2379872 w 2379838"/>
                  <a:gd name="connsiteY5" fmla="*/ 4726289 h 5047449"/>
                  <a:gd name="connsiteX6" fmla="*/ 2345746 w 2379838"/>
                  <a:gd name="connsiteY6" fmla="*/ 4913525 h 5047449"/>
                  <a:gd name="connsiteX7" fmla="*/ 2245948 w 2379838"/>
                  <a:gd name="connsiteY7" fmla="*/ 5013323 h 5047449"/>
                  <a:gd name="connsiteX8" fmla="*/ 2058711 w 2379838"/>
                  <a:gd name="connsiteY8" fmla="*/ 5047449 h 5047449"/>
                  <a:gd name="connsiteX9" fmla="*/ 321011 w 2379838"/>
                  <a:gd name="connsiteY9" fmla="*/ 5047449 h 5047449"/>
                  <a:gd name="connsiteX10" fmla="*/ 133774 w 2379838"/>
                  <a:gd name="connsiteY10" fmla="*/ 5013323 h 5047449"/>
                  <a:gd name="connsiteX11" fmla="*/ 33976 w 2379838"/>
                  <a:gd name="connsiteY11" fmla="*/ 4913525 h 5047449"/>
                  <a:gd name="connsiteX12" fmla="*/ 34 w 2379838"/>
                  <a:gd name="connsiteY12" fmla="*/ 4726104 h 5047449"/>
                  <a:gd name="connsiteX13" fmla="*/ 34 w 2379838"/>
                  <a:gd name="connsiteY13" fmla="*/ 320977 h 5047449"/>
                  <a:gd name="connsiteX14" fmla="*/ 34161 w 2379838"/>
                  <a:gd name="connsiteY14" fmla="*/ 133740 h 5047449"/>
                  <a:gd name="connsiteX15" fmla="*/ 133959 w 2379838"/>
                  <a:gd name="connsiteY15" fmla="*/ 33942 h 5047449"/>
                  <a:gd name="connsiteX16" fmla="*/ 321011 w 2379838"/>
                  <a:gd name="connsiteY16" fmla="*/ 0 h 5047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79838" h="5047449">
                    <a:moveTo>
                      <a:pt x="321011" y="0"/>
                    </a:moveTo>
                    <a:lnTo>
                      <a:pt x="2058711" y="0"/>
                    </a:lnTo>
                    <a:cubicBezTo>
                      <a:pt x="2153160" y="0"/>
                      <a:pt x="2198539" y="8855"/>
                      <a:pt x="2245948" y="34127"/>
                    </a:cubicBezTo>
                    <a:cubicBezTo>
                      <a:pt x="2288744" y="57001"/>
                      <a:pt x="2322687" y="90943"/>
                      <a:pt x="2345746" y="133925"/>
                    </a:cubicBezTo>
                    <a:cubicBezTo>
                      <a:pt x="2371018" y="181149"/>
                      <a:pt x="2379872" y="226713"/>
                      <a:pt x="2379872" y="321161"/>
                    </a:cubicBezTo>
                    <a:lnTo>
                      <a:pt x="2379872" y="4726289"/>
                    </a:lnTo>
                    <a:cubicBezTo>
                      <a:pt x="2379872" y="4820737"/>
                      <a:pt x="2371018" y="4866116"/>
                      <a:pt x="2345746" y="4913525"/>
                    </a:cubicBezTo>
                    <a:cubicBezTo>
                      <a:pt x="2322871" y="4956322"/>
                      <a:pt x="2288929" y="4990264"/>
                      <a:pt x="2245948" y="5013323"/>
                    </a:cubicBezTo>
                    <a:cubicBezTo>
                      <a:pt x="2198724" y="5038595"/>
                      <a:pt x="2153160" y="5047449"/>
                      <a:pt x="2058711" y="5047449"/>
                    </a:cubicBezTo>
                    <a:lnTo>
                      <a:pt x="321011" y="5047449"/>
                    </a:lnTo>
                    <a:cubicBezTo>
                      <a:pt x="226562" y="5047449"/>
                      <a:pt x="181183" y="5038595"/>
                      <a:pt x="133774" y="5013323"/>
                    </a:cubicBezTo>
                    <a:cubicBezTo>
                      <a:pt x="90977" y="4990449"/>
                      <a:pt x="57035" y="4956506"/>
                      <a:pt x="33976" y="4913525"/>
                    </a:cubicBezTo>
                    <a:cubicBezTo>
                      <a:pt x="8889" y="4865932"/>
                      <a:pt x="34" y="4820552"/>
                      <a:pt x="34" y="4726104"/>
                    </a:cubicBezTo>
                    <a:lnTo>
                      <a:pt x="34" y="320977"/>
                    </a:lnTo>
                    <a:cubicBezTo>
                      <a:pt x="34" y="226528"/>
                      <a:pt x="8889" y="181149"/>
                      <a:pt x="34161" y="133740"/>
                    </a:cubicBezTo>
                    <a:cubicBezTo>
                      <a:pt x="57035" y="90943"/>
                      <a:pt x="90977" y="57001"/>
                      <a:pt x="133959" y="33942"/>
                    </a:cubicBezTo>
                    <a:cubicBezTo>
                      <a:pt x="181183" y="8855"/>
                      <a:pt x="226562" y="0"/>
                      <a:pt x="32101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8E550FD1-E9D5-47D1-99BC-648DDDE2C863}"/>
                  </a:ext>
                </a:extLst>
              </p:cNvPr>
              <p:cNvGrpSpPr/>
              <p:nvPr/>
            </p:nvGrpSpPr>
            <p:grpSpPr>
              <a:xfrm>
                <a:off x="4868357" y="1235423"/>
                <a:ext cx="2457112" cy="5037740"/>
                <a:chOff x="4868357" y="1235423"/>
                <a:chExt cx="2457112" cy="5037740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4F8455DB-98DC-4F99-A89E-EBB8CB140E98}"/>
                    </a:ext>
                  </a:extLst>
                </p:cNvPr>
                <p:cNvGrpSpPr/>
                <p:nvPr/>
              </p:nvGrpSpPr>
              <p:grpSpPr>
                <a:xfrm>
                  <a:off x="4868357" y="1235423"/>
                  <a:ext cx="152368" cy="5037740"/>
                  <a:chOff x="4868357" y="1235423"/>
                  <a:chExt cx="152368" cy="5037740"/>
                </a:xfrm>
              </p:grpSpPr>
              <p:sp>
                <p:nvSpPr>
                  <p:cNvPr id="51" name="任意多边形: 形状 50">
                    <a:extLst>
                      <a:ext uri="{FF2B5EF4-FFF2-40B4-BE49-F238E27FC236}">
                        <a16:creationId xmlns:a16="http://schemas.microsoft.com/office/drawing/2014/main" id="{DA9663A3-FCB4-4951-84AE-BC0BC5176AF7}"/>
                      </a:ext>
                    </a:extLst>
                  </p:cNvPr>
                  <p:cNvSpPr/>
                  <p:nvPr/>
                </p:nvSpPr>
                <p:spPr>
                  <a:xfrm>
                    <a:off x="4868357" y="1235423"/>
                    <a:ext cx="152368" cy="5037740"/>
                  </a:xfrm>
                  <a:custGeom>
                    <a:avLst/>
                    <a:gdLst>
                      <a:gd name="connsiteX0" fmla="*/ 152072 w 152368"/>
                      <a:gd name="connsiteY0" fmla="*/ 5037753 h 5037740"/>
                      <a:gd name="connsiteX1" fmla="*/ 38254 w 152368"/>
                      <a:gd name="connsiteY1" fmla="*/ 4924304 h 5037740"/>
                      <a:gd name="connsiteX2" fmla="*/ 69 w 152368"/>
                      <a:gd name="connsiteY2" fmla="*/ 4721573 h 5037740"/>
                      <a:gd name="connsiteX3" fmla="*/ 69 w 152368"/>
                      <a:gd name="connsiteY3" fmla="*/ 316445 h 5037740"/>
                      <a:gd name="connsiteX4" fmla="*/ 38254 w 152368"/>
                      <a:gd name="connsiteY4" fmla="*/ 113714 h 5037740"/>
                      <a:gd name="connsiteX5" fmla="*/ 152072 w 152368"/>
                      <a:gd name="connsiteY5" fmla="*/ 265 h 5037740"/>
                      <a:gd name="connsiteX6" fmla="*/ 36409 w 152368"/>
                      <a:gd name="connsiteY6" fmla="*/ 297998 h 5037740"/>
                      <a:gd name="connsiteX7" fmla="*/ 36409 w 152368"/>
                      <a:gd name="connsiteY7" fmla="*/ 4740020 h 5037740"/>
                      <a:gd name="connsiteX8" fmla="*/ 152072 w 152368"/>
                      <a:gd name="connsiteY8" fmla="*/ 5037753 h 5037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2368" h="5037740">
                        <a:moveTo>
                          <a:pt x="152072" y="5037753"/>
                        </a:moveTo>
                        <a:cubicBezTo>
                          <a:pt x="103187" y="5011743"/>
                          <a:pt x="64264" y="4973004"/>
                          <a:pt x="38254" y="4924304"/>
                        </a:cubicBezTo>
                        <a:cubicBezTo>
                          <a:pt x="9477" y="4870808"/>
                          <a:pt x="69" y="4819710"/>
                          <a:pt x="69" y="4721573"/>
                        </a:cubicBezTo>
                        <a:lnTo>
                          <a:pt x="69" y="316445"/>
                        </a:lnTo>
                        <a:cubicBezTo>
                          <a:pt x="69" y="218123"/>
                          <a:pt x="9477" y="167025"/>
                          <a:pt x="38254" y="113714"/>
                        </a:cubicBezTo>
                        <a:cubicBezTo>
                          <a:pt x="64449" y="65014"/>
                          <a:pt x="103187" y="26275"/>
                          <a:pt x="152072" y="265"/>
                        </a:cubicBezTo>
                        <a:cubicBezTo>
                          <a:pt x="160004" y="-3978"/>
                          <a:pt x="36409" y="55421"/>
                          <a:pt x="36409" y="297998"/>
                        </a:cubicBezTo>
                        <a:cubicBezTo>
                          <a:pt x="36409" y="1076274"/>
                          <a:pt x="36409" y="3508871"/>
                          <a:pt x="36409" y="4740020"/>
                        </a:cubicBezTo>
                        <a:cubicBezTo>
                          <a:pt x="36409" y="4973373"/>
                          <a:pt x="155761" y="5039782"/>
                          <a:pt x="152072" y="50377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2" name="任意多边形: 形状 51">
                    <a:extLst>
                      <a:ext uri="{FF2B5EF4-FFF2-40B4-BE49-F238E27FC236}">
                        <a16:creationId xmlns:a16="http://schemas.microsoft.com/office/drawing/2014/main" id="{A36E2378-89D2-4068-81A7-3D607D91AB30}"/>
                      </a:ext>
                    </a:extLst>
                  </p:cNvPr>
                  <p:cNvSpPr/>
                  <p:nvPr/>
                </p:nvSpPr>
                <p:spPr>
                  <a:xfrm>
                    <a:off x="4868357" y="1235423"/>
                    <a:ext cx="152368" cy="5037740"/>
                  </a:xfrm>
                  <a:custGeom>
                    <a:avLst/>
                    <a:gdLst>
                      <a:gd name="connsiteX0" fmla="*/ 152072 w 152368"/>
                      <a:gd name="connsiteY0" fmla="*/ 5037753 h 5037740"/>
                      <a:gd name="connsiteX1" fmla="*/ 38254 w 152368"/>
                      <a:gd name="connsiteY1" fmla="*/ 4924304 h 5037740"/>
                      <a:gd name="connsiteX2" fmla="*/ 69 w 152368"/>
                      <a:gd name="connsiteY2" fmla="*/ 4721573 h 5037740"/>
                      <a:gd name="connsiteX3" fmla="*/ 69 w 152368"/>
                      <a:gd name="connsiteY3" fmla="*/ 316445 h 5037740"/>
                      <a:gd name="connsiteX4" fmla="*/ 38254 w 152368"/>
                      <a:gd name="connsiteY4" fmla="*/ 113714 h 5037740"/>
                      <a:gd name="connsiteX5" fmla="*/ 152072 w 152368"/>
                      <a:gd name="connsiteY5" fmla="*/ 265 h 5037740"/>
                      <a:gd name="connsiteX6" fmla="*/ 36409 w 152368"/>
                      <a:gd name="connsiteY6" fmla="*/ 297998 h 5037740"/>
                      <a:gd name="connsiteX7" fmla="*/ 36409 w 152368"/>
                      <a:gd name="connsiteY7" fmla="*/ 4740020 h 5037740"/>
                      <a:gd name="connsiteX8" fmla="*/ 152072 w 152368"/>
                      <a:gd name="connsiteY8" fmla="*/ 5037753 h 5037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2368" h="5037740">
                        <a:moveTo>
                          <a:pt x="152072" y="5037753"/>
                        </a:moveTo>
                        <a:cubicBezTo>
                          <a:pt x="103187" y="5011743"/>
                          <a:pt x="64264" y="4973004"/>
                          <a:pt x="38254" y="4924304"/>
                        </a:cubicBezTo>
                        <a:cubicBezTo>
                          <a:pt x="9477" y="4870808"/>
                          <a:pt x="69" y="4819710"/>
                          <a:pt x="69" y="4721573"/>
                        </a:cubicBezTo>
                        <a:lnTo>
                          <a:pt x="69" y="316445"/>
                        </a:lnTo>
                        <a:cubicBezTo>
                          <a:pt x="69" y="218123"/>
                          <a:pt x="9477" y="167025"/>
                          <a:pt x="38254" y="113714"/>
                        </a:cubicBezTo>
                        <a:cubicBezTo>
                          <a:pt x="64449" y="65014"/>
                          <a:pt x="103187" y="26275"/>
                          <a:pt x="152072" y="265"/>
                        </a:cubicBezTo>
                        <a:cubicBezTo>
                          <a:pt x="160004" y="-3978"/>
                          <a:pt x="36409" y="55421"/>
                          <a:pt x="36409" y="297998"/>
                        </a:cubicBezTo>
                        <a:cubicBezTo>
                          <a:pt x="36409" y="1076274"/>
                          <a:pt x="36409" y="3508871"/>
                          <a:pt x="36409" y="4740020"/>
                        </a:cubicBezTo>
                        <a:cubicBezTo>
                          <a:pt x="36409" y="4973373"/>
                          <a:pt x="155761" y="5039782"/>
                          <a:pt x="152072" y="50377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 sz="1350"/>
                  </a:p>
                </p:txBody>
              </p:sp>
            </p:grpSp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55768888-BD81-4198-A588-3CAFCBAEA135}"/>
                    </a:ext>
                  </a:extLst>
                </p:cNvPr>
                <p:cNvGrpSpPr/>
                <p:nvPr/>
              </p:nvGrpSpPr>
              <p:grpSpPr>
                <a:xfrm>
                  <a:off x="7173100" y="1235423"/>
                  <a:ext cx="152368" cy="5037740"/>
                  <a:chOff x="7173100" y="1235423"/>
                  <a:chExt cx="152368" cy="5037740"/>
                </a:xfrm>
              </p:grpSpPr>
              <p:sp>
                <p:nvSpPr>
                  <p:cNvPr id="49" name="任意多边形: 形状 48">
                    <a:extLst>
                      <a:ext uri="{FF2B5EF4-FFF2-40B4-BE49-F238E27FC236}">
                        <a16:creationId xmlns:a16="http://schemas.microsoft.com/office/drawing/2014/main" id="{FC34985D-6936-4EF8-9169-9D54B5015274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7173100" y="1235423"/>
                    <a:ext cx="152368" cy="5037740"/>
                  </a:xfrm>
                  <a:custGeom>
                    <a:avLst/>
                    <a:gdLst>
                      <a:gd name="connsiteX0" fmla="*/ 152016 w 152368"/>
                      <a:gd name="connsiteY0" fmla="*/ 5037753 h 5037740"/>
                      <a:gd name="connsiteX1" fmla="*/ 38198 w 152368"/>
                      <a:gd name="connsiteY1" fmla="*/ 4924304 h 5037740"/>
                      <a:gd name="connsiteX2" fmla="*/ 13 w 152368"/>
                      <a:gd name="connsiteY2" fmla="*/ 4721573 h 5037740"/>
                      <a:gd name="connsiteX3" fmla="*/ 13 w 152368"/>
                      <a:gd name="connsiteY3" fmla="*/ 316445 h 5037740"/>
                      <a:gd name="connsiteX4" fmla="*/ 38198 w 152368"/>
                      <a:gd name="connsiteY4" fmla="*/ 113714 h 5037740"/>
                      <a:gd name="connsiteX5" fmla="*/ 152016 w 152368"/>
                      <a:gd name="connsiteY5" fmla="*/ 265 h 5037740"/>
                      <a:gd name="connsiteX6" fmla="*/ 36353 w 152368"/>
                      <a:gd name="connsiteY6" fmla="*/ 297998 h 5037740"/>
                      <a:gd name="connsiteX7" fmla="*/ 36353 w 152368"/>
                      <a:gd name="connsiteY7" fmla="*/ 4740020 h 5037740"/>
                      <a:gd name="connsiteX8" fmla="*/ 152016 w 152368"/>
                      <a:gd name="connsiteY8" fmla="*/ 5037753 h 5037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2368" h="5037740">
                        <a:moveTo>
                          <a:pt x="152016" y="5037753"/>
                        </a:moveTo>
                        <a:cubicBezTo>
                          <a:pt x="103131" y="5011743"/>
                          <a:pt x="64208" y="4973004"/>
                          <a:pt x="38198" y="4924304"/>
                        </a:cubicBezTo>
                        <a:cubicBezTo>
                          <a:pt x="9421" y="4870808"/>
                          <a:pt x="13" y="4819710"/>
                          <a:pt x="13" y="4721573"/>
                        </a:cubicBezTo>
                        <a:lnTo>
                          <a:pt x="13" y="316445"/>
                        </a:lnTo>
                        <a:cubicBezTo>
                          <a:pt x="13" y="218123"/>
                          <a:pt x="9421" y="167025"/>
                          <a:pt x="38198" y="113714"/>
                        </a:cubicBezTo>
                        <a:cubicBezTo>
                          <a:pt x="64393" y="65014"/>
                          <a:pt x="103131" y="26460"/>
                          <a:pt x="152016" y="265"/>
                        </a:cubicBezTo>
                        <a:cubicBezTo>
                          <a:pt x="159948" y="-3978"/>
                          <a:pt x="36353" y="55421"/>
                          <a:pt x="36353" y="297998"/>
                        </a:cubicBezTo>
                        <a:cubicBezTo>
                          <a:pt x="36353" y="1076274"/>
                          <a:pt x="36353" y="3508871"/>
                          <a:pt x="36353" y="4740020"/>
                        </a:cubicBezTo>
                        <a:cubicBezTo>
                          <a:pt x="36353" y="4973373"/>
                          <a:pt x="155705" y="5039782"/>
                          <a:pt x="152016" y="50377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0" name="任意多边形: 形状 49">
                    <a:extLst>
                      <a:ext uri="{FF2B5EF4-FFF2-40B4-BE49-F238E27FC236}">
                        <a16:creationId xmlns:a16="http://schemas.microsoft.com/office/drawing/2014/main" id="{5340AE06-8618-4080-A178-C1D9792E04BA}"/>
                      </a:ext>
                    </a:extLst>
                  </p:cNvPr>
                  <p:cNvSpPr/>
                  <p:nvPr/>
                </p:nvSpPr>
                <p:spPr>
                  <a:xfrm rot="10800000" flipV="1">
                    <a:off x="7173100" y="1235423"/>
                    <a:ext cx="152368" cy="5037740"/>
                  </a:xfrm>
                  <a:custGeom>
                    <a:avLst/>
                    <a:gdLst>
                      <a:gd name="connsiteX0" fmla="*/ 152016 w 152368"/>
                      <a:gd name="connsiteY0" fmla="*/ 5037753 h 5037740"/>
                      <a:gd name="connsiteX1" fmla="*/ 38198 w 152368"/>
                      <a:gd name="connsiteY1" fmla="*/ 4924304 h 5037740"/>
                      <a:gd name="connsiteX2" fmla="*/ 13 w 152368"/>
                      <a:gd name="connsiteY2" fmla="*/ 4721573 h 5037740"/>
                      <a:gd name="connsiteX3" fmla="*/ 13 w 152368"/>
                      <a:gd name="connsiteY3" fmla="*/ 316445 h 5037740"/>
                      <a:gd name="connsiteX4" fmla="*/ 38198 w 152368"/>
                      <a:gd name="connsiteY4" fmla="*/ 113714 h 5037740"/>
                      <a:gd name="connsiteX5" fmla="*/ 152016 w 152368"/>
                      <a:gd name="connsiteY5" fmla="*/ 265 h 5037740"/>
                      <a:gd name="connsiteX6" fmla="*/ 36353 w 152368"/>
                      <a:gd name="connsiteY6" fmla="*/ 297998 h 5037740"/>
                      <a:gd name="connsiteX7" fmla="*/ 36353 w 152368"/>
                      <a:gd name="connsiteY7" fmla="*/ 4740020 h 5037740"/>
                      <a:gd name="connsiteX8" fmla="*/ 152016 w 152368"/>
                      <a:gd name="connsiteY8" fmla="*/ 5037753 h 5037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52368" h="5037740">
                        <a:moveTo>
                          <a:pt x="152016" y="5037753"/>
                        </a:moveTo>
                        <a:cubicBezTo>
                          <a:pt x="103131" y="5011743"/>
                          <a:pt x="64208" y="4973004"/>
                          <a:pt x="38198" y="4924304"/>
                        </a:cubicBezTo>
                        <a:cubicBezTo>
                          <a:pt x="9421" y="4870808"/>
                          <a:pt x="13" y="4819710"/>
                          <a:pt x="13" y="4721573"/>
                        </a:cubicBezTo>
                        <a:lnTo>
                          <a:pt x="13" y="316445"/>
                        </a:lnTo>
                        <a:cubicBezTo>
                          <a:pt x="13" y="218123"/>
                          <a:pt x="9421" y="167025"/>
                          <a:pt x="38198" y="113714"/>
                        </a:cubicBezTo>
                        <a:cubicBezTo>
                          <a:pt x="64393" y="65014"/>
                          <a:pt x="103131" y="26460"/>
                          <a:pt x="152016" y="265"/>
                        </a:cubicBezTo>
                        <a:cubicBezTo>
                          <a:pt x="159948" y="-3978"/>
                          <a:pt x="36353" y="55421"/>
                          <a:pt x="36353" y="297998"/>
                        </a:cubicBezTo>
                        <a:cubicBezTo>
                          <a:pt x="36353" y="1076274"/>
                          <a:pt x="36353" y="3508871"/>
                          <a:pt x="36353" y="4740020"/>
                        </a:cubicBezTo>
                        <a:cubicBezTo>
                          <a:pt x="36353" y="4973373"/>
                          <a:pt x="155705" y="5039782"/>
                          <a:pt x="152016" y="50377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tx1">
                          <a:lumMod val="65000"/>
                          <a:lumOff val="35000"/>
                        </a:schemeClr>
                      </a:gs>
                      <a:gs pos="39000">
                        <a:schemeClr val="bg1">
                          <a:lumMod val="75000"/>
                        </a:schemeClr>
                      </a:gs>
                      <a:gs pos="2000">
                        <a:schemeClr val="tx1">
                          <a:lumMod val="75000"/>
                          <a:lumOff val="25000"/>
                        </a:schemeClr>
                      </a:gs>
                      <a:gs pos="1000">
                        <a:schemeClr val="bg1">
                          <a:lumMod val="8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  <a:gs pos="98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bg1">
                          <a:lumMod val="75000"/>
                        </a:schemeClr>
                      </a:gs>
                    </a:gsLst>
                    <a:lin ang="0" scaled="0"/>
                  </a:gradFill>
                  <a:ln w="483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 sz="1350"/>
                  </a:p>
                </p:txBody>
              </p:sp>
            </p:grp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47AD9E07-F809-408D-BEB4-CFC0873EBEDD}"/>
                  </a:ext>
                </a:extLst>
              </p:cNvPr>
              <p:cNvGrpSpPr/>
              <p:nvPr/>
            </p:nvGrpSpPr>
            <p:grpSpPr>
              <a:xfrm>
                <a:off x="4803793" y="1130299"/>
                <a:ext cx="2578880" cy="5246307"/>
                <a:chOff x="4803793" y="1130299"/>
                <a:chExt cx="2578880" cy="5246307"/>
              </a:xfrm>
              <a:solidFill>
                <a:srgbClr val="000000"/>
              </a:solidFill>
            </p:grpSpPr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2DA04D1B-E347-47E0-804B-B58A92688EDF}"/>
                    </a:ext>
                  </a:extLst>
                </p:cNvPr>
                <p:cNvSpPr/>
                <p:nvPr/>
              </p:nvSpPr>
              <p:spPr>
                <a:xfrm>
                  <a:off x="4803793" y="1593316"/>
                  <a:ext cx="42427" cy="31359"/>
                </a:xfrm>
                <a:custGeom>
                  <a:avLst/>
                  <a:gdLst>
                    <a:gd name="connsiteX0" fmla="*/ 34 w 42427"/>
                    <a:gd name="connsiteY0" fmla="*/ 0 h 31359"/>
                    <a:gd name="connsiteX1" fmla="*/ 42462 w 42427"/>
                    <a:gd name="connsiteY1" fmla="*/ 0 h 31359"/>
                    <a:gd name="connsiteX2" fmla="*/ 42462 w 42427"/>
                    <a:gd name="connsiteY2" fmla="*/ 31360 h 31359"/>
                    <a:gd name="connsiteX3" fmla="*/ 34 w 42427"/>
                    <a:gd name="connsiteY3" fmla="*/ 31360 h 31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427" h="31359">
                      <a:moveTo>
                        <a:pt x="34" y="0"/>
                      </a:moveTo>
                      <a:lnTo>
                        <a:pt x="42462" y="0"/>
                      </a:lnTo>
                      <a:lnTo>
                        <a:pt x="42462" y="31360"/>
                      </a:lnTo>
                      <a:lnTo>
                        <a:pt x="34" y="313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9CD4A28B-1F3A-4774-BA2E-180CF8775D6D}"/>
                    </a:ext>
                  </a:extLst>
                </p:cNvPr>
                <p:cNvSpPr/>
                <p:nvPr/>
              </p:nvSpPr>
              <p:spPr>
                <a:xfrm>
                  <a:off x="7347624" y="1593316"/>
                  <a:ext cx="35049" cy="31359"/>
                </a:xfrm>
                <a:custGeom>
                  <a:avLst/>
                  <a:gdLst>
                    <a:gd name="connsiteX0" fmla="*/ 34 w 35049"/>
                    <a:gd name="connsiteY0" fmla="*/ 0 h 31359"/>
                    <a:gd name="connsiteX1" fmla="*/ 35083 w 35049"/>
                    <a:gd name="connsiteY1" fmla="*/ 0 h 31359"/>
                    <a:gd name="connsiteX2" fmla="*/ 35083 w 35049"/>
                    <a:gd name="connsiteY2" fmla="*/ 31360 h 31359"/>
                    <a:gd name="connsiteX3" fmla="*/ 34 w 35049"/>
                    <a:gd name="connsiteY3" fmla="*/ 31360 h 31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049" h="31359">
                      <a:moveTo>
                        <a:pt x="34" y="0"/>
                      </a:moveTo>
                      <a:lnTo>
                        <a:pt x="35083" y="0"/>
                      </a:lnTo>
                      <a:lnTo>
                        <a:pt x="35083" y="31360"/>
                      </a:lnTo>
                      <a:lnTo>
                        <a:pt x="34" y="313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6F744092-94F8-44B4-A105-92328C766018}"/>
                    </a:ext>
                  </a:extLst>
                </p:cNvPr>
                <p:cNvSpPr/>
                <p:nvPr/>
              </p:nvSpPr>
              <p:spPr>
                <a:xfrm>
                  <a:off x="4803793" y="5882228"/>
                  <a:ext cx="42427" cy="31359"/>
                </a:xfrm>
                <a:custGeom>
                  <a:avLst/>
                  <a:gdLst>
                    <a:gd name="connsiteX0" fmla="*/ 34 w 42427"/>
                    <a:gd name="connsiteY0" fmla="*/ 0 h 31359"/>
                    <a:gd name="connsiteX1" fmla="*/ 42462 w 42427"/>
                    <a:gd name="connsiteY1" fmla="*/ 0 h 31359"/>
                    <a:gd name="connsiteX2" fmla="*/ 42462 w 42427"/>
                    <a:gd name="connsiteY2" fmla="*/ 31360 h 31359"/>
                    <a:gd name="connsiteX3" fmla="*/ 34 w 42427"/>
                    <a:gd name="connsiteY3" fmla="*/ 31360 h 31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427" h="31359">
                      <a:moveTo>
                        <a:pt x="34" y="0"/>
                      </a:moveTo>
                      <a:lnTo>
                        <a:pt x="42462" y="0"/>
                      </a:lnTo>
                      <a:lnTo>
                        <a:pt x="42462" y="31360"/>
                      </a:lnTo>
                      <a:lnTo>
                        <a:pt x="34" y="313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D1020116-F29B-4FB8-94E0-E5D28F2AFCA0}"/>
                    </a:ext>
                  </a:extLst>
                </p:cNvPr>
                <p:cNvSpPr/>
                <p:nvPr/>
              </p:nvSpPr>
              <p:spPr>
                <a:xfrm>
                  <a:off x="7347624" y="5882228"/>
                  <a:ext cx="35049" cy="31359"/>
                </a:xfrm>
                <a:custGeom>
                  <a:avLst/>
                  <a:gdLst>
                    <a:gd name="connsiteX0" fmla="*/ 34 w 35049"/>
                    <a:gd name="connsiteY0" fmla="*/ 0 h 31359"/>
                    <a:gd name="connsiteX1" fmla="*/ 35083 w 35049"/>
                    <a:gd name="connsiteY1" fmla="*/ 0 h 31359"/>
                    <a:gd name="connsiteX2" fmla="*/ 35083 w 35049"/>
                    <a:gd name="connsiteY2" fmla="*/ 31360 h 31359"/>
                    <a:gd name="connsiteX3" fmla="*/ 34 w 35049"/>
                    <a:gd name="connsiteY3" fmla="*/ 31360 h 31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049" h="31359">
                      <a:moveTo>
                        <a:pt x="34" y="0"/>
                      </a:moveTo>
                      <a:lnTo>
                        <a:pt x="35083" y="0"/>
                      </a:lnTo>
                      <a:lnTo>
                        <a:pt x="35083" y="31360"/>
                      </a:lnTo>
                      <a:lnTo>
                        <a:pt x="34" y="313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BA413B32-5B3C-4CB0-BA36-35EE0F069342}"/>
                    </a:ext>
                  </a:extLst>
                </p:cNvPr>
                <p:cNvSpPr/>
                <p:nvPr/>
              </p:nvSpPr>
              <p:spPr>
                <a:xfrm>
                  <a:off x="6895674" y="1130299"/>
                  <a:ext cx="31359" cy="42427"/>
                </a:xfrm>
                <a:custGeom>
                  <a:avLst/>
                  <a:gdLst>
                    <a:gd name="connsiteX0" fmla="*/ 34 w 31359"/>
                    <a:gd name="connsiteY0" fmla="*/ 0 h 42427"/>
                    <a:gd name="connsiteX1" fmla="*/ 31394 w 31359"/>
                    <a:gd name="connsiteY1" fmla="*/ 0 h 42427"/>
                    <a:gd name="connsiteX2" fmla="*/ 31394 w 31359"/>
                    <a:gd name="connsiteY2" fmla="*/ 42428 h 42427"/>
                    <a:gd name="connsiteX3" fmla="*/ 34 w 31359"/>
                    <a:gd name="connsiteY3" fmla="*/ 42428 h 42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359" h="42427">
                      <a:moveTo>
                        <a:pt x="34" y="0"/>
                      </a:moveTo>
                      <a:lnTo>
                        <a:pt x="31394" y="0"/>
                      </a:lnTo>
                      <a:lnTo>
                        <a:pt x="31394" y="42428"/>
                      </a:lnTo>
                      <a:lnTo>
                        <a:pt x="34" y="424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B45A797F-BB3A-45F1-8DC2-EEDB32EA5788}"/>
                    </a:ext>
                  </a:extLst>
                </p:cNvPr>
                <p:cNvSpPr/>
                <p:nvPr/>
              </p:nvSpPr>
              <p:spPr>
                <a:xfrm>
                  <a:off x="5266811" y="6334178"/>
                  <a:ext cx="31359" cy="42427"/>
                </a:xfrm>
                <a:custGeom>
                  <a:avLst/>
                  <a:gdLst>
                    <a:gd name="connsiteX0" fmla="*/ 34 w 31359"/>
                    <a:gd name="connsiteY0" fmla="*/ 0 h 42427"/>
                    <a:gd name="connsiteX1" fmla="*/ 31394 w 31359"/>
                    <a:gd name="connsiteY1" fmla="*/ 0 h 42427"/>
                    <a:gd name="connsiteX2" fmla="*/ 31394 w 31359"/>
                    <a:gd name="connsiteY2" fmla="*/ 42428 h 42427"/>
                    <a:gd name="connsiteX3" fmla="*/ 34 w 31359"/>
                    <a:gd name="connsiteY3" fmla="*/ 42428 h 42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359" h="42427">
                      <a:moveTo>
                        <a:pt x="34" y="0"/>
                      </a:moveTo>
                      <a:lnTo>
                        <a:pt x="31394" y="0"/>
                      </a:lnTo>
                      <a:lnTo>
                        <a:pt x="31394" y="42428"/>
                      </a:lnTo>
                      <a:lnTo>
                        <a:pt x="34" y="424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C38C4753-61D8-4AC1-8AAF-17686B0708C1}"/>
                  </a:ext>
                </a:extLst>
              </p:cNvPr>
              <p:cNvGrpSpPr/>
              <p:nvPr/>
            </p:nvGrpSpPr>
            <p:grpSpPr>
              <a:xfrm>
                <a:off x="4792725" y="1779630"/>
                <a:ext cx="20373" cy="184469"/>
                <a:chOff x="4792725" y="1779630"/>
                <a:chExt cx="20373" cy="184469"/>
              </a:xfrm>
            </p:grpSpPr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ABA16DEE-BB51-41EB-A74E-B09212373744}"/>
                    </a:ext>
                  </a:extLst>
                </p:cNvPr>
                <p:cNvSpPr/>
                <p:nvPr/>
              </p:nvSpPr>
              <p:spPr>
                <a:xfrm>
                  <a:off x="4792725" y="1779630"/>
                  <a:ext cx="20373" cy="184469"/>
                </a:xfrm>
                <a:custGeom>
                  <a:avLst/>
                  <a:gdLst>
                    <a:gd name="connsiteX0" fmla="*/ 12941 w 20373"/>
                    <a:gd name="connsiteY0" fmla="*/ 352 h 184469"/>
                    <a:gd name="connsiteX1" fmla="*/ 28 w 20373"/>
                    <a:gd name="connsiteY1" fmla="*/ 13265 h 184469"/>
                    <a:gd name="connsiteX2" fmla="*/ 28 w 20373"/>
                    <a:gd name="connsiteY2" fmla="*/ 171908 h 184469"/>
                    <a:gd name="connsiteX3" fmla="*/ 12941 w 20373"/>
                    <a:gd name="connsiteY3" fmla="*/ 184821 h 184469"/>
                    <a:gd name="connsiteX4" fmla="*/ 20320 w 20373"/>
                    <a:gd name="connsiteY4" fmla="*/ 184821 h 184469"/>
                    <a:gd name="connsiteX5" fmla="*/ 20320 w 20373"/>
                    <a:gd name="connsiteY5" fmla="*/ 352 h 184469"/>
                    <a:gd name="connsiteX6" fmla="*/ 12941 w 20373"/>
                    <a:gd name="connsiteY6" fmla="*/ 352 h 18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373" h="184469">
                      <a:moveTo>
                        <a:pt x="12941" y="352"/>
                      </a:moveTo>
                      <a:cubicBezTo>
                        <a:pt x="5747" y="352"/>
                        <a:pt x="28" y="6071"/>
                        <a:pt x="28" y="13265"/>
                      </a:cubicBezTo>
                      <a:lnTo>
                        <a:pt x="28" y="171908"/>
                      </a:lnTo>
                      <a:cubicBezTo>
                        <a:pt x="28" y="179103"/>
                        <a:pt x="5747" y="184821"/>
                        <a:pt x="12941" y="184821"/>
                      </a:cubicBezTo>
                      <a:lnTo>
                        <a:pt x="20320" y="184821"/>
                      </a:lnTo>
                      <a:cubicBezTo>
                        <a:pt x="20320" y="175044"/>
                        <a:pt x="20504" y="9760"/>
                        <a:pt x="20320" y="352"/>
                      </a:cubicBezTo>
                      <a:lnTo>
                        <a:pt x="12941" y="35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A8040FF2-B007-4212-871C-6BAFF0237569}"/>
                    </a:ext>
                  </a:extLst>
                </p:cNvPr>
                <p:cNvSpPr/>
                <p:nvPr/>
              </p:nvSpPr>
              <p:spPr>
                <a:xfrm>
                  <a:off x="4792725" y="1779630"/>
                  <a:ext cx="20373" cy="184469"/>
                </a:xfrm>
                <a:custGeom>
                  <a:avLst/>
                  <a:gdLst>
                    <a:gd name="connsiteX0" fmla="*/ 12941 w 20373"/>
                    <a:gd name="connsiteY0" fmla="*/ 352 h 184469"/>
                    <a:gd name="connsiteX1" fmla="*/ 28 w 20373"/>
                    <a:gd name="connsiteY1" fmla="*/ 13265 h 184469"/>
                    <a:gd name="connsiteX2" fmla="*/ 28 w 20373"/>
                    <a:gd name="connsiteY2" fmla="*/ 171908 h 184469"/>
                    <a:gd name="connsiteX3" fmla="*/ 12941 w 20373"/>
                    <a:gd name="connsiteY3" fmla="*/ 184821 h 184469"/>
                    <a:gd name="connsiteX4" fmla="*/ 20320 w 20373"/>
                    <a:gd name="connsiteY4" fmla="*/ 184821 h 184469"/>
                    <a:gd name="connsiteX5" fmla="*/ 20320 w 20373"/>
                    <a:gd name="connsiteY5" fmla="*/ 352 h 184469"/>
                    <a:gd name="connsiteX6" fmla="*/ 12941 w 20373"/>
                    <a:gd name="connsiteY6" fmla="*/ 352 h 18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373" h="184469">
                      <a:moveTo>
                        <a:pt x="12941" y="352"/>
                      </a:moveTo>
                      <a:cubicBezTo>
                        <a:pt x="5747" y="352"/>
                        <a:pt x="28" y="6071"/>
                        <a:pt x="28" y="13265"/>
                      </a:cubicBezTo>
                      <a:lnTo>
                        <a:pt x="28" y="171908"/>
                      </a:lnTo>
                      <a:cubicBezTo>
                        <a:pt x="28" y="179103"/>
                        <a:pt x="5747" y="184821"/>
                        <a:pt x="12941" y="184821"/>
                      </a:cubicBezTo>
                      <a:lnTo>
                        <a:pt x="20320" y="184821"/>
                      </a:lnTo>
                      <a:cubicBezTo>
                        <a:pt x="20320" y="175044"/>
                        <a:pt x="20504" y="9760"/>
                        <a:pt x="20320" y="352"/>
                      </a:cubicBezTo>
                      <a:lnTo>
                        <a:pt x="12941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678DE301-7E58-40CA-890A-B65CD85B735A}"/>
                  </a:ext>
                </a:extLst>
              </p:cNvPr>
              <p:cNvGrpSpPr/>
              <p:nvPr/>
            </p:nvGrpSpPr>
            <p:grpSpPr>
              <a:xfrm>
                <a:off x="4792909" y="2117209"/>
                <a:ext cx="20189" cy="350491"/>
                <a:chOff x="4792909" y="2117209"/>
                <a:chExt cx="20189" cy="350491"/>
              </a:xfrm>
            </p:grpSpPr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6D79B9EC-A622-44CD-841B-D7143A7E0562}"/>
                    </a:ext>
                  </a:extLst>
                </p:cNvPr>
                <p:cNvSpPr/>
                <p:nvPr/>
              </p:nvSpPr>
              <p:spPr>
                <a:xfrm>
                  <a:off x="4792909" y="2117209"/>
                  <a:ext cx="20189" cy="350491"/>
                </a:xfrm>
                <a:custGeom>
                  <a:avLst/>
                  <a:gdLst>
                    <a:gd name="connsiteX0" fmla="*/ 12756 w 20189"/>
                    <a:gd name="connsiteY0" fmla="*/ 352 h 350491"/>
                    <a:gd name="connsiteX1" fmla="*/ 950 w 20189"/>
                    <a:gd name="connsiteY1" fmla="*/ 7731 h 350491"/>
                    <a:gd name="connsiteX2" fmla="*/ 28 w 20189"/>
                    <a:gd name="connsiteY2" fmla="*/ 11605 h 350491"/>
                    <a:gd name="connsiteX3" fmla="*/ 28 w 20189"/>
                    <a:gd name="connsiteY3" fmla="*/ 335533 h 350491"/>
                    <a:gd name="connsiteX4" fmla="*/ 950 w 20189"/>
                    <a:gd name="connsiteY4" fmla="*/ 341067 h 350491"/>
                    <a:gd name="connsiteX5" fmla="*/ 12756 w 20189"/>
                    <a:gd name="connsiteY5" fmla="*/ 350844 h 350491"/>
                    <a:gd name="connsiteX6" fmla="*/ 20135 w 20189"/>
                    <a:gd name="connsiteY6" fmla="*/ 350844 h 350491"/>
                    <a:gd name="connsiteX7" fmla="*/ 20135 w 20189"/>
                    <a:gd name="connsiteY7" fmla="*/ 352 h 350491"/>
                    <a:gd name="connsiteX8" fmla="*/ 12756 w 20189"/>
                    <a:gd name="connsiteY8" fmla="*/ 352 h 35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350491">
                      <a:moveTo>
                        <a:pt x="12756" y="352"/>
                      </a:moveTo>
                      <a:cubicBezTo>
                        <a:pt x="8514" y="1459"/>
                        <a:pt x="3533" y="4041"/>
                        <a:pt x="950" y="7731"/>
                      </a:cubicBezTo>
                      <a:cubicBezTo>
                        <a:pt x="397" y="8469"/>
                        <a:pt x="28" y="10867"/>
                        <a:pt x="28" y="11605"/>
                      </a:cubicBezTo>
                      <a:cubicBezTo>
                        <a:pt x="28" y="47023"/>
                        <a:pt x="28" y="155122"/>
                        <a:pt x="28" y="335533"/>
                      </a:cubicBezTo>
                      <a:cubicBezTo>
                        <a:pt x="28" y="336271"/>
                        <a:pt x="581" y="340145"/>
                        <a:pt x="950" y="341067"/>
                      </a:cubicBezTo>
                      <a:cubicBezTo>
                        <a:pt x="3164" y="346416"/>
                        <a:pt x="6853" y="347708"/>
                        <a:pt x="12756" y="350844"/>
                      </a:cubicBezTo>
                      <a:lnTo>
                        <a:pt x="20135" y="350844"/>
                      </a:lnTo>
                      <a:cubicBezTo>
                        <a:pt x="20135" y="341067"/>
                        <a:pt x="20320" y="9760"/>
                        <a:pt x="20135" y="352"/>
                      </a:cubicBezTo>
                      <a:lnTo>
                        <a:pt x="12756" y="35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D31DDA46-FEB0-4777-934C-C5FC1383A414}"/>
                    </a:ext>
                  </a:extLst>
                </p:cNvPr>
                <p:cNvSpPr/>
                <p:nvPr/>
              </p:nvSpPr>
              <p:spPr>
                <a:xfrm>
                  <a:off x="4792909" y="2117209"/>
                  <a:ext cx="20189" cy="350491"/>
                </a:xfrm>
                <a:custGeom>
                  <a:avLst/>
                  <a:gdLst>
                    <a:gd name="connsiteX0" fmla="*/ 12756 w 20189"/>
                    <a:gd name="connsiteY0" fmla="*/ 352 h 350491"/>
                    <a:gd name="connsiteX1" fmla="*/ 950 w 20189"/>
                    <a:gd name="connsiteY1" fmla="*/ 7731 h 350491"/>
                    <a:gd name="connsiteX2" fmla="*/ 28 w 20189"/>
                    <a:gd name="connsiteY2" fmla="*/ 11605 h 350491"/>
                    <a:gd name="connsiteX3" fmla="*/ 28 w 20189"/>
                    <a:gd name="connsiteY3" fmla="*/ 335533 h 350491"/>
                    <a:gd name="connsiteX4" fmla="*/ 950 w 20189"/>
                    <a:gd name="connsiteY4" fmla="*/ 341067 h 350491"/>
                    <a:gd name="connsiteX5" fmla="*/ 12756 w 20189"/>
                    <a:gd name="connsiteY5" fmla="*/ 350844 h 350491"/>
                    <a:gd name="connsiteX6" fmla="*/ 20135 w 20189"/>
                    <a:gd name="connsiteY6" fmla="*/ 350844 h 350491"/>
                    <a:gd name="connsiteX7" fmla="*/ 20135 w 20189"/>
                    <a:gd name="connsiteY7" fmla="*/ 352 h 350491"/>
                    <a:gd name="connsiteX8" fmla="*/ 12756 w 20189"/>
                    <a:gd name="connsiteY8" fmla="*/ 352 h 35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350491">
                      <a:moveTo>
                        <a:pt x="12756" y="352"/>
                      </a:moveTo>
                      <a:cubicBezTo>
                        <a:pt x="8514" y="1459"/>
                        <a:pt x="3533" y="4041"/>
                        <a:pt x="950" y="7731"/>
                      </a:cubicBezTo>
                      <a:cubicBezTo>
                        <a:pt x="397" y="8469"/>
                        <a:pt x="28" y="10867"/>
                        <a:pt x="28" y="11605"/>
                      </a:cubicBezTo>
                      <a:cubicBezTo>
                        <a:pt x="28" y="47023"/>
                        <a:pt x="28" y="155122"/>
                        <a:pt x="28" y="335533"/>
                      </a:cubicBezTo>
                      <a:cubicBezTo>
                        <a:pt x="28" y="336271"/>
                        <a:pt x="581" y="340145"/>
                        <a:pt x="950" y="341067"/>
                      </a:cubicBezTo>
                      <a:cubicBezTo>
                        <a:pt x="3164" y="346416"/>
                        <a:pt x="6853" y="347708"/>
                        <a:pt x="12756" y="350844"/>
                      </a:cubicBezTo>
                      <a:lnTo>
                        <a:pt x="20135" y="350844"/>
                      </a:lnTo>
                      <a:cubicBezTo>
                        <a:pt x="20135" y="341067"/>
                        <a:pt x="20320" y="9760"/>
                        <a:pt x="20135" y="352"/>
                      </a:cubicBezTo>
                      <a:lnTo>
                        <a:pt x="12756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6D4435E-70DC-4C47-8FF4-1D233EF40523}"/>
                  </a:ext>
                </a:extLst>
              </p:cNvPr>
              <p:cNvGrpSpPr/>
              <p:nvPr/>
            </p:nvGrpSpPr>
            <p:grpSpPr>
              <a:xfrm>
                <a:off x="4792909" y="2554402"/>
                <a:ext cx="20189" cy="350491"/>
                <a:chOff x="4792909" y="2554402"/>
                <a:chExt cx="20189" cy="350491"/>
              </a:xfrm>
            </p:grpSpPr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597FC8AF-8031-4A0C-9AC7-FCDA0588C273}"/>
                    </a:ext>
                  </a:extLst>
                </p:cNvPr>
                <p:cNvSpPr/>
                <p:nvPr/>
              </p:nvSpPr>
              <p:spPr>
                <a:xfrm>
                  <a:off x="4792909" y="2554402"/>
                  <a:ext cx="20189" cy="350491"/>
                </a:xfrm>
                <a:custGeom>
                  <a:avLst/>
                  <a:gdLst>
                    <a:gd name="connsiteX0" fmla="*/ 12756 w 20189"/>
                    <a:gd name="connsiteY0" fmla="*/ 352 h 350491"/>
                    <a:gd name="connsiteX1" fmla="*/ 950 w 20189"/>
                    <a:gd name="connsiteY1" fmla="*/ 7731 h 350491"/>
                    <a:gd name="connsiteX2" fmla="*/ 28 w 20189"/>
                    <a:gd name="connsiteY2" fmla="*/ 11605 h 350491"/>
                    <a:gd name="connsiteX3" fmla="*/ 28 w 20189"/>
                    <a:gd name="connsiteY3" fmla="*/ 335533 h 350491"/>
                    <a:gd name="connsiteX4" fmla="*/ 950 w 20189"/>
                    <a:gd name="connsiteY4" fmla="*/ 341067 h 350491"/>
                    <a:gd name="connsiteX5" fmla="*/ 12756 w 20189"/>
                    <a:gd name="connsiteY5" fmla="*/ 350844 h 350491"/>
                    <a:gd name="connsiteX6" fmla="*/ 20135 w 20189"/>
                    <a:gd name="connsiteY6" fmla="*/ 350844 h 350491"/>
                    <a:gd name="connsiteX7" fmla="*/ 20135 w 20189"/>
                    <a:gd name="connsiteY7" fmla="*/ 352 h 350491"/>
                    <a:gd name="connsiteX8" fmla="*/ 12756 w 20189"/>
                    <a:gd name="connsiteY8" fmla="*/ 352 h 35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350491">
                      <a:moveTo>
                        <a:pt x="12756" y="352"/>
                      </a:moveTo>
                      <a:cubicBezTo>
                        <a:pt x="8514" y="1459"/>
                        <a:pt x="3533" y="4041"/>
                        <a:pt x="950" y="7731"/>
                      </a:cubicBezTo>
                      <a:cubicBezTo>
                        <a:pt x="397" y="8469"/>
                        <a:pt x="28" y="10867"/>
                        <a:pt x="28" y="11605"/>
                      </a:cubicBezTo>
                      <a:cubicBezTo>
                        <a:pt x="28" y="47023"/>
                        <a:pt x="28" y="155122"/>
                        <a:pt x="28" y="335533"/>
                      </a:cubicBezTo>
                      <a:cubicBezTo>
                        <a:pt x="28" y="336271"/>
                        <a:pt x="581" y="340145"/>
                        <a:pt x="950" y="341067"/>
                      </a:cubicBezTo>
                      <a:cubicBezTo>
                        <a:pt x="3164" y="346416"/>
                        <a:pt x="6853" y="347708"/>
                        <a:pt x="12756" y="350844"/>
                      </a:cubicBezTo>
                      <a:lnTo>
                        <a:pt x="20135" y="350844"/>
                      </a:lnTo>
                      <a:cubicBezTo>
                        <a:pt x="20135" y="341067"/>
                        <a:pt x="20320" y="9760"/>
                        <a:pt x="20135" y="352"/>
                      </a:cubicBezTo>
                      <a:lnTo>
                        <a:pt x="12756" y="352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B6A9BCDE-F13D-4BE3-9A9D-7D4C3BFBB762}"/>
                    </a:ext>
                  </a:extLst>
                </p:cNvPr>
                <p:cNvSpPr/>
                <p:nvPr/>
              </p:nvSpPr>
              <p:spPr>
                <a:xfrm>
                  <a:off x="4792909" y="2554402"/>
                  <a:ext cx="20189" cy="350491"/>
                </a:xfrm>
                <a:custGeom>
                  <a:avLst/>
                  <a:gdLst>
                    <a:gd name="connsiteX0" fmla="*/ 12756 w 20189"/>
                    <a:gd name="connsiteY0" fmla="*/ 352 h 350491"/>
                    <a:gd name="connsiteX1" fmla="*/ 950 w 20189"/>
                    <a:gd name="connsiteY1" fmla="*/ 7731 h 350491"/>
                    <a:gd name="connsiteX2" fmla="*/ 28 w 20189"/>
                    <a:gd name="connsiteY2" fmla="*/ 11605 h 350491"/>
                    <a:gd name="connsiteX3" fmla="*/ 28 w 20189"/>
                    <a:gd name="connsiteY3" fmla="*/ 335533 h 350491"/>
                    <a:gd name="connsiteX4" fmla="*/ 950 w 20189"/>
                    <a:gd name="connsiteY4" fmla="*/ 341067 h 350491"/>
                    <a:gd name="connsiteX5" fmla="*/ 12756 w 20189"/>
                    <a:gd name="connsiteY5" fmla="*/ 350844 h 350491"/>
                    <a:gd name="connsiteX6" fmla="*/ 20135 w 20189"/>
                    <a:gd name="connsiteY6" fmla="*/ 350844 h 350491"/>
                    <a:gd name="connsiteX7" fmla="*/ 20135 w 20189"/>
                    <a:gd name="connsiteY7" fmla="*/ 352 h 350491"/>
                    <a:gd name="connsiteX8" fmla="*/ 12756 w 20189"/>
                    <a:gd name="connsiteY8" fmla="*/ 352 h 35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189" h="350491">
                      <a:moveTo>
                        <a:pt x="12756" y="352"/>
                      </a:moveTo>
                      <a:cubicBezTo>
                        <a:pt x="8514" y="1459"/>
                        <a:pt x="3533" y="4041"/>
                        <a:pt x="950" y="7731"/>
                      </a:cubicBezTo>
                      <a:cubicBezTo>
                        <a:pt x="397" y="8469"/>
                        <a:pt x="28" y="10867"/>
                        <a:pt x="28" y="11605"/>
                      </a:cubicBezTo>
                      <a:cubicBezTo>
                        <a:pt x="28" y="47023"/>
                        <a:pt x="28" y="155122"/>
                        <a:pt x="28" y="335533"/>
                      </a:cubicBezTo>
                      <a:cubicBezTo>
                        <a:pt x="28" y="336271"/>
                        <a:pt x="581" y="340145"/>
                        <a:pt x="950" y="341067"/>
                      </a:cubicBezTo>
                      <a:cubicBezTo>
                        <a:pt x="3164" y="346416"/>
                        <a:pt x="6853" y="347708"/>
                        <a:pt x="12756" y="350844"/>
                      </a:cubicBezTo>
                      <a:lnTo>
                        <a:pt x="20135" y="350844"/>
                      </a:lnTo>
                      <a:cubicBezTo>
                        <a:pt x="20135" y="341067"/>
                        <a:pt x="20320" y="9760"/>
                        <a:pt x="20135" y="352"/>
                      </a:cubicBezTo>
                      <a:lnTo>
                        <a:pt x="12756" y="352"/>
                      </a:lnTo>
                      <a:close/>
                    </a:path>
                  </a:pathLst>
                </a:custGeom>
                <a:gradFill>
                  <a:gsLst>
                    <a:gs pos="21000">
                      <a:schemeClr val="bg1">
                        <a:lumMod val="85000"/>
                      </a:schemeClr>
                    </a:gs>
                    <a:gs pos="2000">
                      <a:schemeClr val="bg2">
                        <a:lumMod val="25000"/>
                      </a:schemeClr>
                    </a:gs>
                    <a:gs pos="1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bg2">
                        <a:lumMod val="25000"/>
                      </a:schemeClr>
                    </a:gs>
                    <a:gs pos="99000">
                      <a:schemeClr val="tx1">
                        <a:lumMod val="75000"/>
                        <a:lumOff val="25000"/>
                      </a:schemeClr>
                    </a:gs>
                    <a:gs pos="82000">
                      <a:schemeClr val="bg1">
                        <a:lumMod val="85000"/>
                      </a:schemeClr>
                    </a:gs>
                    <a:gs pos="98000">
                      <a:schemeClr val="bg2">
                        <a:lumMod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n w="6098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0F06DF9F-214B-436D-B212-865D5C6694E5}"/>
                  </a:ext>
                </a:extLst>
              </p:cNvPr>
              <p:cNvSpPr/>
              <p:nvPr/>
            </p:nvSpPr>
            <p:spPr>
              <a:xfrm rot="10800000" flipV="1">
                <a:off x="7378902" y="2231580"/>
                <a:ext cx="20189" cy="557097"/>
              </a:xfrm>
              <a:custGeom>
                <a:avLst/>
                <a:gdLst>
                  <a:gd name="connsiteX0" fmla="*/ 12700 w 20189"/>
                  <a:gd name="connsiteY0" fmla="*/ 352 h 557097"/>
                  <a:gd name="connsiteX1" fmla="*/ 894 w 20189"/>
                  <a:gd name="connsiteY1" fmla="*/ 7731 h 557097"/>
                  <a:gd name="connsiteX2" fmla="*/ -28 w 20189"/>
                  <a:gd name="connsiteY2" fmla="*/ 11605 h 557097"/>
                  <a:gd name="connsiteX3" fmla="*/ -28 w 20189"/>
                  <a:gd name="connsiteY3" fmla="*/ 542138 h 557097"/>
                  <a:gd name="connsiteX4" fmla="*/ 894 w 20189"/>
                  <a:gd name="connsiteY4" fmla="*/ 547672 h 557097"/>
                  <a:gd name="connsiteX5" fmla="*/ 12700 w 20189"/>
                  <a:gd name="connsiteY5" fmla="*/ 557449 h 557097"/>
                  <a:gd name="connsiteX6" fmla="*/ 20079 w 20189"/>
                  <a:gd name="connsiteY6" fmla="*/ 557449 h 557097"/>
                  <a:gd name="connsiteX7" fmla="*/ 20079 w 20189"/>
                  <a:gd name="connsiteY7" fmla="*/ 352 h 557097"/>
                  <a:gd name="connsiteX8" fmla="*/ 12700 w 20189"/>
                  <a:gd name="connsiteY8" fmla="*/ 352 h 557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89" h="557097">
                    <a:moveTo>
                      <a:pt x="12700" y="352"/>
                    </a:moveTo>
                    <a:cubicBezTo>
                      <a:pt x="8457" y="1459"/>
                      <a:pt x="3477" y="4041"/>
                      <a:pt x="894" y="7731"/>
                    </a:cubicBezTo>
                    <a:cubicBezTo>
                      <a:pt x="341" y="8469"/>
                      <a:pt x="-28" y="10867"/>
                      <a:pt x="-28" y="11605"/>
                    </a:cubicBezTo>
                    <a:cubicBezTo>
                      <a:pt x="-28" y="47023"/>
                      <a:pt x="-28" y="361727"/>
                      <a:pt x="-28" y="542138"/>
                    </a:cubicBezTo>
                    <a:cubicBezTo>
                      <a:pt x="-28" y="542876"/>
                      <a:pt x="525" y="546750"/>
                      <a:pt x="894" y="547672"/>
                    </a:cubicBezTo>
                    <a:cubicBezTo>
                      <a:pt x="3108" y="553022"/>
                      <a:pt x="6797" y="554313"/>
                      <a:pt x="12700" y="557449"/>
                    </a:cubicBezTo>
                    <a:lnTo>
                      <a:pt x="20079" y="557449"/>
                    </a:lnTo>
                    <a:cubicBezTo>
                      <a:pt x="20079" y="547672"/>
                      <a:pt x="20263" y="9760"/>
                      <a:pt x="20079" y="352"/>
                    </a:cubicBezTo>
                    <a:lnTo>
                      <a:pt x="12700" y="352"/>
                    </a:lnTo>
                    <a:close/>
                  </a:path>
                </a:pathLst>
              </a:custGeom>
              <a:gradFill>
                <a:gsLst>
                  <a:gs pos="21000">
                    <a:schemeClr val="bg1">
                      <a:lumMod val="85000"/>
                    </a:schemeClr>
                  </a:gs>
                  <a:gs pos="2000">
                    <a:schemeClr val="bg2">
                      <a:lumMod val="25000"/>
                    </a:schemeClr>
                  </a:gs>
                  <a:gs pos="1000">
                    <a:schemeClr val="tx1">
                      <a:lumMod val="75000"/>
                      <a:lumOff val="25000"/>
                    </a:schemeClr>
                  </a:gs>
                  <a:gs pos="0">
                    <a:schemeClr val="bg2">
                      <a:lumMod val="25000"/>
                    </a:schemeClr>
                  </a:gs>
                  <a:gs pos="99000">
                    <a:schemeClr val="tx1">
                      <a:lumMod val="75000"/>
                      <a:lumOff val="25000"/>
                    </a:schemeClr>
                  </a:gs>
                  <a:gs pos="82000">
                    <a:schemeClr val="bg1">
                      <a:lumMod val="85000"/>
                    </a:schemeClr>
                  </a:gs>
                  <a:gs pos="98000">
                    <a:schemeClr val="bg2">
                      <a:lumMod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0"/>
              </a:gradFill>
              <a:ln w="609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F4145ED6-5024-457A-9B53-14C6853D1F5D}"/>
                  </a:ext>
                </a:extLst>
              </p:cNvPr>
              <p:cNvSpPr/>
              <p:nvPr/>
            </p:nvSpPr>
            <p:spPr>
              <a:xfrm>
                <a:off x="5953036" y="1311078"/>
                <a:ext cx="287772" cy="44272"/>
              </a:xfrm>
              <a:custGeom>
                <a:avLst/>
                <a:gdLst>
                  <a:gd name="connsiteX0" fmla="*/ 22793 w 287772"/>
                  <a:gd name="connsiteY0" fmla="*/ 98 h 44272"/>
                  <a:gd name="connsiteX1" fmla="*/ 266293 w 287772"/>
                  <a:gd name="connsiteY1" fmla="*/ 98 h 44272"/>
                  <a:gd name="connsiteX2" fmla="*/ 288429 w 287772"/>
                  <a:gd name="connsiteY2" fmla="*/ 22234 h 44272"/>
                  <a:gd name="connsiteX3" fmla="*/ 288429 w 287772"/>
                  <a:gd name="connsiteY3" fmla="*/ 22234 h 44272"/>
                  <a:gd name="connsiteX4" fmla="*/ 266293 w 287772"/>
                  <a:gd name="connsiteY4" fmla="*/ 44371 h 44272"/>
                  <a:gd name="connsiteX5" fmla="*/ 22793 w 287772"/>
                  <a:gd name="connsiteY5" fmla="*/ 44371 h 44272"/>
                  <a:gd name="connsiteX6" fmla="*/ 657 w 287772"/>
                  <a:gd name="connsiteY6" fmla="*/ 22234 h 44272"/>
                  <a:gd name="connsiteX7" fmla="*/ 657 w 287772"/>
                  <a:gd name="connsiteY7" fmla="*/ 22234 h 44272"/>
                  <a:gd name="connsiteX8" fmla="*/ 22793 w 287772"/>
                  <a:gd name="connsiteY8" fmla="*/ 98 h 44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7772" h="44272">
                    <a:moveTo>
                      <a:pt x="22793" y="98"/>
                    </a:moveTo>
                    <a:lnTo>
                      <a:pt x="266293" y="98"/>
                    </a:lnTo>
                    <a:cubicBezTo>
                      <a:pt x="278468" y="98"/>
                      <a:pt x="288429" y="10059"/>
                      <a:pt x="288429" y="22234"/>
                    </a:cubicBezTo>
                    <a:lnTo>
                      <a:pt x="288429" y="22234"/>
                    </a:lnTo>
                    <a:cubicBezTo>
                      <a:pt x="288429" y="34409"/>
                      <a:pt x="278468" y="44371"/>
                      <a:pt x="266293" y="44371"/>
                    </a:cubicBezTo>
                    <a:lnTo>
                      <a:pt x="22793" y="44371"/>
                    </a:lnTo>
                    <a:cubicBezTo>
                      <a:pt x="10618" y="44371"/>
                      <a:pt x="657" y="34409"/>
                      <a:pt x="657" y="22234"/>
                    </a:cubicBezTo>
                    <a:lnTo>
                      <a:pt x="657" y="22234"/>
                    </a:lnTo>
                    <a:cubicBezTo>
                      <a:pt x="657" y="10059"/>
                      <a:pt x="10618" y="98"/>
                      <a:pt x="22793" y="98"/>
                    </a:cubicBezTo>
                    <a:close/>
                  </a:path>
                </a:pathLst>
              </a:custGeom>
              <a:solidFill>
                <a:srgbClr val="1D1C1C">
                  <a:alpha val="1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B7BA3C7F-4BA2-4E97-B4B5-9338A08413DC}"/>
                  </a:ext>
                </a:extLst>
              </p:cNvPr>
              <p:cNvSpPr/>
              <p:nvPr/>
            </p:nvSpPr>
            <p:spPr>
              <a:xfrm>
                <a:off x="5953036" y="1311078"/>
                <a:ext cx="287772" cy="38738"/>
              </a:xfrm>
              <a:custGeom>
                <a:avLst/>
                <a:gdLst>
                  <a:gd name="connsiteX0" fmla="*/ 288429 w 287772"/>
                  <a:gd name="connsiteY0" fmla="*/ 35701 h 38738"/>
                  <a:gd name="connsiteX1" fmla="*/ 288429 w 287772"/>
                  <a:gd name="connsiteY1" fmla="*/ 38837 h 38738"/>
                  <a:gd name="connsiteX2" fmla="*/ 657 w 287772"/>
                  <a:gd name="connsiteY2" fmla="*/ 38837 h 38738"/>
                  <a:gd name="connsiteX3" fmla="*/ 657 w 287772"/>
                  <a:gd name="connsiteY3" fmla="*/ 35516 h 38738"/>
                  <a:gd name="connsiteX4" fmla="*/ 288429 w 287772"/>
                  <a:gd name="connsiteY4" fmla="*/ 35516 h 38738"/>
                  <a:gd name="connsiteX5" fmla="*/ 288429 w 287772"/>
                  <a:gd name="connsiteY5" fmla="*/ 27584 h 38738"/>
                  <a:gd name="connsiteX6" fmla="*/ 288429 w 287772"/>
                  <a:gd name="connsiteY6" fmla="*/ 30904 h 38738"/>
                  <a:gd name="connsiteX7" fmla="*/ 657 w 287772"/>
                  <a:gd name="connsiteY7" fmla="*/ 30904 h 38738"/>
                  <a:gd name="connsiteX8" fmla="*/ 657 w 287772"/>
                  <a:gd name="connsiteY8" fmla="*/ 27584 h 38738"/>
                  <a:gd name="connsiteX9" fmla="*/ 288429 w 287772"/>
                  <a:gd name="connsiteY9" fmla="*/ 27584 h 38738"/>
                  <a:gd name="connsiteX10" fmla="*/ 288429 w 287772"/>
                  <a:gd name="connsiteY10" fmla="*/ 17807 h 38738"/>
                  <a:gd name="connsiteX11" fmla="*/ 288429 w 287772"/>
                  <a:gd name="connsiteY11" fmla="*/ 21128 h 38738"/>
                  <a:gd name="connsiteX12" fmla="*/ 657 w 287772"/>
                  <a:gd name="connsiteY12" fmla="*/ 21128 h 38738"/>
                  <a:gd name="connsiteX13" fmla="*/ 657 w 287772"/>
                  <a:gd name="connsiteY13" fmla="*/ 17807 h 38738"/>
                  <a:gd name="connsiteX14" fmla="*/ 288429 w 287772"/>
                  <a:gd name="connsiteY14" fmla="*/ 17807 h 38738"/>
                  <a:gd name="connsiteX15" fmla="*/ 288429 w 287772"/>
                  <a:gd name="connsiteY15" fmla="*/ 9875 h 38738"/>
                  <a:gd name="connsiteX16" fmla="*/ 288429 w 287772"/>
                  <a:gd name="connsiteY16" fmla="*/ 13011 h 38738"/>
                  <a:gd name="connsiteX17" fmla="*/ 657 w 287772"/>
                  <a:gd name="connsiteY17" fmla="*/ 13011 h 38738"/>
                  <a:gd name="connsiteX18" fmla="*/ 657 w 287772"/>
                  <a:gd name="connsiteY18" fmla="*/ 9875 h 38738"/>
                  <a:gd name="connsiteX19" fmla="*/ 288429 w 287772"/>
                  <a:gd name="connsiteY19" fmla="*/ 9875 h 38738"/>
                  <a:gd name="connsiteX20" fmla="*/ 288429 w 287772"/>
                  <a:gd name="connsiteY20" fmla="*/ 98 h 38738"/>
                  <a:gd name="connsiteX21" fmla="*/ 288429 w 287772"/>
                  <a:gd name="connsiteY21" fmla="*/ 3418 h 38738"/>
                  <a:gd name="connsiteX22" fmla="*/ 657 w 287772"/>
                  <a:gd name="connsiteY22" fmla="*/ 3418 h 38738"/>
                  <a:gd name="connsiteX23" fmla="*/ 657 w 287772"/>
                  <a:gd name="connsiteY23" fmla="*/ 98 h 38738"/>
                  <a:gd name="connsiteX24" fmla="*/ 288429 w 287772"/>
                  <a:gd name="connsiteY24" fmla="*/ 98 h 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7772" h="38738">
                    <a:moveTo>
                      <a:pt x="288429" y="35701"/>
                    </a:moveTo>
                    <a:lnTo>
                      <a:pt x="288429" y="38837"/>
                    </a:lnTo>
                    <a:lnTo>
                      <a:pt x="657" y="38837"/>
                    </a:lnTo>
                    <a:lnTo>
                      <a:pt x="657" y="35516"/>
                    </a:lnTo>
                    <a:lnTo>
                      <a:pt x="288429" y="35516"/>
                    </a:lnTo>
                    <a:close/>
                    <a:moveTo>
                      <a:pt x="288429" y="27584"/>
                    </a:moveTo>
                    <a:lnTo>
                      <a:pt x="288429" y="30904"/>
                    </a:lnTo>
                    <a:lnTo>
                      <a:pt x="657" y="30904"/>
                    </a:lnTo>
                    <a:lnTo>
                      <a:pt x="657" y="27584"/>
                    </a:lnTo>
                    <a:lnTo>
                      <a:pt x="288429" y="27584"/>
                    </a:lnTo>
                    <a:close/>
                    <a:moveTo>
                      <a:pt x="288429" y="17807"/>
                    </a:moveTo>
                    <a:lnTo>
                      <a:pt x="288429" y="21128"/>
                    </a:lnTo>
                    <a:lnTo>
                      <a:pt x="657" y="21128"/>
                    </a:lnTo>
                    <a:lnTo>
                      <a:pt x="657" y="17807"/>
                    </a:lnTo>
                    <a:lnTo>
                      <a:pt x="288429" y="17807"/>
                    </a:lnTo>
                    <a:close/>
                    <a:moveTo>
                      <a:pt x="288429" y="9875"/>
                    </a:moveTo>
                    <a:lnTo>
                      <a:pt x="288429" y="13011"/>
                    </a:lnTo>
                    <a:lnTo>
                      <a:pt x="657" y="13011"/>
                    </a:lnTo>
                    <a:lnTo>
                      <a:pt x="657" y="9875"/>
                    </a:lnTo>
                    <a:lnTo>
                      <a:pt x="288429" y="9875"/>
                    </a:lnTo>
                    <a:close/>
                    <a:moveTo>
                      <a:pt x="288429" y="98"/>
                    </a:moveTo>
                    <a:lnTo>
                      <a:pt x="288429" y="3418"/>
                    </a:lnTo>
                    <a:lnTo>
                      <a:pt x="657" y="3418"/>
                    </a:lnTo>
                    <a:lnTo>
                      <a:pt x="657" y="98"/>
                    </a:lnTo>
                    <a:lnTo>
                      <a:pt x="288429" y="98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5E013E8D-4586-4225-A477-26597044071A}"/>
                  </a:ext>
                </a:extLst>
              </p:cNvPr>
              <p:cNvSpPr/>
              <p:nvPr/>
            </p:nvSpPr>
            <p:spPr>
              <a:xfrm>
                <a:off x="5953036" y="1318457"/>
                <a:ext cx="287772" cy="38738"/>
              </a:xfrm>
              <a:custGeom>
                <a:avLst/>
                <a:gdLst>
                  <a:gd name="connsiteX0" fmla="*/ 288429 w 287772"/>
                  <a:gd name="connsiteY0" fmla="*/ 35701 h 38738"/>
                  <a:gd name="connsiteX1" fmla="*/ 288429 w 287772"/>
                  <a:gd name="connsiteY1" fmla="*/ 38837 h 38738"/>
                  <a:gd name="connsiteX2" fmla="*/ 657 w 287772"/>
                  <a:gd name="connsiteY2" fmla="*/ 38837 h 38738"/>
                  <a:gd name="connsiteX3" fmla="*/ 657 w 287772"/>
                  <a:gd name="connsiteY3" fmla="*/ 35516 h 38738"/>
                  <a:gd name="connsiteX4" fmla="*/ 288429 w 287772"/>
                  <a:gd name="connsiteY4" fmla="*/ 35516 h 38738"/>
                  <a:gd name="connsiteX5" fmla="*/ 288429 w 287772"/>
                  <a:gd name="connsiteY5" fmla="*/ 27584 h 38738"/>
                  <a:gd name="connsiteX6" fmla="*/ 288429 w 287772"/>
                  <a:gd name="connsiteY6" fmla="*/ 30904 h 38738"/>
                  <a:gd name="connsiteX7" fmla="*/ 657 w 287772"/>
                  <a:gd name="connsiteY7" fmla="*/ 30904 h 38738"/>
                  <a:gd name="connsiteX8" fmla="*/ 657 w 287772"/>
                  <a:gd name="connsiteY8" fmla="*/ 27584 h 38738"/>
                  <a:gd name="connsiteX9" fmla="*/ 288429 w 287772"/>
                  <a:gd name="connsiteY9" fmla="*/ 27584 h 38738"/>
                  <a:gd name="connsiteX10" fmla="*/ 288429 w 287772"/>
                  <a:gd name="connsiteY10" fmla="*/ 17807 h 38738"/>
                  <a:gd name="connsiteX11" fmla="*/ 288429 w 287772"/>
                  <a:gd name="connsiteY11" fmla="*/ 21128 h 38738"/>
                  <a:gd name="connsiteX12" fmla="*/ 657 w 287772"/>
                  <a:gd name="connsiteY12" fmla="*/ 21128 h 38738"/>
                  <a:gd name="connsiteX13" fmla="*/ 657 w 287772"/>
                  <a:gd name="connsiteY13" fmla="*/ 17807 h 38738"/>
                  <a:gd name="connsiteX14" fmla="*/ 288429 w 287772"/>
                  <a:gd name="connsiteY14" fmla="*/ 17807 h 38738"/>
                  <a:gd name="connsiteX15" fmla="*/ 288429 w 287772"/>
                  <a:gd name="connsiteY15" fmla="*/ 9875 h 38738"/>
                  <a:gd name="connsiteX16" fmla="*/ 288429 w 287772"/>
                  <a:gd name="connsiteY16" fmla="*/ 13011 h 38738"/>
                  <a:gd name="connsiteX17" fmla="*/ 657 w 287772"/>
                  <a:gd name="connsiteY17" fmla="*/ 13011 h 38738"/>
                  <a:gd name="connsiteX18" fmla="*/ 657 w 287772"/>
                  <a:gd name="connsiteY18" fmla="*/ 9875 h 38738"/>
                  <a:gd name="connsiteX19" fmla="*/ 288429 w 287772"/>
                  <a:gd name="connsiteY19" fmla="*/ 9875 h 38738"/>
                  <a:gd name="connsiteX20" fmla="*/ 288429 w 287772"/>
                  <a:gd name="connsiteY20" fmla="*/ 98 h 38738"/>
                  <a:gd name="connsiteX21" fmla="*/ 288429 w 287772"/>
                  <a:gd name="connsiteY21" fmla="*/ 3418 h 38738"/>
                  <a:gd name="connsiteX22" fmla="*/ 657 w 287772"/>
                  <a:gd name="connsiteY22" fmla="*/ 3418 h 38738"/>
                  <a:gd name="connsiteX23" fmla="*/ 657 w 287772"/>
                  <a:gd name="connsiteY23" fmla="*/ 98 h 38738"/>
                  <a:gd name="connsiteX24" fmla="*/ 288429 w 287772"/>
                  <a:gd name="connsiteY24" fmla="*/ 98 h 38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7772" h="38738">
                    <a:moveTo>
                      <a:pt x="288429" y="35701"/>
                    </a:moveTo>
                    <a:lnTo>
                      <a:pt x="288429" y="38837"/>
                    </a:lnTo>
                    <a:lnTo>
                      <a:pt x="657" y="38837"/>
                    </a:lnTo>
                    <a:lnTo>
                      <a:pt x="657" y="35516"/>
                    </a:lnTo>
                    <a:lnTo>
                      <a:pt x="288429" y="35516"/>
                    </a:lnTo>
                    <a:close/>
                    <a:moveTo>
                      <a:pt x="288429" y="27584"/>
                    </a:moveTo>
                    <a:lnTo>
                      <a:pt x="288429" y="30904"/>
                    </a:lnTo>
                    <a:lnTo>
                      <a:pt x="657" y="30904"/>
                    </a:lnTo>
                    <a:lnTo>
                      <a:pt x="657" y="27584"/>
                    </a:lnTo>
                    <a:lnTo>
                      <a:pt x="288429" y="27584"/>
                    </a:lnTo>
                    <a:close/>
                    <a:moveTo>
                      <a:pt x="288429" y="17807"/>
                    </a:moveTo>
                    <a:lnTo>
                      <a:pt x="288429" y="21128"/>
                    </a:lnTo>
                    <a:lnTo>
                      <a:pt x="657" y="21128"/>
                    </a:lnTo>
                    <a:lnTo>
                      <a:pt x="657" y="17807"/>
                    </a:lnTo>
                    <a:lnTo>
                      <a:pt x="288429" y="17807"/>
                    </a:lnTo>
                    <a:close/>
                    <a:moveTo>
                      <a:pt x="288429" y="9875"/>
                    </a:moveTo>
                    <a:lnTo>
                      <a:pt x="288429" y="13011"/>
                    </a:lnTo>
                    <a:lnTo>
                      <a:pt x="657" y="13011"/>
                    </a:lnTo>
                    <a:lnTo>
                      <a:pt x="657" y="9875"/>
                    </a:lnTo>
                    <a:lnTo>
                      <a:pt x="288429" y="9875"/>
                    </a:lnTo>
                    <a:close/>
                    <a:moveTo>
                      <a:pt x="288429" y="98"/>
                    </a:moveTo>
                    <a:lnTo>
                      <a:pt x="288429" y="3418"/>
                    </a:lnTo>
                    <a:lnTo>
                      <a:pt x="657" y="3418"/>
                    </a:lnTo>
                    <a:lnTo>
                      <a:pt x="657" y="98"/>
                    </a:lnTo>
                    <a:lnTo>
                      <a:pt x="288429" y="98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783A8B85-035B-49BE-B94A-A140366142ED}"/>
                  </a:ext>
                </a:extLst>
              </p:cNvPr>
              <p:cNvSpPr/>
              <p:nvPr/>
            </p:nvSpPr>
            <p:spPr>
              <a:xfrm>
                <a:off x="5959493" y="1311078"/>
                <a:ext cx="274859" cy="44272"/>
              </a:xfrm>
              <a:custGeom>
                <a:avLst/>
                <a:gdLst>
                  <a:gd name="connsiteX0" fmla="*/ 3977 w 274859"/>
                  <a:gd name="connsiteY0" fmla="*/ 98 h 44272"/>
                  <a:gd name="connsiteX1" fmla="*/ 3977 w 274859"/>
                  <a:gd name="connsiteY1" fmla="*/ 44371 h 44272"/>
                  <a:gd name="connsiteX2" fmla="*/ 657 w 274859"/>
                  <a:gd name="connsiteY2" fmla="*/ 44371 h 44272"/>
                  <a:gd name="connsiteX3" fmla="*/ 657 w 274859"/>
                  <a:gd name="connsiteY3" fmla="*/ 98 h 44272"/>
                  <a:gd name="connsiteX4" fmla="*/ 3977 w 274859"/>
                  <a:gd name="connsiteY4" fmla="*/ 98 h 44272"/>
                  <a:gd name="connsiteX5" fmla="*/ 13754 w 274859"/>
                  <a:gd name="connsiteY5" fmla="*/ 98 h 44272"/>
                  <a:gd name="connsiteX6" fmla="*/ 13754 w 274859"/>
                  <a:gd name="connsiteY6" fmla="*/ 44371 h 44272"/>
                  <a:gd name="connsiteX7" fmla="*/ 10434 w 274859"/>
                  <a:gd name="connsiteY7" fmla="*/ 44371 h 44272"/>
                  <a:gd name="connsiteX8" fmla="*/ 10434 w 274859"/>
                  <a:gd name="connsiteY8" fmla="*/ 98 h 44272"/>
                  <a:gd name="connsiteX9" fmla="*/ 13754 w 274859"/>
                  <a:gd name="connsiteY9" fmla="*/ 98 h 44272"/>
                  <a:gd name="connsiteX10" fmla="*/ 21871 w 274859"/>
                  <a:gd name="connsiteY10" fmla="*/ 98 h 44272"/>
                  <a:gd name="connsiteX11" fmla="*/ 21871 w 274859"/>
                  <a:gd name="connsiteY11" fmla="*/ 44371 h 44272"/>
                  <a:gd name="connsiteX12" fmla="*/ 18551 w 274859"/>
                  <a:gd name="connsiteY12" fmla="*/ 44371 h 44272"/>
                  <a:gd name="connsiteX13" fmla="*/ 18551 w 274859"/>
                  <a:gd name="connsiteY13" fmla="*/ 98 h 44272"/>
                  <a:gd name="connsiteX14" fmla="*/ 21871 w 274859"/>
                  <a:gd name="connsiteY14" fmla="*/ 98 h 44272"/>
                  <a:gd name="connsiteX15" fmla="*/ 31832 w 274859"/>
                  <a:gd name="connsiteY15" fmla="*/ 98 h 44272"/>
                  <a:gd name="connsiteX16" fmla="*/ 31832 w 274859"/>
                  <a:gd name="connsiteY16" fmla="*/ 44371 h 44272"/>
                  <a:gd name="connsiteX17" fmla="*/ 28512 w 274859"/>
                  <a:gd name="connsiteY17" fmla="*/ 44371 h 44272"/>
                  <a:gd name="connsiteX18" fmla="*/ 28512 w 274859"/>
                  <a:gd name="connsiteY18" fmla="*/ 98 h 44272"/>
                  <a:gd name="connsiteX19" fmla="*/ 31832 w 274859"/>
                  <a:gd name="connsiteY19" fmla="*/ 98 h 44272"/>
                  <a:gd name="connsiteX20" fmla="*/ 39949 w 274859"/>
                  <a:gd name="connsiteY20" fmla="*/ 98 h 44272"/>
                  <a:gd name="connsiteX21" fmla="*/ 39949 w 274859"/>
                  <a:gd name="connsiteY21" fmla="*/ 44371 h 44272"/>
                  <a:gd name="connsiteX22" fmla="*/ 36629 w 274859"/>
                  <a:gd name="connsiteY22" fmla="*/ 44371 h 44272"/>
                  <a:gd name="connsiteX23" fmla="*/ 36629 w 274859"/>
                  <a:gd name="connsiteY23" fmla="*/ 98 h 44272"/>
                  <a:gd name="connsiteX24" fmla="*/ 39949 w 274859"/>
                  <a:gd name="connsiteY24" fmla="*/ 98 h 44272"/>
                  <a:gd name="connsiteX25" fmla="*/ 49726 w 274859"/>
                  <a:gd name="connsiteY25" fmla="*/ 98 h 44272"/>
                  <a:gd name="connsiteX26" fmla="*/ 49726 w 274859"/>
                  <a:gd name="connsiteY26" fmla="*/ 44371 h 44272"/>
                  <a:gd name="connsiteX27" fmla="*/ 46405 w 274859"/>
                  <a:gd name="connsiteY27" fmla="*/ 44371 h 44272"/>
                  <a:gd name="connsiteX28" fmla="*/ 46405 w 274859"/>
                  <a:gd name="connsiteY28" fmla="*/ 98 h 44272"/>
                  <a:gd name="connsiteX29" fmla="*/ 49726 w 274859"/>
                  <a:gd name="connsiteY29" fmla="*/ 98 h 44272"/>
                  <a:gd name="connsiteX30" fmla="*/ 57842 w 274859"/>
                  <a:gd name="connsiteY30" fmla="*/ 98 h 44272"/>
                  <a:gd name="connsiteX31" fmla="*/ 57842 w 274859"/>
                  <a:gd name="connsiteY31" fmla="*/ 44371 h 44272"/>
                  <a:gd name="connsiteX32" fmla="*/ 54707 w 274859"/>
                  <a:gd name="connsiteY32" fmla="*/ 44371 h 44272"/>
                  <a:gd name="connsiteX33" fmla="*/ 54707 w 274859"/>
                  <a:gd name="connsiteY33" fmla="*/ 98 h 44272"/>
                  <a:gd name="connsiteX34" fmla="*/ 57842 w 274859"/>
                  <a:gd name="connsiteY34" fmla="*/ 98 h 44272"/>
                  <a:gd name="connsiteX35" fmla="*/ 67804 w 274859"/>
                  <a:gd name="connsiteY35" fmla="*/ 98 h 44272"/>
                  <a:gd name="connsiteX36" fmla="*/ 67804 w 274859"/>
                  <a:gd name="connsiteY36" fmla="*/ 44371 h 44272"/>
                  <a:gd name="connsiteX37" fmla="*/ 64483 w 274859"/>
                  <a:gd name="connsiteY37" fmla="*/ 44371 h 44272"/>
                  <a:gd name="connsiteX38" fmla="*/ 64483 w 274859"/>
                  <a:gd name="connsiteY38" fmla="*/ 98 h 44272"/>
                  <a:gd name="connsiteX39" fmla="*/ 67804 w 274859"/>
                  <a:gd name="connsiteY39" fmla="*/ 98 h 44272"/>
                  <a:gd name="connsiteX40" fmla="*/ 75920 w 274859"/>
                  <a:gd name="connsiteY40" fmla="*/ 98 h 44272"/>
                  <a:gd name="connsiteX41" fmla="*/ 75920 w 274859"/>
                  <a:gd name="connsiteY41" fmla="*/ 44371 h 44272"/>
                  <a:gd name="connsiteX42" fmla="*/ 72600 w 274859"/>
                  <a:gd name="connsiteY42" fmla="*/ 44371 h 44272"/>
                  <a:gd name="connsiteX43" fmla="*/ 72600 w 274859"/>
                  <a:gd name="connsiteY43" fmla="*/ 98 h 44272"/>
                  <a:gd name="connsiteX44" fmla="*/ 75920 w 274859"/>
                  <a:gd name="connsiteY44" fmla="*/ 98 h 44272"/>
                  <a:gd name="connsiteX45" fmla="*/ 85697 w 274859"/>
                  <a:gd name="connsiteY45" fmla="*/ 98 h 44272"/>
                  <a:gd name="connsiteX46" fmla="*/ 85697 w 274859"/>
                  <a:gd name="connsiteY46" fmla="*/ 44371 h 44272"/>
                  <a:gd name="connsiteX47" fmla="*/ 82377 w 274859"/>
                  <a:gd name="connsiteY47" fmla="*/ 44371 h 44272"/>
                  <a:gd name="connsiteX48" fmla="*/ 82377 w 274859"/>
                  <a:gd name="connsiteY48" fmla="*/ 98 h 44272"/>
                  <a:gd name="connsiteX49" fmla="*/ 85697 w 274859"/>
                  <a:gd name="connsiteY49" fmla="*/ 98 h 44272"/>
                  <a:gd name="connsiteX50" fmla="*/ 93998 w 274859"/>
                  <a:gd name="connsiteY50" fmla="*/ 98 h 44272"/>
                  <a:gd name="connsiteX51" fmla="*/ 93998 w 274859"/>
                  <a:gd name="connsiteY51" fmla="*/ 44371 h 44272"/>
                  <a:gd name="connsiteX52" fmla="*/ 90678 w 274859"/>
                  <a:gd name="connsiteY52" fmla="*/ 44371 h 44272"/>
                  <a:gd name="connsiteX53" fmla="*/ 90678 w 274859"/>
                  <a:gd name="connsiteY53" fmla="*/ 98 h 44272"/>
                  <a:gd name="connsiteX54" fmla="*/ 93998 w 274859"/>
                  <a:gd name="connsiteY54" fmla="*/ 98 h 44272"/>
                  <a:gd name="connsiteX55" fmla="*/ 103775 w 274859"/>
                  <a:gd name="connsiteY55" fmla="*/ 98 h 44272"/>
                  <a:gd name="connsiteX56" fmla="*/ 103775 w 274859"/>
                  <a:gd name="connsiteY56" fmla="*/ 44371 h 44272"/>
                  <a:gd name="connsiteX57" fmla="*/ 100455 w 274859"/>
                  <a:gd name="connsiteY57" fmla="*/ 44371 h 44272"/>
                  <a:gd name="connsiteX58" fmla="*/ 100455 w 274859"/>
                  <a:gd name="connsiteY58" fmla="*/ 98 h 44272"/>
                  <a:gd name="connsiteX59" fmla="*/ 103775 w 274859"/>
                  <a:gd name="connsiteY59" fmla="*/ 98 h 44272"/>
                  <a:gd name="connsiteX60" fmla="*/ 111892 w 274859"/>
                  <a:gd name="connsiteY60" fmla="*/ 98 h 44272"/>
                  <a:gd name="connsiteX61" fmla="*/ 111892 w 274859"/>
                  <a:gd name="connsiteY61" fmla="*/ 44371 h 44272"/>
                  <a:gd name="connsiteX62" fmla="*/ 108572 w 274859"/>
                  <a:gd name="connsiteY62" fmla="*/ 44371 h 44272"/>
                  <a:gd name="connsiteX63" fmla="*/ 108572 w 274859"/>
                  <a:gd name="connsiteY63" fmla="*/ 98 h 44272"/>
                  <a:gd name="connsiteX64" fmla="*/ 111892 w 274859"/>
                  <a:gd name="connsiteY64" fmla="*/ 98 h 44272"/>
                  <a:gd name="connsiteX65" fmla="*/ 121669 w 274859"/>
                  <a:gd name="connsiteY65" fmla="*/ 98 h 44272"/>
                  <a:gd name="connsiteX66" fmla="*/ 121669 w 274859"/>
                  <a:gd name="connsiteY66" fmla="*/ 44371 h 44272"/>
                  <a:gd name="connsiteX67" fmla="*/ 118348 w 274859"/>
                  <a:gd name="connsiteY67" fmla="*/ 44371 h 44272"/>
                  <a:gd name="connsiteX68" fmla="*/ 118348 w 274859"/>
                  <a:gd name="connsiteY68" fmla="*/ 98 h 44272"/>
                  <a:gd name="connsiteX69" fmla="*/ 121669 w 274859"/>
                  <a:gd name="connsiteY69" fmla="*/ 98 h 44272"/>
                  <a:gd name="connsiteX70" fmla="*/ 131630 w 274859"/>
                  <a:gd name="connsiteY70" fmla="*/ 98 h 44272"/>
                  <a:gd name="connsiteX71" fmla="*/ 131630 w 274859"/>
                  <a:gd name="connsiteY71" fmla="*/ 44371 h 44272"/>
                  <a:gd name="connsiteX72" fmla="*/ 128310 w 274859"/>
                  <a:gd name="connsiteY72" fmla="*/ 44371 h 44272"/>
                  <a:gd name="connsiteX73" fmla="*/ 128310 w 274859"/>
                  <a:gd name="connsiteY73" fmla="*/ 98 h 44272"/>
                  <a:gd name="connsiteX74" fmla="*/ 131630 w 274859"/>
                  <a:gd name="connsiteY74" fmla="*/ 98 h 44272"/>
                  <a:gd name="connsiteX75" fmla="*/ 139747 w 274859"/>
                  <a:gd name="connsiteY75" fmla="*/ 98 h 44272"/>
                  <a:gd name="connsiteX76" fmla="*/ 139747 w 274859"/>
                  <a:gd name="connsiteY76" fmla="*/ 44371 h 44272"/>
                  <a:gd name="connsiteX77" fmla="*/ 136426 w 274859"/>
                  <a:gd name="connsiteY77" fmla="*/ 44371 h 44272"/>
                  <a:gd name="connsiteX78" fmla="*/ 136426 w 274859"/>
                  <a:gd name="connsiteY78" fmla="*/ 98 h 44272"/>
                  <a:gd name="connsiteX79" fmla="*/ 139747 w 274859"/>
                  <a:gd name="connsiteY79" fmla="*/ 98 h 44272"/>
                  <a:gd name="connsiteX80" fmla="*/ 149524 w 274859"/>
                  <a:gd name="connsiteY80" fmla="*/ 98 h 44272"/>
                  <a:gd name="connsiteX81" fmla="*/ 149524 w 274859"/>
                  <a:gd name="connsiteY81" fmla="*/ 44371 h 44272"/>
                  <a:gd name="connsiteX82" fmla="*/ 146203 w 274859"/>
                  <a:gd name="connsiteY82" fmla="*/ 44371 h 44272"/>
                  <a:gd name="connsiteX83" fmla="*/ 146203 w 274859"/>
                  <a:gd name="connsiteY83" fmla="*/ 98 h 44272"/>
                  <a:gd name="connsiteX84" fmla="*/ 149524 w 274859"/>
                  <a:gd name="connsiteY84" fmla="*/ 98 h 44272"/>
                  <a:gd name="connsiteX85" fmla="*/ 157640 w 274859"/>
                  <a:gd name="connsiteY85" fmla="*/ 98 h 44272"/>
                  <a:gd name="connsiteX86" fmla="*/ 157640 w 274859"/>
                  <a:gd name="connsiteY86" fmla="*/ 44371 h 44272"/>
                  <a:gd name="connsiteX87" fmla="*/ 154320 w 274859"/>
                  <a:gd name="connsiteY87" fmla="*/ 44371 h 44272"/>
                  <a:gd name="connsiteX88" fmla="*/ 154320 w 274859"/>
                  <a:gd name="connsiteY88" fmla="*/ 98 h 44272"/>
                  <a:gd name="connsiteX89" fmla="*/ 157640 w 274859"/>
                  <a:gd name="connsiteY89" fmla="*/ 98 h 44272"/>
                  <a:gd name="connsiteX90" fmla="*/ 167602 w 274859"/>
                  <a:gd name="connsiteY90" fmla="*/ 98 h 44272"/>
                  <a:gd name="connsiteX91" fmla="*/ 167602 w 274859"/>
                  <a:gd name="connsiteY91" fmla="*/ 44371 h 44272"/>
                  <a:gd name="connsiteX92" fmla="*/ 164281 w 274859"/>
                  <a:gd name="connsiteY92" fmla="*/ 44371 h 44272"/>
                  <a:gd name="connsiteX93" fmla="*/ 164281 w 274859"/>
                  <a:gd name="connsiteY93" fmla="*/ 98 h 44272"/>
                  <a:gd name="connsiteX94" fmla="*/ 167602 w 274859"/>
                  <a:gd name="connsiteY94" fmla="*/ 98 h 44272"/>
                  <a:gd name="connsiteX95" fmla="*/ 175718 w 274859"/>
                  <a:gd name="connsiteY95" fmla="*/ 98 h 44272"/>
                  <a:gd name="connsiteX96" fmla="*/ 175718 w 274859"/>
                  <a:gd name="connsiteY96" fmla="*/ 44371 h 44272"/>
                  <a:gd name="connsiteX97" fmla="*/ 172398 w 274859"/>
                  <a:gd name="connsiteY97" fmla="*/ 44371 h 44272"/>
                  <a:gd name="connsiteX98" fmla="*/ 172398 w 274859"/>
                  <a:gd name="connsiteY98" fmla="*/ 98 h 44272"/>
                  <a:gd name="connsiteX99" fmla="*/ 175718 w 274859"/>
                  <a:gd name="connsiteY99" fmla="*/ 98 h 44272"/>
                  <a:gd name="connsiteX100" fmla="*/ 185495 w 274859"/>
                  <a:gd name="connsiteY100" fmla="*/ 98 h 44272"/>
                  <a:gd name="connsiteX101" fmla="*/ 185495 w 274859"/>
                  <a:gd name="connsiteY101" fmla="*/ 44371 h 44272"/>
                  <a:gd name="connsiteX102" fmla="*/ 182175 w 274859"/>
                  <a:gd name="connsiteY102" fmla="*/ 44371 h 44272"/>
                  <a:gd name="connsiteX103" fmla="*/ 182175 w 274859"/>
                  <a:gd name="connsiteY103" fmla="*/ 98 h 44272"/>
                  <a:gd name="connsiteX104" fmla="*/ 185495 w 274859"/>
                  <a:gd name="connsiteY104" fmla="*/ 98 h 44272"/>
                  <a:gd name="connsiteX105" fmla="*/ 193796 w 274859"/>
                  <a:gd name="connsiteY105" fmla="*/ 98 h 44272"/>
                  <a:gd name="connsiteX106" fmla="*/ 193796 w 274859"/>
                  <a:gd name="connsiteY106" fmla="*/ 44371 h 44272"/>
                  <a:gd name="connsiteX107" fmla="*/ 190476 w 274859"/>
                  <a:gd name="connsiteY107" fmla="*/ 44371 h 44272"/>
                  <a:gd name="connsiteX108" fmla="*/ 190476 w 274859"/>
                  <a:gd name="connsiteY108" fmla="*/ 98 h 44272"/>
                  <a:gd name="connsiteX109" fmla="*/ 193796 w 274859"/>
                  <a:gd name="connsiteY109" fmla="*/ 98 h 44272"/>
                  <a:gd name="connsiteX110" fmla="*/ 203573 w 274859"/>
                  <a:gd name="connsiteY110" fmla="*/ 98 h 44272"/>
                  <a:gd name="connsiteX111" fmla="*/ 203573 w 274859"/>
                  <a:gd name="connsiteY111" fmla="*/ 44371 h 44272"/>
                  <a:gd name="connsiteX112" fmla="*/ 200253 w 274859"/>
                  <a:gd name="connsiteY112" fmla="*/ 44371 h 44272"/>
                  <a:gd name="connsiteX113" fmla="*/ 200253 w 274859"/>
                  <a:gd name="connsiteY113" fmla="*/ 98 h 44272"/>
                  <a:gd name="connsiteX114" fmla="*/ 203573 w 274859"/>
                  <a:gd name="connsiteY114" fmla="*/ 98 h 44272"/>
                  <a:gd name="connsiteX115" fmla="*/ 211690 w 274859"/>
                  <a:gd name="connsiteY115" fmla="*/ 98 h 44272"/>
                  <a:gd name="connsiteX116" fmla="*/ 211690 w 274859"/>
                  <a:gd name="connsiteY116" fmla="*/ 44371 h 44272"/>
                  <a:gd name="connsiteX117" fmla="*/ 208369 w 274859"/>
                  <a:gd name="connsiteY117" fmla="*/ 44371 h 44272"/>
                  <a:gd name="connsiteX118" fmla="*/ 208369 w 274859"/>
                  <a:gd name="connsiteY118" fmla="*/ 98 h 44272"/>
                  <a:gd name="connsiteX119" fmla="*/ 211690 w 274859"/>
                  <a:gd name="connsiteY119" fmla="*/ 98 h 44272"/>
                  <a:gd name="connsiteX120" fmla="*/ 221467 w 274859"/>
                  <a:gd name="connsiteY120" fmla="*/ 98 h 44272"/>
                  <a:gd name="connsiteX121" fmla="*/ 221467 w 274859"/>
                  <a:gd name="connsiteY121" fmla="*/ 44371 h 44272"/>
                  <a:gd name="connsiteX122" fmla="*/ 218146 w 274859"/>
                  <a:gd name="connsiteY122" fmla="*/ 44371 h 44272"/>
                  <a:gd name="connsiteX123" fmla="*/ 218146 w 274859"/>
                  <a:gd name="connsiteY123" fmla="*/ 98 h 44272"/>
                  <a:gd name="connsiteX124" fmla="*/ 221467 w 274859"/>
                  <a:gd name="connsiteY124" fmla="*/ 98 h 44272"/>
                  <a:gd name="connsiteX125" fmla="*/ 229768 w 274859"/>
                  <a:gd name="connsiteY125" fmla="*/ 98 h 44272"/>
                  <a:gd name="connsiteX126" fmla="*/ 229768 w 274859"/>
                  <a:gd name="connsiteY126" fmla="*/ 44371 h 44272"/>
                  <a:gd name="connsiteX127" fmla="*/ 226447 w 274859"/>
                  <a:gd name="connsiteY127" fmla="*/ 44371 h 44272"/>
                  <a:gd name="connsiteX128" fmla="*/ 226447 w 274859"/>
                  <a:gd name="connsiteY128" fmla="*/ 98 h 44272"/>
                  <a:gd name="connsiteX129" fmla="*/ 229768 w 274859"/>
                  <a:gd name="connsiteY129" fmla="*/ 98 h 44272"/>
                  <a:gd name="connsiteX130" fmla="*/ 239545 w 274859"/>
                  <a:gd name="connsiteY130" fmla="*/ 98 h 44272"/>
                  <a:gd name="connsiteX131" fmla="*/ 239545 w 274859"/>
                  <a:gd name="connsiteY131" fmla="*/ 44371 h 44272"/>
                  <a:gd name="connsiteX132" fmla="*/ 236224 w 274859"/>
                  <a:gd name="connsiteY132" fmla="*/ 44371 h 44272"/>
                  <a:gd name="connsiteX133" fmla="*/ 236224 w 274859"/>
                  <a:gd name="connsiteY133" fmla="*/ 98 h 44272"/>
                  <a:gd name="connsiteX134" fmla="*/ 239545 w 274859"/>
                  <a:gd name="connsiteY134" fmla="*/ 98 h 44272"/>
                  <a:gd name="connsiteX135" fmla="*/ 249322 w 274859"/>
                  <a:gd name="connsiteY135" fmla="*/ 98 h 44272"/>
                  <a:gd name="connsiteX136" fmla="*/ 249322 w 274859"/>
                  <a:gd name="connsiteY136" fmla="*/ 44371 h 44272"/>
                  <a:gd name="connsiteX137" fmla="*/ 246001 w 274859"/>
                  <a:gd name="connsiteY137" fmla="*/ 44371 h 44272"/>
                  <a:gd name="connsiteX138" fmla="*/ 246001 w 274859"/>
                  <a:gd name="connsiteY138" fmla="*/ 98 h 44272"/>
                  <a:gd name="connsiteX139" fmla="*/ 249322 w 274859"/>
                  <a:gd name="connsiteY139" fmla="*/ 98 h 44272"/>
                  <a:gd name="connsiteX140" fmla="*/ 257438 w 274859"/>
                  <a:gd name="connsiteY140" fmla="*/ 98 h 44272"/>
                  <a:gd name="connsiteX141" fmla="*/ 257438 w 274859"/>
                  <a:gd name="connsiteY141" fmla="*/ 44371 h 44272"/>
                  <a:gd name="connsiteX142" fmla="*/ 254302 w 274859"/>
                  <a:gd name="connsiteY142" fmla="*/ 44371 h 44272"/>
                  <a:gd name="connsiteX143" fmla="*/ 254302 w 274859"/>
                  <a:gd name="connsiteY143" fmla="*/ 98 h 44272"/>
                  <a:gd name="connsiteX144" fmla="*/ 257438 w 274859"/>
                  <a:gd name="connsiteY144" fmla="*/ 98 h 44272"/>
                  <a:gd name="connsiteX145" fmla="*/ 267400 w 274859"/>
                  <a:gd name="connsiteY145" fmla="*/ 98 h 44272"/>
                  <a:gd name="connsiteX146" fmla="*/ 267400 w 274859"/>
                  <a:gd name="connsiteY146" fmla="*/ 44371 h 44272"/>
                  <a:gd name="connsiteX147" fmla="*/ 264079 w 274859"/>
                  <a:gd name="connsiteY147" fmla="*/ 44371 h 44272"/>
                  <a:gd name="connsiteX148" fmla="*/ 264079 w 274859"/>
                  <a:gd name="connsiteY148" fmla="*/ 98 h 44272"/>
                  <a:gd name="connsiteX149" fmla="*/ 267400 w 274859"/>
                  <a:gd name="connsiteY149" fmla="*/ 98 h 44272"/>
                  <a:gd name="connsiteX150" fmla="*/ 275516 w 274859"/>
                  <a:gd name="connsiteY150" fmla="*/ 98 h 44272"/>
                  <a:gd name="connsiteX151" fmla="*/ 275516 w 274859"/>
                  <a:gd name="connsiteY151" fmla="*/ 44371 h 44272"/>
                  <a:gd name="connsiteX152" fmla="*/ 272196 w 274859"/>
                  <a:gd name="connsiteY152" fmla="*/ 44371 h 44272"/>
                  <a:gd name="connsiteX153" fmla="*/ 272196 w 274859"/>
                  <a:gd name="connsiteY153" fmla="*/ 98 h 44272"/>
                  <a:gd name="connsiteX154" fmla="*/ 275516 w 274859"/>
                  <a:gd name="connsiteY154" fmla="*/ 98 h 44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74859" h="44272">
                    <a:moveTo>
                      <a:pt x="3977" y="98"/>
                    </a:moveTo>
                    <a:lnTo>
                      <a:pt x="3977" y="44371"/>
                    </a:lnTo>
                    <a:lnTo>
                      <a:pt x="657" y="44371"/>
                    </a:lnTo>
                    <a:lnTo>
                      <a:pt x="657" y="98"/>
                    </a:lnTo>
                    <a:lnTo>
                      <a:pt x="3977" y="98"/>
                    </a:lnTo>
                    <a:close/>
                    <a:moveTo>
                      <a:pt x="13754" y="98"/>
                    </a:moveTo>
                    <a:lnTo>
                      <a:pt x="13754" y="44371"/>
                    </a:lnTo>
                    <a:lnTo>
                      <a:pt x="10434" y="44371"/>
                    </a:lnTo>
                    <a:lnTo>
                      <a:pt x="10434" y="98"/>
                    </a:lnTo>
                    <a:lnTo>
                      <a:pt x="13754" y="98"/>
                    </a:lnTo>
                    <a:close/>
                    <a:moveTo>
                      <a:pt x="21871" y="98"/>
                    </a:moveTo>
                    <a:lnTo>
                      <a:pt x="21871" y="44371"/>
                    </a:lnTo>
                    <a:lnTo>
                      <a:pt x="18551" y="44371"/>
                    </a:lnTo>
                    <a:lnTo>
                      <a:pt x="18551" y="98"/>
                    </a:lnTo>
                    <a:lnTo>
                      <a:pt x="21871" y="98"/>
                    </a:lnTo>
                    <a:close/>
                    <a:moveTo>
                      <a:pt x="31832" y="98"/>
                    </a:moveTo>
                    <a:lnTo>
                      <a:pt x="31832" y="44371"/>
                    </a:lnTo>
                    <a:lnTo>
                      <a:pt x="28512" y="44371"/>
                    </a:lnTo>
                    <a:lnTo>
                      <a:pt x="28512" y="98"/>
                    </a:lnTo>
                    <a:lnTo>
                      <a:pt x="31832" y="98"/>
                    </a:lnTo>
                    <a:close/>
                    <a:moveTo>
                      <a:pt x="39949" y="98"/>
                    </a:moveTo>
                    <a:lnTo>
                      <a:pt x="39949" y="44371"/>
                    </a:lnTo>
                    <a:lnTo>
                      <a:pt x="36629" y="44371"/>
                    </a:lnTo>
                    <a:lnTo>
                      <a:pt x="36629" y="98"/>
                    </a:lnTo>
                    <a:lnTo>
                      <a:pt x="39949" y="98"/>
                    </a:lnTo>
                    <a:close/>
                    <a:moveTo>
                      <a:pt x="49726" y="98"/>
                    </a:moveTo>
                    <a:lnTo>
                      <a:pt x="49726" y="44371"/>
                    </a:lnTo>
                    <a:lnTo>
                      <a:pt x="46405" y="44371"/>
                    </a:lnTo>
                    <a:lnTo>
                      <a:pt x="46405" y="98"/>
                    </a:lnTo>
                    <a:lnTo>
                      <a:pt x="49726" y="98"/>
                    </a:lnTo>
                    <a:close/>
                    <a:moveTo>
                      <a:pt x="57842" y="98"/>
                    </a:moveTo>
                    <a:lnTo>
                      <a:pt x="57842" y="44371"/>
                    </a:lnTo>
                    <a:lnTo>
                      <a:pt x="54707" y="44371"/>
                    </a:lnTo>
                    <a:lnTo>
                      <a:pt x="54707" y="98"/>
                    </a:lnTo>
                    <a:lnTo>
                      <a:pt x="57842" y="98"/>
                    </a:lnTo>
                    <a:close/>
                    <a:moveTo>
                      <a:pt x="67804" y="98"/>
                    </a:moveTo>
                    <a:lnTo>
                      <a:pt x="67804" y="44371"/>
                    </a:lnTo>
                    <a:lnTo>
                      <a:pt x="64483" y="44371"/>
                    </a:lnTo>
                    <a:lnTo>
                      <a:pt x="64483" y="98"/>
                    </a:lnTo>
                    <a:lnTo>
                      <a:pt x="67804" y="98"/>
                    </a:lnTo>
                    <a:close/>
                    <a:moveTo>
                      <a:pt x="75920" y="98"/>
                    </a:moveTo>
                    <a:lnTo>
                      <a:pt x="75920" y="44371"/>
                    </a:lnTo>
                    <a:lnTo>
                      <a:pt x="72600" y="44371"/>
                    </a:lnTo>
                    <a:lnTo>
                      <a:pt x="72600" y="98"/>
                    </a:lnTo>
                    <a:lnTo>
                      <a:pt x="75920" y="98"/>
                    </a:lnTo>
                    <a:close/>
                    <a:moveTo>
                      <a:pt x="85697" y="98"/>
                    </a:moveTo>
                    <a:lnTo>
                      <a:pt x="85697" y="44371"/>
                    </a:lnTo>
                    <a:lnTo>
                      <a:pt x="82377" y="44371"/>
                    </a:lnTo>
                    <a:lnTo>
                      <a:pt x="82377" y="98"/>
                    </a:lnTo>
                    <a:lnTo>
                      <a:pt x="85697" y="98"/>
                    </a:lnTo>
                    <a:close/>
                    <a:moveTo>
                      <a:pt x="93998" y="98"/>
                    </a:moveTo>
                    <a:lnTo>
                      <a:pt x="93998" y="44371"/>
                    </a:lnTo>
                    <a:lnTo>
                      <a:pt x="90678" y="44371"/>
                    </a:lnTo>
                    <a:lnTo>
                      <a:pt x="90678" y="98"/>
                    </a:lnTo>
                    <a:lnTo>
                      <a:pt x="93998" y="98"/>
                    </a:lnTo>
                    <a:close/>
                    <a:moveTo>
                      <a:pt x="103775" y="98"/>
                    </a:moveTo>
                    <a:lnTo>
                      <a:pt x="103775" y="44371"/>
                    </a:lnTo>
                    <a:lnTo>
                      <a:pt x="100455" y="44371"/>
                    </a:lnTo>
                    <a:lnTo>
                      <a:pt x="100455" y="98"/>
                    </a:lnTo>
                    <a:lnTo>
                      <a:pt x="103775" y="98"/>
                    </a:lnTo>
                    <a:close/>
                    <a:moveTo>
                      <a:pt x="111892" y="98"/>
                    </a:moveTo>
                    <a:lnTo>
                      <a:pt x="111892" y="44371"/>
                    </a:lnTo>
                    <a:lnTo>
                      <a:pt x="108572" y="44371"/>
                    </a:lnTo>
                    <a:lnTo>
                      <a:pt x="108572" y="98"/>
                    </a:lnTo>
                    <a:lnTo>
                      <a:pt x="111892" y="98"/>
                    </a:lnTo>
                    <a:close/>
                    <a:moveTo>
                      <a:pt x="121669" y="98"/>
                    </a:moveTo>
                    <a:lnTo>
                      <a:pt x="121669" y="44371"/>
                    </a:lnTo>
                    <a:lnTo>
                      <a:pt x="118348" y="44371"/>
                    </a:lnTo>
                    <a:lnTo>
                      <a:pt x="118348" y="98"/>
                    </a:lnTo>
                    <a:lnTo>
                      <a:pt x="121669" y="98"/>
                    </a:lnTo>
                    <a:close/>
                    <a:moveTo>
                      <a:pt x="131630" y="98"/>
                    </a:moveTo>
                    <a:lnTo>
                      <a:pt x="131630" y="44371"/>
                    </a:lnTo>
                    <a:lnTo>
                      <a:pt x="128310" y="44371"/>
                    </a:lnTo>
                    <a:lnTo>
                      <a:pt x="128310" y="98"/>
                    </a:lnTo>
                    <a:lnTo>
                      <a:pt x="131630" y="98"/>
                    </a:lnTo>
                    <a:close/>
                    <a:moveTo>
                      <a:pt x="139747" y="98"/>
                    </a:moveTo>
                    <a:lnTo>
                      <a:pt x="139747" y="44371"/>
                    </a:lnTo>
                    <a:lnTo>
                      <a:pt x="136426" y="44371"/>
                    </a:lnTo>
                    <a:lnTo>
                      <a:pt x="136426" y="98"/>
                    </a:lnTo>
                    <a:lnTo>
                      <a:pt x="139747" y="98"/>
                    </a:lnTo>
                    <a:close/>
                    <a:moveTo>
                      <a:pt x="149524" y="98"/>
                    </a:moveTo>
                    <a:lnTo>
                      <a:pt x="149524" y="44371"/>
                    </a:lnTo>
                    <a:lnTo>
                      <a:pt x="146203" y="44371"/>
                    </a:lnTo>
                    <a:lnTo>
                      <a:pt x="146203" y="98"/>
                    </a:lnTo>
                    <a:lnTo>
                      <a:pt x="149524" y="98"/>
                    </a:lnTo>
                    <a:close/>
                    <a:moveTo>
                      <a:pt x="157640" y="98"/>
                    </a:moveTo>
                    <a:lnTo>
                      <a:pt x="157640" y="44371"/>
                    </a:lnTo>
                    <a:lnTo>
                      <a:pt x="154320" y="44371"/>
                    </a:lnTo>
                    <a:lnTo>
                      <a:pt x="154320" y="98"/>
                    </a:lnTo>
                    <a:lnTo>
                      <a:pt x="157640" y="98"/>
                    </a:lnTo>
                    <a:close/>
                    <a:moveTo>
                      <a:pt x="167602" y="98"/>
                    </a:moveTo>
                    <a:lnTo>
                      <a:pt x="167602" y="44371"/>
                    </a:lnTo>
                    <a:lnTo>
                      <a:pt x="164281" y="44371"/>
                    </a:lnTo>
                    <a:lnTo>
                      <a:pt x="164281" y="98"/>
                    </a:lnTo>
                    <a:lnTo>
                      <a:pt x="167602" y="98"/>
                    </a:lnTo>
                    <a:close/>
                    <a:moveTo>
                      <a:pt x="175718" y="98"/>
                    </a:moveTo>
                    <a:lnTo>
                      <a:pt x="175718" y="44371"/>
                    </a:lnTo>
                    <a:lnTo>
                      <a:pt x="172398" y="44371"/>
                    </a:lnTo>
                    <a:lnTo>
                      <a:pt x="172398" y="98"/>
                    </a:lnTo>
                    <a:lnTo>
                      <a:pt x="175718" y="98"/>
                    </a:lnTo>
                    <a:close/>
                    <a:moveTo>
                      <a:pt x="185495" y="98"/>
                    </a:moveTo>
                    <a:lnTo>
                      <a:pt x="185495" y="44371"/>
                    </a:lnTo>
                    <a:lnTo>
                      <a:pt x="182175" y="44371"/>
                    </a:lnTo>
                    <a:lnTo>
                      <a:pt x="182175" y="98"/>
                    </a:lnTo>
                    <a:lnTo>
                      <a:pt x="185495" y="98"/>
                    </a:lnTo>
                    <a:close/>
                    <a:moveTo>
                      <a:pt x="193796" y="98"/>
                    </a:moveTo>
                    <a:lnTo>
                      <a:pt x="193796" y="44371"/>
                    </a:lnTo>
                    <a:lnTo>
                      <a:pt x="190476" y="44371"/>
                    </a:lnTo>
                    <a:lnTo>
                      <a:pt x="190476" y="98"/>
                    </a:lnTo>
                    <a:lnTo>
                      <a:pt x="193796" y="98"/>
                    </a:lnTo>
                    <a:close/>
                    <a:moveTo>
                      <a:pt x="203573" y="98"/>
                    </a:moveTo>
                    <a:lnTo>
                      <a:pt x="203573" y="44371"/>
                    </a:lnTo>
                    <a:lnTo>
                      <a:pt x="200253" y="44371"/>
                    </a:lnTo>
                    <a:lnTo>
                      <a:pt x="200253" y="98"/>
                    </a:lnTo>
                    <a:lnTo>
                      <a:pt x="203573" y="98"/>
                    </a:lnTo>
                    <a:close/>
                    <a:moveTo>
                      <a:pt x="211690" y="98"/>
                    </a:moveTo>
                    <a:lnTo>
                      <a:pt x="211690" y="44371"/>
                    </a:lnTo>
                    <a:lnTo>
                      <a:pt x="208369" y="44371"/>
                    </a:lnTo>
                    <a:lnTo>
                      <a:pt x="208369" y="98"/>
                    </a:lnTo>
                    <a:lnTo>
                      <a:pt x="211690" y="98"/>
                    </a:lnTo>
                    <a:close/>
                    <a:moveTo>
                      <a:pt x="221467" y="98"/>
                    </a:moveTo>
                    <a:lnTo>
                      <a:pt x="221467" y="44371"/>
                    </a:lnTo>
                    <a:lnTo>
                      <a:pt x="218146" y="44371"/>
                    </a:lnTo>
                    <a:lnTo>
                      <a:pt x="218146" y="98"/>
                    </a:lnTo>
                    <a:lnTo>
                      <a:pt x="221467" y="98"/>
                    </a:lnTo>
                    <a:close/>
                    <a:moveTo>
                      <a:pt x="229768" y="98"/>
                    </a:moveTo>
                    <a:lnTo>
                      <a:pt x="229768" y="44371"/>
                    </a:lnTo>
                    <a:lnTo>
                      <a:pt x="226447" y="44371"/>
                    </a:lnTo>
                    <a:lnTo>
                      <a:pt x="226447" y="98"/>
                    </a:lnTo>
                    <a:lnTo>
                      <a:pt x="229768" y="98"/>
                    </a:lnTo>
                    <a:close/>
                    <a:moveTo>
                      <a:pt x="239545" y="98"/>
                    </a:moveTo>
                    <a:lnTo>
                      <a:pt x="239545" y="44371"/>
                    </a:lnTo>
                    <a:lnTo>
                      <a:pt x="236224" y="44371"/>
                    </a:lnTo>
                    <a:lnTo>
                      <a:pt x="236224" y="98"/>
                    </a:lnTo>
                    <a:lnTo>
                      <a:pt x="239545" y="98"/>
                    </a:lnTo>
                    <a:close/>
                    <a:moveTo>
                      <a:pt x="249322" y="98"/>
                    </a:moveTo>
                    <a:lnTo>
                      <a:pt x="249322" y="44371"/>
                    </a:lnTo>
                    <a:lnTo>
                      <a:pt x="246001" y="44371"/>
                    </a:lnTo>
                    <a:lnTo>
                      <a:pt x="246001" y="98"/>
                    </a:lnTo>
                    <a:lnTo>
                      <a:pt x="249322" y="98"/>
                    </a:lnTo>
                    <a:close/>
                    <a:moveTo>
                      <a:pt x="257438" y="98"/>
                    </a:moveTo>
                    <a:lnTo>
                      <a:pt x="257438" y="44371"/>
                    </a:lnTo>
                    <a:lnTo>
                      <a:pt x="254302" y="44371"/>
                    </a:lnTo>
                    <a:lnTo>
                      <a:pt x="254302" y="98"/>
                    </a:lnTo>
                    <a:lnTo>
                      <a:pt x="257438" y="98"/>
                    </a:lnTo>
                    <a:close/>
                    <a:moveTo>
                      <a:pt x="267400" y="98"/>
                    </a:moveTo>
                    <a:lnTo>
                      <a:pt x="267400" y="44371"/>
                    </a:lnTo>
                    <a:lnTo>
                      <a:pt x="264079" y="44371"/>
                    </a:lnTo>
                    <a:lnTo>
                      <a:pt x="264079" y="98"/>
                    </a:lnTo>
                    <a:lnTo>
                      <a:pt x="267400" y="98"/>
                    </a:lnTo>
                    <a:close/>
                    <a:moveTo>
                      <a:pt x="275516" y="98"/>
                    </a:moveTo>
                    <a:lnTo>
                      <a:pt x="275516" y="44371"/>
                    </a:lnTo>
                    <a:lnTo>
                      <a:pt x="272196" y="44371"/>
                    </a:lnTo>
                    <a:lnTo>
                      <a:pt x="272196" y="98"/>
                    </a:lnTo>
                    <a:lnTo>
                      <a:pt x="275516" y="98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2EB00B07-7DCD-456F-A7BD-05414F29188D}"/>
                  </a:ext>
                </a:extLst>
              </p:cNvPr>
              <p:cNvSpPr/>
              <p:nvPr/>
            </p:nvSpPr>
            <p:spPr>
              <a:xfrm>
                <a:off x="5951929" y="1311078"/>
                <a:ext cx="274859" cy="44272"/>
              </a:xfrm>
              <a:custGeom>
                <a:avLst/>
                <a:gdLst>
                  <a:gd name="connsiteX0" fmla="*/ 3977 w 274859"/>
                  <a:gd name="connsiteY0" fmla="*/ 98 h 44272"/>
                  <a:gd name="connsiteX1" fmla="*/ 3977 w 274859"/>
                  <a:gd name="connsiteY1" fmla="*/ 44371 h 44272"/>
                  <a:gd name="connsiteX2" fmla="*/ 657 w 274859"/>
                  <a:gd name="connsiteY2" fmla="*/ 44371 h 44272"/>
                  <a:gd name="connsiteX3" fmla="*/ 657 w 274859"/>
                  <a:gd name="connsiteY3" fmla="*/ 98 h 44272"/>
                  <a:gd name="connsiteX4" fmla="*/ 3977 w 274859"/>
                  <a:gd name="connsiteY4" fmla="*/ 98 h 44272"/>
                  <a:gd name="connsiteX5" fmla="*/ 13754 w 274859"/>
                  <a:gd name="connsiteY5" fmla="*/ 98 h 44272"/>
                  <a:gd name="connsiteX6" fmla="*/ 13754 w 274859"/>
                  <a:gd name="connsiteY6" fmla="*/ 44371 h 44272"/>
                  <a:gd name="connsiteX7" fmla="*/ 10434 w 274859"/>
                  <a:gd name="connsiteY7" fmla="*/ 44371 h 44272"/>
                  <a:gd name="connsiteX8" fmla="*/ 10434 w 274859"/>
                  <a:gd name="connsiteY8" fmla="*/ 98 h 44272"/>
                  <a:gd name="connsiteX9" fmla="*/ 13754 w 274859"/>
                  <a:gd name="connsiteY9" fmla="*/ 98 h 44272"/>
                  <a:gd name="connsiteX10" fmla="*/ 22055 w 274859"/>
                  <a:gd name="connsiteY10" fmla="*/ 98 h 44272"/>
                  <a:gd name="connsiteX11" fmla="*/ 22055 w 274859"/>
                  <a:gd name="connsiteY11" fmla="*/ 44371 h 44272"/>
                  <a:gd name="connsiteX12" fmla="*/ 18735 w 274859"/>
                  <a:gd name="connsiteY12" fmla="*/ 44371 h 44272"/>
                  <a:gd name="connsiteX13" fmla="*/ 18735 w 274859"/>
                  <a:gd name="connsiteY13" fmla="*/ 98 h 44272"/>
                  <a:gd name="connsiteX14" fmla="*/ 22055 w 274859"/>
                  <a:gd name="connsiteY14" fmla="*/ 98 h 44272"/>
                  <a:gd name="connsiteX15" fmla="*/ 31832 w 274859"/>
                  <a:gd name="connsiteY15" fmla="*/ 98 h 44272"/>
                  <a:gd name="connsiteX16" fmla="*/ 31832 w 274859"/>
                  <a:gd name="connsiteY16" fmla="*/ 44371 h 44272"/>
                  <a:gd name="connsiteX17" fmla="*/ 28512 w 274859"/>
                  <a:gd name="connsiteY17" fmla="*/ 44371 h 44272"/>
                  <a:gd name="connsiteX18" fmla="*/ 28512 w 274859"/>
                  <a:gd name="connsiteY18" fmla="*/ 98 h 44272"/>
                  <a:gd name="connsiteX19" fmla="*/ 31832 w 274859"/>
                  <a:gd name="connsiteY19" fmla="*/ 98 h 44272"/>
                  <a:gd name="connsiteX20" fmla="*/ 39949 w 274859"/>
                  <a:gd name="connsiteY20" fmla="*/ 98 h 44272"/>
                  <a:gd name="connsiteX21" fmla="*/ 39949 w 274859"/>
                  <a:gd name="connsiteY21" fmla="*/ 44371 h 44272"/>
                  <a:gd name="connsiteX22" fmla="*/ 36629 w 274859"/>
                  <a:gd name="connsiteY22" fmla="*/ 44371 h 44272"/>
                  <a:gd name="connsiteX23" fmla="*/ 36629 w 274859"/>
                  <a:gd name="connsiteY23" fmla="*/ 98 h 44272"/>
                  <a:gd name="connsiteX24" fmla="*/ 39949 w 274859"/>
                  <a:gd name="connsiteY24" fmla="*/ 98 h 44272"/>
                  <a:gd name="connsiteX25" fmla="*/ 49726 w 274859"/>
                  <a:gd name="connsiteY25" fmla="*/ 98 h 44272"/>
                  <a:gd name="connsiteX26" fmla="*/ 49726 w 274859"/>
                  <a:gd name="connsiteY26" fmla="*/ 44371 h 44272"/>
                  <a:gd name="connsiteX27" fmla="*/ 46405 w 274859"/>
                  <a:gd name="connsiteY27" fmla="*/ 44371 h 44272"/>
                  <a:gd name="connsiteX28" fmla="*/ 46405 w 274859"/>
                  <a:gd name="connsiteY28" fmla="*/ 98 h 44272"/>
                  <a:gd name="connsiteX29" fmla="*/ 49726 w 274859"/>
                  <a:gd name="connsiteY29" fmla="*/ 98 h 44272"/>
                  <a:gd name="connsiteX30" fmla="*/ 58027 w 274859"/>
                  <a:gd name="connsiteY30" fmla="*/ 98 h 44272"/>
                  <a:gd name="connsiteX31" fmla="*/ 58027 w 274859"/>
                  <a:gd name="connsiteY31" fmla="*/ 44371 h 44272"/>
                  <a:gd name="connsiteX32" fmla="*/ 54707 w 274859"/>
                  <a:gd name="connsiteY32" fmla="*/ 44371 h 44272"/>
                  <a:gd name="connsiteX33" fmla="*/ 54707 w 274859"/>
                  <a:gd name="connsiteY33" fmla="*/ 98 h 44272"/>
                  <a:gd name="connsiteX34" fmla="*/ 58027 w 274859"/>
                  <a:gd name="connsiteY34" fmla="*/ 98 h 44272"/>
                  <a:gd name="connsiteX35" fmla="*/ 67804 w 274859"/>
                  <a:gd name="connsiteY35" fmla="*/ 98 h 44272"/>
                  <a:gd name="connsiteX36" fmla="*/ 67804 w 274859"/>
                  <a:gd name="connsiteY36" fmla="*/ 44371 h 44272"/>
                  <a:gd name="connsiteX37" fmla="*/ 64483 w 274859"/>
                  <a:gd name="connsiteY37" fmla="*/ 44371 h 44272"/>
                  <a:gd name="connsiteX38" fmla="*/ 64483 w 274859"/>
                  <a:gd name="connsiteY38" fmla="*/ 98 h 44272"/>
                  <a:gd name="connsiteX39" fmla="*/ 67804 w 274859"/>
                  <a:gd name="connsiteY39" fmla="*/ 98 h 44272"/>
                  <a:gd name="connsiteX40" fmla="*/ 75920 w 274859"/>
                  <a:gd name="connsiteY40" fmla="*/ 98 h 44272"/>
                  <a:gd name="connsiteX41" fmla="*/ 75920 w 274859"/>
                  <a:gd name="connsiteY41" fmla="*/ 44371 h 44272"/>
                  <a:gd name="connsiteX42" fmla="*/ 72600 w 274859"/>
                  <a:gd name="connsiteY42" fmla="*/ 44371 h 44272"/>
                  <a:gd name="connsiteX43" fmla="*/ 72600 w 274859"/>
                  <a:gd name="connsiteY43" fmla="*/ 98 h 44272"/>
                  <a:gd name="connsiteX44" fmla="*/ 75920 w 274859"/>
                  <a:gd name="connsiteY44" fmla="*/ 98 h 44272"/>
                  <a:gd name="connsiteX45" fmla="*/ 85697 w 274859"/>
                  <a:gd name="connsiteY45" fmla="*/ 98 h 44272"/>
                  <a:gd name="connsiteX46" fmla="*/ 85697 w 274859"/>
                  <a:gd name="connsiteY46" fmla="*/ 44371 h 44272"/>
                  <a:gd name="connsiteX47" fmla="*/ 82377 w 274859"/>
                  <a:gd name="connsiteY47" fmla="*/ 44371 h 44272"/>
                  <a:gd name="connsiteX48" fmla="*/ 82377 w 274859"/>
                  <a:gd name="connsiteY48" fmla="*/ 98 h 44272"/>
                  <a:gd name="connsiteX49" fmla="*/ 85697 w 274859"/>
                  <a:gd name="connsiteY49" fmla="*/ 98 h 44272"/>
                  <a:gd name="connsiteX50" fmla="*/ 93998 w 274859"/>
                  <a:gd name="connsiteY50" fmla="*/ 98 h 44272"/>
                  <a:gd name="connsiteX51" fmla="*/ 93998 w 274859"/>
                  <a:gd name="connsiteY51" fmla="*/ 44371 h 44272"/>
                  <a:gd name="connsiteX52" fmla="*/ 90678 w 274859"/>
                  <a:gd name="connsiteY52" fmla="*/ 44371 h 44272"/>
                  <a:gd name="connsiteX53" fmla="*/ 90678 w 274859"/>
                  <a:gd name="connsiteY53" fmla="*/ 98 h 44272"/>
                  <a:gd name="connsiteX54" fmla="*/ 93998 w 274859"/>
                  <a:gd name="connsiteY54" fmla="*/ 98 h 44272"/>
                  <a:gd name="connsiteX55" fmla="*/ 103775 w 274859"/>
                  <a:gd name="connsiteY55" fmla="*/ 98 h 44272"/>
                  <a:gd name="connsiteX56" fmla="*/ 103775 w 274859"/>
                  <a:gd name="connsiteY56" fmla="*/ 44371 h 44272"/>
                  <a:gd name="connsiteX57" fmla="*/ 100455 w 274859"/>
                  <a:gd name="connsiteY57" fmla="*/ 44371 h 44272"/>
                  <a:gd name="connsiteX58" fmla="*/ 100455 w 274859"/>
                  <a:gd name="connsiteY58" fmla="*/ 98 h 44272"/>
                  <a:gd name="connsiteX59" fmla="*/ 103775 w 274859"/>
                  <a:gd name="connsiteY59" fmla="*/ 98 h 44272"/>
                  <a:gd name="connsiteX60" fmla="*/ 111892 w 274859"/>
                  <a:gd name="connsiteY60" fmla="*/ 98 h 44272"/>
                  <a:gd name="connsiteX61" fmla="*/ 111892 w 274859"/>
                  <a:gd name="connsiteY61" fmla="*/ 44371 h 44272"/>
                  <a:gd name="connsiteX62" fmla="*/ 108756 w 274859"/>
                  <a:gd name="connsiteY62" fmla="*/ 44371 h 44272"/>
                  <a:gd name="connsiteX63" fmla="*/ 108756 w 274859"/>
                  <a:gd name="connsiteY63" fmla="*/ 98 h 44272"/>
                  <a:gd name="connsiteX64" fmla="*/ 111892 w 274859"/>
                  <a:gd name="connsiteY64" fmla="*/ 98 h 44272"/>
                  <a:gd name="connsiteX65" fmla="*/ 121853 w 274859"/>
                  <a:gd name="connsiteY65" fmla="*/ 98 h 44272"/>
                  <a:gd name="connsiteX66" fmla="*/ 121853 w 274859"/>
                  <a:gd name="connsiteY66" fmla="*/ 44371 h 44272"/>
                  <a:gd name="connsiteX67" fmla="*/ 118533 w 274859"/>
                  <a:gd name="connsiteY67" fmla="*/ 44371 h 44272"/>
                  <a:gd name="connsiteX68" fmla="*/ 118533 w 274859"/>
                  <a:gd name="connsiteY68" fmla="*/ 98 h 44272"/>
                  <a:gd name="connsiteX69" fmla="*/ 121853 w 274859"/>
                  <a:gd name="connsiteY69" fmla="*/ 98 h 44272"/>
                  <a:gd name="connsiteX70" fmla="*/ 131630 w 274859"/>
                  <a:gd name="connsiteY70" fmla="*/ 98 h 44272"/>
                  <a:gd name="connsiteX71" fmla="*/ 131630 w 274859"/>
                  <a:gd name="connsiteY71" fmla="*/ 44371 h 44272"/>
                  <a:gd name="connsiteX72" fmla="*/ 128310 w 274859"/>
                  <a:gd name="connsiteY72" fmla="*/ 44371 h 44272"/>
                  <a:gd name="connsiteX73" fmla="*/ 128310 w 274859"/>
                  <a:gd name="connsiteY73" fmla="*/ 98 h 44272"/>
                  <a:gd name="connsiteX74" fmla="*/ 131630 w 274859"/>
                  <a:gd name="connsiteY74" fmla="*/ 98 h 44272"/>
                  <a:gd name="connsiteX75" fmla="*/ 139747 w 274859"/>
                  <a:gd name="connsiteY75" fmla="*/ 98 h 44272"/>
                  <a:gd name="connsiteX76" fmla="*/ 139747 w 274859"/>
                  <a:gd name="connsiteY76" fmla="*/ 44371 h 44272"/>
                  <a:gd name="connsiteX77" fmla="*/ 136426 w 274859"/>
                  <a:gd name="connsiteY77" fmla="*/ 44371 h 44272"/>
                  <a:gd name="connsiteX78" fmla="*/ 136426 w 274859"/>
                  <a:gd name="connsiteY78" fmla="*/ 98 h 44272"/>
                  <a:gd name="connsiteX79" fmla="*/ 139747 w 274859"/>
                  <a:gd name="connsiteY79" fmla="*/ 98 h 44272"/>
                  <a:gd name="connsiteX80" fmla="*/ 149524 w 274859"/>
                  <a:gd name="connsiteY80" fmla="*/ 98 h 44272"/>
                  <a:gd name="connsiteX81" fmla="*/ 149524 w 274859"/>
                  <a:gd name="connsiteY81" fmla="*/ 44371 h 44272"/>
                  <a:gd name="connsiteX82" fmla="*/ 146203 w 274859"/>
                  <a:gd name="connsiteY82" fmla="*/ 44371 h 44272"/>
                  <a:gd name="connsiteX83" fmla="*/ 146203 w 274859"/>
                  <a:gd name="connsiteY83" fmla="*/ 98 h 44272"/>
                  <a:gd name="connsiteX84" fmla="*/ 149524 w 274859"/>
                  <a:gd name="connsiteY84" fmla="*/ 98 h 44272"/>
                  <a:gd name="connsiteX85" fmla="*/ 157825 w 274859"/>
                  <a:gd name="connsiteY85" fmla="*/ 98 h 44272"/>
                  <a:gd name="connsiteX86" fmla="*/ 157825 w 274859"/>
                  <a:gd name="connsiteY86" fmla="*/ 44371 h 44272"/>
                  <a:gd name="connsiteX87" fmla="*/ 154504 w 274859"/>
                  <a:gd name="connsiteY87" fmla="*/ 44371 h 44272"/>
                  <a:gd name="connsiteX88" fmla="*/ 154504 w 274859"/>
                  <a:gd name="connsiteY88" fmla="*/ 98 h 44272"/>
                  <a:gd name="connsiteX89" fmla="*/ 157825 w 274859"/>
                  <a:gd name="connsiteY89" fmla="*/ 98 h 44272"/>
                  <a:gd name="connsiteX90" fmla="*/ 167602 w 274859"/>
                  <a:gd name="connsiteY90" fmla="*/ 98 h 44272"/>
                  <a:gd name="connsiteX91" fmla="*/ 167602 w 274859"/>
                  <a:gd name="connsiteY91" fmla="*/ 44371 h 44272"/>
                  <a:gd name="connsiteX92" fmla="*/ 164281 w 274859"/>
                  <a:gd name="connsiteY92" fmla="*/ 44371 h 44272"/>
                  <a:gd name="connsiteX93" fmla="*/ 164281 w 274859"/>
                  <a:gd name="connsiteY93" fmla="*/ 98 h 44272"/>
                  <a:gd name="connsiteX94" fmla="*/ 167602 w 274859"/>
                  <a:gd name="connsiteY94" fmla="*/ 98 h 44272"/>
                  <a:gd name="connsiteX95" fmla="*/ 175718 w 274859"/>
                  <a:gd name="connsiteY95" fmla="*/ 98 h 44272"/>
                  <a:gd name="connsiteX96" fmla="*/ 175718 w 274859"/>
                  <a:gd name="connsiteY96" fmla="*/ 44371 h 44272"/>
                  <a:gd name="connsiteX97" fmla="*/ 172398 w 274859"/>
                  <a:gd name="connsiteY97" fmla="*/ 44371 h 44272"/>
                  <a:gd name="connsiteX98" fmla="*/ 172398 w 274859"/>
                  <a:gd name="connsiteY98" fmla="*/ 98 h 44272"/>
                  <a:gd name="connsiteX99" fmla="*/ 175718 w 274859"/>
                  <a:gd name="connsiteY99" fmla="*/ 98 h 44272"/>
                  <a:gd name="connsiteX100" fmla="*/ 185495 w 274859"/>
                  <a:gd name="connsiteY100" fmla="*/ 98 h 44272"/>
                  <a:gd name="connsiteX101" fmla="*/ 185495 w 274859"/>
                  <a:gd name="connsiteY101" fmla="*/ 44371 h 44272"/>
                  <a:gd name="connsiteX102" fmla="*/ 182175 w 274859"/>
                  <a:gd name="connsiteY102" fmla="*/ 44371 h 44272"/>
                  <a:gd name="connsiteX103" fmla="*/ 182175 w 274859"/>
                  <a:gd name="connsiteY103" fmla="*/ 98 h 44272"/>
                  <a:gd name="connsiteX104" fmla="*/ 185495 w 274859"/>
                  <a:gd name="connsiteY104" fmla="*/ 98 h 44272"/>
                  <a:gd name="connsiteX105" fmla="*/ 193796 w 274859"/>
                  <a:gd name="connsiteY105" fmla="*/ 98 h 44272"/>
                  <a:gd name="connsiteX106" fmla="*/ 193796 w 274859"/>
                  <a:gd name="connsiteY106" fmla="*/ 44371 h 44272"/>
                  <a:gd name="connsiteX107" fmla="*/ 190476 w 274859"/>
                  <a:gd name="connsiteY107" fmla="*/ 44371 h 44272"/>
                  <a:gd name="connsiteX108" fmla="*/ 190476 w 274859"/>
                  <a:gd name="connsiteY108" fmla="*/ 98 h 44272"/>
                  <a:gd name="connsiteX109" fmla="*/ 193796 w 274859"/>
                  <a:gd name="connsiteY109" fmla="*/ 98 h 44272"/>
                  <a:gd name="connsiteX110" fmla="*/ 203573 w 274859"/>
                  <a:gd name="connsiteY110" fmla="*/ 98 h 44272"/>
                  <a:gd name="connsiteX111" fmla="*/ 203573 w 274859"/>
                  <a:gd name="connsiteY111" fmla="*/ 44371 h 44272"/>
                  <a:gd name="connsiteX112" fmla="*/ 200253 w 274859"/>
                  <a:gd name="connsiteY112" fmla="*/ 44371 h 44272"/>
                  <a:gd name="connsiteX113" fmla="*/ 200253 w 274859"/>
                  <a:gd name="connsiteY113" fmla="*/ 98 h 44272"/>
                  <a:gd name="connsiteX114" fmla="*/ 203573 w 274859"/>
                  <a:gd name="connsiteY114" fmla="*/ 98 h 44272"/>
                  <a:gd name="connsiteX115" fmla="*/ 211690 w 274859"/>
                  <a:gd name="connsiteY115" fmla="*/ 98 h 44272"/>
                  <a:gd name="connsiteX116" fmla="*/ 211690 w 274859"/>
                  <a:gd name="connsiteY116" fmla="*/ 44371 h 44272"/>
                  <a:gd name="connsiteX117" fmla="*/ 208369 w 274859"/>
                  <a:gd name="connsiteY117" fmla="*/ 44371 h 44272"/>
                  <a:gd name="connsiteX118" fmla="*/ 208369 w 274859"/>
                  <a:gd name="connsiteY118" fmla="*/ 98 h 44272"/>
                  <a:gd name="connsiteX119" fmla="*/ 211690 w 274859"/>
                  <a:gd name="connsiteY119" fmla="*/ 98 h 44272"/>
                  <a:gd name="connsiteX120" fmla="*/ 221651 w 274859"/>
                  <a:gd name="connsiteY120" fmla="*/ 98 h 44272"/>
                  <a:gd name="connsiteX121" fmla="*/ 221651 w 274859"/>
                  <a:gd name="connsiteY121" fmla="*/ 44371 h 44272"/>
                  <a:gd name="connsiteX122" fmla="*/ 218331 w 274859"/>
                  <a:gd name="connsiteY122" fmla="*/ 44371 h 44272"/>
                  <a:gd name="connsiteX123" fmla="*/ 218331 w 274859"/>
                  <a:gd name="connsiteY123" fmla="*/ 98 h 44272"/>
                  <a:gd name="connsiteX124" fmla="*/ 221651 w 274859"/>
                  <a:gd name="connsiteY124" fmla="*/ 98 h 44272"/>
                  <a:gd name="connsiteX125" fmla="*/ 229768 w 274859"/>
                  <a:gd name="connsiteY125" fmla="*/ 98 h 44272"/>
                  <a:gd name="connsiteX126" fmla="*/ 229768 w 274859"/>
                  <a:gd name="connsiteY126" fmla="*/ 44371 h 44272"/>
                  <a:gd name="connsiteX127" fmla="*/ 226447 w 274859"/>
                  <a:gd name="connsiteY127" fmla="*/ 44371 h 44272"/>
                  <a:gd name="connsiteX128" fmla="*/ 226447 w 274859"/>
                  <a:gd name="connsiteY128" fmla="*/ 98 h 44272"/>
                  <a:gd name="connsiteX129" fmla="*/ 229768 w 274859"/>
                  <a:gd name="connsiteY129" fmla="*/ 98 h 44272"/>
                  <a:gd name="connsiteX130" fmla="*/ 239545 w 274859"/>
                  <a:gd name="connsiteY130" fmla="*/ 98 h 44272"/>
                  <a:gd name="connsiteX131" fmla="*/ 239545 w 274859"/>
                  <a:gd name="connsiteY131" fmla="*/ 44371 h 44272"/>
                  <a:gd name="connsiteX132" fmla="*/ 236224 w 274859"/>
                  <a:gd name="connsiteY132" fmla="*/ 44371 h 44272"/>
                  <a:gd name="connsiteX133" fmla="*/ 236224 w 274859"/>
                  <a:gd name="connsiteY133" fmla="*/ 98 h 44272"/>
                  <a:gd name="connsiteX134" fmla="*/ 239545 w 274859"/>
                  <a:gd name="connsiteY134" fmla="*/ 98 h 44272"/>
                  <a:gd name="connsiteX135" fmla="*/ 249322 w 274859"/>
                  <a:gd name="connsiteY135" fmla="*/ 98 h 44272"/>
                  <a:gd name="connsiteX136" fmla="*/ 249322 w 274859"/>
                  <a:gd name="connsiteY136" fmla="*/ 44371 h 44272"/>
                  <a:gd name="connsiteX137" fmla="*/ 246001 w 274859"/>
                  <a:gd name="connsiteY137" fmla="*/ 44371 h 44272"/>
                  <a:gd name="connsiteX138" fmla="*/ 246001 w 274859"/>
                  <a:gd name="connsiteY138" fmla="*/ 98 h 44272"/>
                  <a:gd name="connsiteX139" fmla="*/ 249322 w 274859"/>
                  <a:gd name="connsiteY139" fmla="*/ 98 h 44272"/>
                  <a:gd name="connsiteX140" fmla="*/ 257623 w 274859"/>
                  <a:gd name="connsiteY140" fmla="*/ 98 h 44272"/>
                  <a:gd name="connsiteX141" fmla="*/ 257623 w 274859"/>
                  <a:gd name="connsiteY141" fmla="*/ 44371 h 44272"/>
                  <a:gd name="connsiteX142" fmla="*/ 254302 w 274859"/>
                  <a:gd name="connsiteY142" fmla="*/ 44371 h 44272"/>
                  <a:gd name="connsiteX143" fmla="*/ 254302 w 274859"/>
                  <a:gd name="connsiteY143" fmla="*/ 98 h 44272"/>
                  <a:gd name="connsiteX144" fmla="*/ 257623 w 274859"/>
                  <a:gd name="connsiteY144" fmla="*/ 98 h 44272"/>
                  <a:gd name="connsiteX145" fmla="*/ 267400 w 274859"/>
                  <a:gd name="connsiteY145" fmla="*/ 98 h 44272"/>
                  <a:gd name="connsiteX146" fmla="*/ 267400 w 274859"/>
                  <a:gd name="connsiteY146" fmla="*/ 44371 h 44272"/>
                  <a:gd name="connsiteX147" fmla="*/ 264079 w 274859"/>
                  <a:gd name="connsiteY147" fmla="*/ 44371 h 44272"/>
                  <a:gd name="connsiteX148" fmla="*/ 264079 w 274859"/>
                  <a:gd name="connsiteY148" fmla="*/ 98 h 44272"/>
                  <a:gd name="connsiteX149" fmla="*/ 267400 w 274859"/>
                  <a:gd name="connsiteY149" fmla="*/ 98 h 44272"/>
                  <a:gd name="connsiteX150" fmla="*/ 275516 w 274859"/>
                  <a:gd name="connsiteY150" fmla="*/ 98 h 44272"/>
                  <a:gd name="connsiteX151" fmla="*/ 275516 w 274859"/>
                  <a:gd name="connsiteY151" fmla="*/ 44371 h 44272"/>
                  <a:gd name="connsiteX152" fmla="*/ 272196 w 274859"/>
                  <a:gd name="connsiteY152" fmla="*/ 44371 h 44272"/>
                  <a:gd name="connsiteX153" fmla="*/ 272196 w 274859"/>
                  <a:gd name="connsiteY153" fmla="*/ 98 h 44272"/>
                  <a:gd name="connsiteX154" fmla="*/ 275516 w 274859"/>
                  <a:gd name="connsiteY154" fmla="*/ 98 h 44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74859" h="44272">
                    <a:moveTo>
                      <a:pt x="3977" y="98"/>
                    </a:moveTo>
                    <a:lnTo>
                      <a:pt x="3977" y="44371"/>
                    </a:lnTo>
                    <a:lnTo>
                      <a:pt x="657" y="44371"/>
                    </a:lnTo>
                    <a:lnTo>
                      <a:pt x="657" y="98"/>
                    </a:lnTo>
                    <a:lnTo>
                      <a:pt x="3977" y="98"/>
                    </a:lnTo>
                    <a:close/>
                    <a:moveTo>
                      <a:pt x="13754" y="98"/>
                    </a:moveTo>
                    <a:lnTo>
                      <a:pt x="13754" y="44371"/>
                    </a:lnTo>
                    <a:lnTo>
                      <a:pt x="10434" y="44371"/>
                    </a:lnTo>
                    <a:lnTo>
                      <a:pt x="10434" y="98"/>
                    </a:lnTo>
                    <a:lnTo>
                      <a:pt x="13754" y="98"/>
                    </a:lnTo>
                    <a:close/>
                    <a:moveTo>
                      <a:pt x="22055" y="98"/>
                    </a:moveTo>
                    <a:lnTo>
                      <a:pt x="22055" y="44371"/>
                    </a:lnTo>
                    <a:lnTo>
                      <a:pt x="18735" y="44371"/>
                    </a:lnTo>
                    <a:lnTo>
                      <a:pt x="18735" y="98"/>
                    </a:lnTo>
                    <a:lnTo>
                      <a:pt x="22055" y="98"/>
                    </a:lnTo>
                    <a:close/>
                    <a:moveTo>
                      <a:pt x="31832" y="98"/>
                    </a:moveTo>
                    <a:lnTo>
                      <a:pt x="31832" y="44371"/>
                    </a:lnTo>
                    <a:lnTo>
                      <a:pt x="28512" y="44371"/>
                    </a:lnTo>
                    <a:lnTo>
                      <a:pt x="28512" y="98"/>
                    </a:lnTo>
                    <a:lnTo>
                      <a:pt x="31832" y="98"/>
                    </a:lnTo>
                    <a:close/>
                    <a:moveTo>
                      <a:pt x="39949" y="98"/>
                    </a:moveTo>
                    <a:lnTo>
                      <a:pt x="39949" y="44371"/>
                    </a:lnTo>
                    <a:lnTo>
                      <a:pt x="36629" y="44371"/>
                    </a:lnTo>
                    <a:lnTo>
                      <a:pt x="36629" y="98"/>
                    </a:lnTo>
                    <a:lnTo>
                      <a:pt x="39949" y="98"/>
                    </a:lnTo>
                    <a:close/>
                    <a:moveTo>
                      <a:pt x="49726" y="98"/>
                    </a:moveTo>
                    <a:lnTo>
                      <a:pt x="49726" y="44371"/>
                    </a:lnTo>
                    <a:lnTo>
                      <a:pt x="46405" y="44371"/>
                    </a:lnTo>
                    <a:lnTo>
                      <a:pt x="46405" y="98"/>
                    </a:lnTo>
                    <a:lnTo>
                      <a:pt x="49726" y="98"/>
                    </a:lnTo>
                    <a:close/>
                    <a:moveTo>
                      <a:pt x="58027" y="98"/>
                    </a:moveTo>
                    <a:lnTo>
                      <a:pt x="58027" y="44371"/>
                    </a:lnTo>
                    <a:lnTo>
                      <a:pt x="54707" y="44371"/>
                    </a:lnTo>
                    <a:lnTo>
                      <a:pt x="54707" y="98"/>
                    </a:lnTo>
                    <a:lnTo>
                      <a:pt x="58027" y="98"/>
                    </a:lnTo>
                    <a:close/>
                    <a:moveTo>
                      <a:pt x="67804" y="98"/>
                    </a:moveTo>
                    <a:lnTo>
                      <a:pt x="67804" y="44371"/>
                    </a:lnTo>
                    <a:lnTo>
                      <a:pt x="64483" y="44371"/>
                    </a:lnTo>
                    <a:lnTo>
                      <a:pt x="64483" y="98"/>
                    </a:lnTo>
                    <a:lnTo>
                      <a:pt x="67804" y="98"/>
                    </a:lnTo>
                    <a:close/>
                    <a:moveTo>
                      <a:pt x="75920" y="98"/>
                    </a:moveTo>
                    <a:lnTo>
                      <a:pt x="75920" y="44371"/>
                    </a:lnTo>
                    <a:lnTo>
                      <a:pt x="72600" y="44371"/>
                    </a:lnTo>
                    <a:lnTo>
                      <a:pt x="72600" y="98"/>
                    </a:lnTo>
                    <a:lnTo>
                      <a:pt x="75920" y="98"/>
                    </a:lnTo>
                    <a:close/>
                    <a:moveTo>
                      <a:pt x="85697" y="98"/>
                    </a:moveTo>
                    <a:lnTo>
                      <a:pt x="85697" y="44371"/>
                    </a:lnTo>
                    <a:lnTo>
                      <a:pt x="82377" y="44371"/>
                    </a:lnTo>
                    <a:lnTo>
                      <a:pt x="82377" y="98"/>
                    </a:lnTo>
                    <a:lnTo>
                      <a:pt x="85697" y="98"/>
                    </a:lnTo>
                    <a:close/>
                    <a:moveTo>
                      <a:pt x="93998" y="98"/>
                    </a:moveTo>
                    <a:lnTo>
                      <a:pt x="93998" y="44371"/>
                    </a:lnTo>
                    <a:lnTo>
                      <a:pt x="90678" y="44371"/>
                    </a:lnTo>
                    <a:lnTo>
                      <a:pt x="90678" y="98"/>
                    </a:lnTo>
                    <a:lnTo>
                      <a:pt x="93998" y="98"/>
                    </a:lnTo>
                    <a:close/>
                    <a:moveTo>
                      <a:pt x="103775" y="98"/>
                    </a:moveTo>
                    <a:lnTo>
                      <a:pt x="103775" y="44371"/>
                    </a:lnTo>
                    <a:lnTo>
                      <a:pt x="100455" y="44371"/>
                    </a:lnTo>
                    <a:lnTo>
                      <a:pt x="100455" y="98"/>
                    </a:lnTo>
                    <a:lnTo>
                      <a:pt x="103775" y="98"/>
                    </a:lnTo>
                    <a:close/>
                    <a:moveTo>
                      <a:pt x="111892" y="98"/>
                    </a:moveTo>
                    <a:lnTo>
                      <a:pt x="111892" y="44371"/>
                    </a:lnTo>
                    <a:lnTo>
                      <a:pt x="108756" y="44371"/>
                    </a:lnTo>
                    <a:lnTo>
                      <a:pt x="108756" y="98"/>
                    </a:lnTo>
                    <a:lnTo>
                      <a:pt x="111892" y="98"/>
                    </a:lnTo>
                    <a:close/>
                    <a:moveTo>
                      <a:pt x="121853" y="98"/>
                    </a:moveTo>
                    <a:lnTo>
                      <a:pt x="121853" y="44371"/>
                    </a:lnTo>
                    <a:lnTo>
                      <a:pt x="118533" y="44371"/>
                    </a:lnTo>
                    <a:lnTo>
                      <a:pt x="118533" y="98"/>
                    </a:lnTo>
                    <a:lnTo>
                      <a:pt x="121853" y="98"/>
                    </a:lnTo>
                    <a:close/>
                    <a:moveTo>
                      <a:pt x="131630" y="98"/>
                    </a:moveTo>
                    <a:lnTo>
                      <a:pt x="131630" y="44371"/>
                    </a:lnTo>
                    <a:lnTo>
                      <a:pt x="128310" y="44371"/>
                    </a:lnTo>
                    <a:lnTo>
                      <a:pt x="128310" y="98"/>
                    </a:lnTo>
                    <a:lnTo>
                      <a:pt x="131630" y="98"/>
                    </a:lnTo>
                    <a:close/>
                    <a:moveTo>
                      <a:pt x="139747" y="98"/>
                    </a:moveTo>
                    <a:lnTo>
                      <a:pt x="139747" y="44371"/>
                    </a:lnTo>
                    <a:lnTo>
                      <a:pt x="136426" y="44371"/>
                    </a:lnTo>
                    <a:lnTo>
                      <a:pt x="136426" y="98"/>
                    </a:lnTo>
                    <a:lnTo>
                      <a:pt x="139747" y="98"/>
                    </a:lnTo>
                    <a:close/>
                    <a:moveTo>
                      <a:pt x="149524" y="98"/>
                    </a:moveTo>
                    <a:lnTo>
                      <a:pt x="149524" y="44371"/>
                    </a:lnTo>
                    <a:lnTo>
                      <a:pt x="146203" y="44371"/>
                    </a:lnTo>
                    <a:lnTo>
                      <a:pt x="146203" y="98"/>
                    </a:lnTo>
                    <a:lnTo>
                      <a:pt x="149524" y="98"/>
                    </a:lnTo>
                    <a:close/>
                    <a:moveTo>
                      <a:pt x="157825" y="98"/>
                    </a:moveTo>
                    <a:lnTo>
                      <a:pt x="157825" y="44371"/>
                    </a:lnTo>
                    <a:lnTo>
                      <a:pt x="154504" y="44371"/>
                    </a:lnTo>
                    <a:lnTo>
                      <a:pt x="154504" y="98"/>
                    </a:lnTo>
                    <a:lnTo>
                      <a:pt x="157825" y="98"/>
                    </a:lnTo>
                    <a:close/>
                    <a:moveTo>
                      <a:pt x="167602" y="98"/>
                    </a:moveTo>
                    <a:lnTo>
                      <a:pt x="167602" y="44371"/>
                    </a:lnTo>
                    <a:lnTo>
                      <a:pt x="164281" y="44371"/>
                    </a:lnTo>
                    <a:lnTo>
                      <a:pt x="164281" y="98"/>
                    </a:lnTo>
                    <a:lnTo>
                      <a:pt x="167602" y="98"/>
                    </a:lnTo>
                    <a:close/>
                    <a:moveTo>
                      <a:pt x="175718" y="98"/>
                    </a:moveTo>
                    <a:lnTo>
                      <a:pt x="175718" y="44371"/>
                    </a:lnTo>
                    <a:lnTo>
                      <a:pt x="172398" y="44371"/>
                    </a:lnTo>
                    <a:lnTo>
                      <a:pt x="172398" y="98"/>
                    </a:lnTo>
                    <a:lnTo>
                      <a:pt x="175718" y="98"/>
                    </a:lnTo>
                    <a:close/>
                    <a:moveTo>
                      <a:pt x="185495" y="98"/>
                    </a:moveTo>
                    <a:lnTo>
                      <a:pt x="185495" y="44371"/>
                    </a:lnTo>
                    <a:lnTo>
                      <a:pt x="182175" y="44371"/>
                    </a:lnTo>
                    <a:lnTo>
                      <a:pt x="182175" y="98"/>
                    </a:lnTo>
                    <a:lnTo>
                      <a:pt x="185495" y="98"/>
                    </a:lnTo>
                    <a:close/>
                    <a:moveTo>
                      <a:pt x="193796" y="98"/>
                    </a:moveTo>
                    <a:lnTo>
                      <a:pt x="193796" y="44371"/>
                    </a:lnTo>
                    <a:lnTo>
                      <a:pt x="190476" y="44371"/>
                    </a:lnTo>
                    <a:lnTo>
                      <a:pt x="190476" y="98"/>
                    </a:lnTo>
                    <a:lnTo>
                      <a:pt x="193796" y="98"/>
                    </a:lnTo>
                    <a:close/>
                    <a:moveTo>
                      <a:pt x="203573" y="98"/>
                    </a:moveTo>
                    <a:lnTo>
                      <a:pt x="203573" y="44371"/>
                    </a:lnTo>
                    <a:lnTo>
                      <a:pt x="200253" y="44371"/>
                    </a:lnTo>
                    <a:lnTo>
                      <a:pt x="200253" y="98"/>
                    </a:lnTo>
                    <a:lnTo>
                      <a:pt x="203573" y="98"/>
                    </a:lnTo>
                    <a:close/>
                    <a:moveTo>
                      <a:pt x="211690" y="98"/>
                    </a:moveTo>
                    <a:lnTo>
                      <a:pt x="211690" y="44371"/>
                    </a:lnTo>
                    <a:lnTo>
                      <a:pt x="208369" y="44371"/>
                    </a:lnTo>
                    <a:lnTo>
                      <a:pt x="208369" y="98"/>
                    </a:lnTo>
                    <a:lnTo>
                      <a:pt x="211690" y="98"/>
                    </a:lnTo>
                    <a:close/>
                    <a:moveTo>
                      <a:pt x="221651" y="98"/>
                    </a:moveTo>
                    <a:lnTo>
                      <a:pt x="221651" y="44371"/>
                    </a:lnTo>
                    <a:lnTo>
                      <a:pt x="218331" y="44371"/>
                    </a:lnTo>
                    <a:lnTo>
                      <a:pt x="218331" y="98"/>
                    </a:lnTo>
                    <a:lnTo>
                      <a:pt x="221651" y="98"/>
                    </a:lnTo>
                    <a:close/>
                    <a:moveTo>
                      <a:pt x="229768" y="98"/>
                    </a:moveTo>
                    <a:lnTo>
                      <a:pt x="229768" y="44371"/>
                    </a:lnTo>
                    <a:lnTo>
                      <a:pt x="226447" y="44371"/>
                    </a:lnTo>
                    <a:lnTo>
                      <a:pt x="226447" y="98"/>
                    </a:lnTo>
                    <a:lnTo>
                      <a:pt x="229768" y="98"/>
                    </a:lnTo>
                    <a:close/>
                    <a:moveTo>
                      <a:pt x="239545" y="98"/>
                    </a:moveTo>
                    <a:lnTo>
                      <a:pt x="239545" y="44371"/>
                    </a:lnTo>
                    <a:lnTo>
                      <a:pt x="236224" y="44371"/>
                    </a:lnTo>
                    <a:lnTo>
                      <a:pt x="236224" y="98"/>
                    </a:lnTo>
                    <a:lnTo>
                      <a:pt x="239545" y="98"/>
                    </a:lnTo>
                    <a:close/>
                    <a:moveTo>
                      <a:pt x="249322" y="98"/>
                    </a:moveTo>
                    <a:lnTo>
                      <a:pt x="249322" y="44371"/>
                    </a:lnTo>
                    <a:lnTo>
                      <a:pt x="246001" y="44371"/>
                    </a:lnTo>
                    <a:lnTo>
                      <a:pt x="246001" y="98"/>
                    </a:lnTo>
                    <a:lnTo>
                      <a:pt x="249322" y="98"/>
                    </a:lnTo>
                    <a:close/>
                    <a:moveTo>
                      <a:pt x="257623" y="98"/>
                    </a:moveTo>
                    <a:lnTo>
                      <a:pt x="257623" y="44371"/>
                    </a:lnTo>
                    <a:lnTo>
                      <a:pt x="254302" y="44371"/>
                    </a:lnTo>
                    <a:lnTo>
                      <a:pt x="254302" y="98"/>
                    </a:lnTo>
                    <a:lnTo>
                      <a:pt x="257623" y="98"/>
                    </a:lnTo>
                    <a:close/>
                    <a:moveTo>
                      <a:pt x="267400" y="98"/>
                    </a:moveTo>
                    <a:lnTo>
                      <a:pt x="267400" y="44371"/>
                    </a:lnTo>
                    <a:lnTo>
                      <a:pt x="264079" y="44371"/>
                    </a:lnTo>
                    <a:lnTo>
                      <a:pt x="264079" y="98"/>
                    </a:lnTo>
                    <a:lnTo>
                      <a:pt x="267400" y="98"/>
                    </a:lnTo>
                    <a:close/>
                    <a:moveTo>
                      <a:pt x="275516" y="98"/>
                    </a:moveTo>
                    <a:lnTo>
                      <a:pt x="275516" y="44371"/>
                    </a:lnTo>
                    <a:lnTo>
                      <a:pt x="272196" y="44371"/>
                    </a:lnTo>
                    <a:lnTo>
                      <a:pt x="272196" y="98"/>
                    </a:lnTo>
                    <a:lnTo>
                      <a:pt x="275516" y="98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A9B31293-01B5-487F-8347-A9C92461FEFA}"/>
                  </a:ext>
                </a:extLst>
              </p:cNvPr>
              <p:cNvSpPr/>
              <p:nvPr/>
            </p:nvSpPr>
            <p:spPr>
              <a:xfrm>
                <a:off x="5953036" y="1311078"/>
                <a:ext cx="287772" cy="44272"/>
              </a:xfrm>
              <a:custGeom>
                <a:avLst/>
                <a:gdLst>
                  <a:gd name="connsiteX0" fmla="*/ 22793 w 287772"/>
                  <a:gd name="connsiteY0" fmla="*/ 98 h 44272"/>
                  <a:gd name="connsiteX1" fmla="*/ 266293 w 287772"/>
                  <a:gd name="connsiteY1" fmla="*/ 98 h 44272"/>
                  <a:gd name="connsiteX2" fmla="*/ 288429 w 287772"/>
                  <a:gd name="connsiteY2" fmla="*/ 22234 h 44272"/>
                  <a:gd name="connsiteX3" fmla="*/ 288429 w 287772"/>
                  <a:gd name="connsiteY3" fmla="*/ 22234 h 44272"/>
                  <a:gd name="connsiteX4" fmla="*/ 266293 w 287772"/>
                  <a:gd name="connsiteY4" fmla="*/ 44371 h 44272"/>
                  <a:gd name="connsiteX5" fmla="*/ 22793 w 287772"/>
                  <a:gd name="connsiteY5" fmla="*/ 44371 h 44272"/>
                  <a:gd name="connsiteX6" fmla="*/ 657 w 287772"/>
                  <a:gd name="connsiteY6" fmla="*/ 22234 h 44272"/>
                  <a:gd name="connsiteX7" fmla="*/ 657 w 287772"/>
                  <a:gd name="connsiteY7" fmla="*/ 22234 h 44272"/>
                  <a:gd name="connsiteX8" fmla="*/ 22793 w 287772"/>
                  <a:gd name="connsiteY8" fmla="*/ 98 h 44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7772" h="44272">
                    <a:moveTo>
                      <a:pt x="22793" y="98"/>
                    </a:moveTo>
                    <a:lnTo>
                      <a:pt x="266293" y="98"/>
                    </a:lnTo>
                    <a:cubicBezTo>
                      <a:pt x="278468" y="98"/>
                      <a:pt x="288429" y="10059"/>
                      <a:pt x="288429" y="22234"/>
                    </a:cubicBezTo>
                    <a:lnTo>
                      <a:pt x="288429" y="22234"/>
                    </a:lnTo>
                    <a:cubicBezTo>
                      <a:pt x="288429" y="34409"/>
                      <a:pt x="278468" y="44371"/>
                      <a:pt x="266293" y="44371"/>
                    </a:cubicBezTo>
                    <a:lnTo>
                      <a:pt x="22793" y="44371"/>
                    </a:lnTo>
                    <a:cubicBezTo>
                      <a:pt x="10618" y="44371"/>
                      <a:pt x="657" y="34409"/>
                      <a:pt x="657" y="22234"/>
                    </a:cubicBezTo>
                    <a:lnTo>
                      <a:pt x="657" y="22234"/>
                    </a:lnTo>
                    <a:cubicBezTo>
                      <a:pt x="657" y="10059"/>
                      <a:pt x="10618" y="98"/>
                      <a:pt x="22793" y="98"/>
                    </a:cubicBezTo>
                    <a:close/>
                  </a:path>
                </a:pathLst>
              </a:custGeom>
              <a:solidFill>
                <a:srgbClr val="000000">
                  <a:alpha val="40000"/>
                </a:srgbClr>
              </a:solidFill>
              <a:ln w="18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1CF11273-5F2B-4B09-AE9A-D4EA7758A674}"/>
                  </a:ext>
                </a:extLst>
              </p:cNvPr>
              <p:cNvGrpSpPr/>
              <p:nvPr/>
            </p:nvGrpSpPr>
            <p:grpSpPr>
              <a:xfrm>
                <a:off x="6312751" y="1290787"/>
                <a:ext cx="77477" cy="77477"/>
                <a:chOff x="6312751" y="1290787"/>
                <a:chExt cx="77477" cy="77477"/>
              </a:xfrm>
            </p:grpSpPr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D5A6F6A8-269A-4BB0-96C4-E60A1B0433DB}"/>
                    </a:ext>
                  </a:extLst>
                </p:cNvPr>
                <p:cNvSpPr/>
                <p:nvPr/>
              </p:nvSpPr>
              <p:spPr>
                <a:xfrm>
                  <a:off x="6312751" y="1290787"/>
                  <a:ext cx="77477" cy="77477"/>
                </a:xfrm>
                <a:custGeom>
                  <a:avLst/>
                  <a:gdLst>
                    <a:gd name="connsiteX0" fmla="*/ 78329 w 77477"/>
                    <a:gd name="connsiteY0" fmla="*/ 38826 h 77477"/>
                    <a:gd name="connsiteX1" fmla="*/ 39591 w 77477"/>
                    <a:gd name="connsiteY1" fmla="*/ 77564 h 77477"/>
                    <a:gd name="connsiteX2" fmla="*/ 852 w 77477"/>
                    <a:gd name="connsiteY2" fmla="*/ 38826 h 77477"/>
                    <a:gd name="connsiteX3" fmla="*/ 39591 w 77477"/>
                    <a:gd name="connsiteY3" fmla="*/ 87 h 77477"/>
                    <a:gd name="connsiteX4" fmla="*/ 78329 w 77477"/>
                    <a:gd name="connsiteY4" fmla="*/ 38826 h 77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477" h="77477">
                      <a:moveTo>
                        <a:pt x="78329" y="38826"/>
                      </a:moveTo>
                      <a:cubicBezTo>
                        <a:pt x="78329" y="60220"/>
                        <a:pt x="60985" y="77564"/>
                        <a:pt x="39591" y="77564"/>
                      </a:cubicBezTo>
                      <a:cubicBezTo>
                        <a:pt x="18196" y="77564"/>
                        <a:pt x="852" y="60220"/>
                        <a:pt x="852" y="38826"/>
                      </a:cubicBezTo>
                      <a:cubicBezTo>
                        <a:pt x="852" y="17431"/>
                        <a:pt x="18196" y="87"/>
                        <a:pt x="39591" y="87"/>
                      </a:cubicBezTo>
                      <a:cubicBezTo>
                        <a:pt x="60985" y="87"/>
                        <a:pt x="78329" y="17431"/>
                        <a:pt x="78329" y="38826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71BC11C5-F866-4FFF-B6E5-7356E06DB49E}"/>
                    </a:ext>
                  </a:extLst>
                </p:cNvPr>
                <p:cNvGrpSpPr/>
                <p:nvPr/>
              </p:nvGrpSpPr>
              <p:grpSpPr>
                <a:xfrm>
                  <a:off x="6331198" y="1309234"/>
                  <a:ext cx="40583" cy="40583"/>
                  <a:chOff x="6331198" y="1309234"/>
                  <a:chExt cx="40583" cy="40583"/>
                </a:xfrm>
              </p:grpSpPr>
              <p:sp>
                <p:nvSpPr>
                  <p:cNvPr id="33" name="任意多边形: 形状 32">
                    <a:extLst>
                      <a:ext uri="{FF2B5EF4-FFF2-40B4-BE49-F238E27FC236}">
                        <a16:creationId xmlns:a16="http://schemas.microsoft.com/office/drawing/2014/main" id="{6CABD112-EDAE-45A8-A050-5E55914D81F5}"/>
                      </a:ext>
                    </a:extLst>
                  </p:cNvPr>
                  <p:cNvSpPr/>
                  <p:nvPr/>
                </p:nvSpPr>
                <p:spPr>
                  <a:xfrm>
                    <a:off x="6331198" y="1309234"/>
                    <a:ext cx="40583" cy="40583"/>
                  </a:xfrm>
                  <a:custGeom>
                    <a:avLst/>
                    <a:gdLst>
                      <a:gd name="connsiteX0" fmla="*/ 41435 w 40583"/>
                      <a:gd name="connsiteY0" fmla="*/ 20379 h 40583"/>
                      <a:gd name="connsiteX1" fmla="*/ 21144 w 40583"/>
                      <a:gd name="connsiteY1" fmla="*/ 40670 h 40583"/>
                      <a:gd name="connsiteX2" fmla="*/ 852 w 40583"/>
                      <a:gd name="connsiteY2" fmla="*/ 20379 h 40583"/>
                      <a:gd name="connsiteX3" fmla="*/ 21144 w 40583"/>
                      <a:gd name="connsiteY3" fmla="*/ 87 h 40583"/>
                      <a:gd name="connsiteX4" fmla="*/ 41435 w 40583"/>
                      <a:gd name="connsiteY4" fmla="*/ 20379 h 405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0583" h="40583">
                        <a:moveTo>
                          <a:pt x="41435" y="20379"/>
                        </a:moveTo>
                        <a:cubicBezTo>
                          <a:pt x="41435" y="31585"/>
                          <a:pt x="32350" y="40670"/>
                          <a:pt x="21144" y="40670"/>
                        </a:cubicBezTo>
                        <a:cubicBezTo>
                          <a:pt x="9937" y="40670"/>
                          <a:pt x="852" y="31585"/>
                          <a:pt x="852" y="20379"/>
                        </a:cubicBezTo>
                        <a:cubicBezTo>
                          <a:pt x="852" y="9172"/>
                          <a:pt x="9937" y="87"/>
                          <a:pt x="21144" y="87"/>
                        </a:cubicBezTo>
                        <a:cubicBezTo>
                          <a:pt x="32350" y="87"/>
                          <a:pt x="41435" y="9172"/>
                          <a:pt x="41435" y="2037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4" name="任意多边形: 形状 33">
                    <a:extLst>
                      <a:ext uri="{FF2B5EF4-FFF2-40B4-BE49-F238E27FC236}">
                        <a16:creationId xmlns:a16="http://schemas.microsoft.com/office/drawing/2014/main" id="{B941EBEC-488A-41C5-8967-8F8DDAE034C6}"/>
                      </a:ext>
                    </a:extLst>
                  </p:cNvPr>
                  <p:cNvSpPr/>
                  <p:nvPr/>
                </p:nvSpPr>
                <p:spPr>
                  <a:xfrm>
                    <a:off x="6331198" y="1309234"/>
                    <a:ext cx="40583" cy="40583"/>
                  </a:xfrm>
                  <a:custGeom>
                    <a:avLst/>
                    <a:gdLst>
                      <a:gd name="connsiteX0" fmla="*/ 41435 w 40583"/>
                      <a:gd name="connsiteY0" fmla="*/ 20379 h 40583"/>
                      <a:gd name="connsiteX1" fmla="*/ 21144 w 40583"/>
                      <a:gd name="connsiteY1" fmla="*/ 40670 h 40583"/>
                      <a:gd name="connsiteX2" fmla="*/ 852 w 40583"/>
                      <a:gd name="connsiteY2" fmla="*/ 20379 h 40583"/>
                      <a:gd name="connsiteX3" fmla="*/ 21144 w 40583"/>
                      <a:gd name="connsiteY3" fmla="*/ 87 h 40583"/>
                      <a:gd name="connsiteX4" fmla="*/ 41435 w 40583"/>
                      <a:gd name="connsiteY4" fmla="*/ 20379 h 405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0583" h="40583">
                        <a:moveTo>
                          <a:pt x="41435" y="20379"/>
                        </a:moveTo>
                        <a:cubicBezTo>
                          <a:pt x="41435" y="31585"/>
                          <a:pt x="32350" y="40670"/>
                          <a:pt x="21144" y="40670"/>
                        </a:cubicBezTo>
                        <a:cubicBezTo>
                          <a:pt x="9937" y="40670"/>
                          <a:pt x="852" y="31585"/>
                          <a:pt x="852" y="20379"/>
                        </a:cubicBezTo>
                        <a:cubicBezTo>
                          <a:pt x="852" y="9172"/>
                          <a:pt x="9937" y="87"/>
                          <a:pt x="21144" y="87"/>
                        </a:cubicBezTo>
                        <a:cubicBezTo>
                          <a:pt x="32350" y="87"/>
                          <a:pt x="41435" y="9172"/>
                          <a:pt x="41435" y="20379"/>
                        </a:cubicBezTo>
                        <a:close/>
                      </a:path>
                    </a:pathLst>
                  </a:custGeom>
                  <a:solidFill>
                    <a:srgbClr val="2A4893"/>
                  </a:solidFill>
                  <a:ln w="184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5E311382-8F74-4D65-A35F-E74DABB09578}"/>
                    </a:ext>
                  </a:extLst>
                </p:cNvPr>
                <p:cNvSpPr/>
                <p:nvPr/>
              </p:nvSpPr>
              <p:spPr>
                <a:xfrm>
                  <a:off x="6328425" y="1309261"/>
                  <a:ext cx="13877" cy="33223"/>
                </a:xfrm>
                <a:custGeom>
                  <a:avLst/>
                  <a:gdLst>
                    <a:gd name="connsiteX0" fmla="*/ 10266 w 13877"/>
                    <a:gd name="connsiteY0" fmla="*/ 14079 h 33223"/>
                    <a:gd name="connsiteX1" fmla="*/ 13402 w 13877"/>
                    <a:gd name="connsiteY1" fmla="*/ 428 h 33223"/>
                    <a:gd name="connsiteX2" fmla="*/ 3072 w 13877"/>
                    <a:gd name="connsiteY2" fmla="*/ 13157 h 33223"/>
                    <a:gd name="connsiteX3" fmla="*/ 7499 w 13877"/>
                    <a:gd name="connsiteY3" fmla="*/ 33264 h 33223"/>
                    <a:gd name="connsiteX4" fmla="*/ 10266 w 13877"/>
                    <a:gd name="connsiteY4" fmla="*/ 14079 h 33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77" h="33223">
                      <a:moveTo>
                        <a:pt x="10266" y="14079"/>
                      </a:moveTo>
                      <a:cubicBezTo>
                        <a:pt x="12111" y="6885"/>
                        <a:pt x="17092" y="1351"/>
                        <a:pt x="13402" y="428"/>
                      </a:cubicBezTo>
                      <a:cubicBezTo>
                        <a:pt x="9713" y="-494"/>
                        <a:pt x="8606" y="-494"/>
                        <a:pt x="3072" y="13157"/>
                      </a:cubicBezTo>
                      <a:cubicBezTo>
                        <a:pt x="-2462" y="26807"/>
                        <a:pt x="3626" y="32342"/>
                        <a:pt x="7499" y="33264"/>
                      </a:cubicBezTo>
                      <a:cubicBezTo>
                        <a:pt x="11373" y="34186"/>
                        <a:pt x="8422" y="21273"/>
                        <a:pt x="10266" y="14079"/>
                      </a:cubicBezTo>
                      <a:close/>
                    </a:path>
                  </a:pathLst>
                </a:custGeom>
                <a:solidFill>
                  <a:srgbClr val="3E89CC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D3B3F758-0F57-466A-8214-A9E9354B78CE}"/>
                    </a:ext>
                  </a:extLst>
                </p:cNvPr>
                <p:cNvSpPr/>
                <p:nvPr/>
              </p:nvSpPr>
              <p:spPr>
                <a:xfrm>
                  <a:off x="6355179" y="1309234"/>
                  <a:ext cx="23981" cy="31359"/>
                </a:xfrm>
                <a:custGeom>
                  <a:avLst/>
                  <a:gdLst>
                    <a:gd name="connsiteX0" fmla="*/ 24833 w 23981"/>
                    <a:gd name="connsiteY0" fmla="*/ 15767 h 31359"/>
                    <a:gd name="connsiteX1" fmla="*/ 12843 w 23981"/>
                    <a:gd name="connsiteY1" fmla="*/ 31447 h 31359"/>
                    <a:gd name="connsiteX2" fmla="*/ 852 w 23981"/>
                    <a:gd name="connsiteY2" fmla="*/ 15767 h 31359"/>
                    <a:gd name="connsiteX3" fmla="*/ 12843 w 23981"/>
                    <a:gd name="connsiteY3" fmla="*/ 87 h 31359"/>
                    <a:gd name="connsiteX4" fmla="*/ 24833 w 23981"/>
                    <a:gd name="connsiteY4" fmla="*/ 15767 h 31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981" h="31359">
                      <a:moveTo>
                        <a:pt x="24833" y="15767"/>
                      </a:moveTo>
                      <a:cubicBezTo>
                        <a:pt x="24833" y="24427"/>
                        <a:pt x="19465" y="31447"/>
                        <a:pt x="12843" y="31447"/>
                      </a:cubicBezTo>
                      <a:cubicBezTo>
                        <a:pt x="6220" y="31447"/>
                        <a:pt x="852" y="24427"/>
                        <a:pt x="852" y="15767"/>
                      </a:cubicBezTo>
                      <a:cubicBezTo>
                        <a:pt x="852" y="7107"/>
                        <a:pt x="6220" y="87"/>
                        <a:pt x="12843" y="87"/>
                      </a:cubicBezTo>
                      <a:cubicBezTo>
                        <a:pt x="19465" y="87"/>
                        <a:pt x="24833" y="7107"/>
                        <a:pt x="24833" y="15767"/>
                      </a:cubicBezTo>
                      <a:close/>
                    </a:path>
                  </a:pathLst>
                </a:custGeom>
                <a:solidFill>
                  <a:srgbClr val="1C5894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2C97A2C3-9818-496F-8444-97637DA19C1E}"/>
                    </a:ext>
                  </a:extLst>
                </p:cNvPr>
                <p:cNvSpPr/>
                <p:nvPr/>
              </p:nvSpPr>
              <p:spPr>
                <a:xfrm rot="-959840">
                  <a:off x="6337479" y="1334149"/>
                  <a:ext cx="36156" cy="23612"/>
                </a:xfrm>
                <a:custGeom>
                  <a:avLst/>
                  <a:gdLst>
                    <a:gd name="connsiteX0" fmla="*/ 37009 w 36156"/>
                    <a:gd name="connsiteY0" fmla="*/ 11893 h 23612"/>
                    <a:gd name="connsiteX1" fmla="*/ 18930 w 36156"/>
                    <a:gd name="connsiteY1" fmla="*/ 23700 h 23612"/>
                    <a:gd name="connsiteX2" fmla="*/ 852 w 36156"/>
                    <a:gd name="connsiteY2" fmla="*/ 11893 h 23612"/>
                    <a:gd name="connsiteX3" fmla="*/ 18930 w 36156"/>
                    <a:gd name="connsiteY3" fmla="*/ 87 h 23612"/>
                    <a:gd name="connsiteX4" fmla="*/ 37009 w 36156"/>
                    <a:gd name="connsiteY4" fmla="*/ 11893 h 23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56" h="23612">
                      <a:moveTo>
                        <a:pt x="37009" y="11893"/>
                      </a:moveTo>
                      <a:cubicBezTo>
                        <a:pt x="37009" y="18414"/>
                        <a:pt x="28915" y="23700"/>
                        <a:pt x="18930" y="23700"/>
                      </a:cubicBezTo>
                      <a:cubicBezTo>
                        <a:pt x="8946" y="23700"/>
                        <a:pt x="852" y="18414"/>
                        <a:pt x="852" y="11893"/>
                      </a:cubicBezTo>
                      <a:cubicBezTo>
                        <a:pt x="852" y="5373"/>
                        <a:pt x="8946" y="87"/>
                        <a:pt x="18930" y="87"/>
                      </a:cubicBezTo>
                      <a:cubicBezTo>
                        <a:pt x="28915" y="87"/>
                        <a:pt x="37009" y="5373"/>
                        <a:pt x="37009" y="11893"/>
                      </a:cubicBezTo>
                      <a:close/>
                    </a:path>
                  </a:pathLst>
                </a:custGeom>
                <a:solidFill>
                  <a:srgbClr val="0A152B"/>
                </a:solidFill>
                <a:ln w="184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2935525-533E-4318-BFC4-73F14D6D0095}"/>
                  </a:ext>
                </a:extLst>
              </p:cNvPr>
              <p:cNvSpPr/>
              <p:nvPr/>
            </p:nvSpPr>
            <p:spPr>
              <a:xfrm>
                <a:off x="4120979" y="6276559"/>
                <a:ext cx="3950043" cy="206381"/>
              </a:xfrm>
              <a:prstGeom prst="ellipse">
                <a:avLst/>
              </a:prstGeom>
              <a:solidFill>
                <a:schemeClr val="tx1">
                  <a:lumMod val="90000"/>
                  <a:lumOff val="10000"/>
                  <a:alpha val="50000"/>
                </a:schemeClr>
              </a:solidFill>
              <a:ln>
                <a:noFill/>
              </a:ln>
              <a:effectLst>
                <a:softEdge rad="762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6BDF0457-03B1-4F9F-8313-E98CF823D233}"/>
                </a:ext>
              </a:extLst>
            </p:cNvPr>
            <p:cNvSpPr/>
            <p:nvPr/>
          </p:nvSpPr>
          <p:spPr>
            <a:xfrm>
              <a:off x="4951553" y="1274185"/>
              <a:ext cx="2290370" cy="4958166"/>
            </a:xfrm>
            <a:custGeom>
              <a:avLst/>
              <a:gdLst>
                <a:gd name="connsiteX0" fmla="*/ 531201 w 2290370"/>
                <a:gd name="connsiteY0" fmla="*/ 78 h 4958166"/>
                <a:gd name="connsiteX1" fmla="*/ 564406 w 2290370"/>
                <a:gd name="connsiteY1" fmla="*/ 33282 h 4958166"/>
                <a:gd name="connsiteX2" fmla="*/ 580639 w 2290370"/>
                <a:gd name="connsiteY2" fmla="*/ 107439 h 4958166"/>
                <a:gd name="connsiteX3" fmla="*/ 626572 w 2290370"/>
                <a:gd name="connsiteY3" fmla="*/ 153372 h 4958166"/>
                <a:gd name="connsiteX4" fmla="*/ 711981 w 2290370"/>
                <a:gd name="connsiteY4" fmla="*/ 169605 h 4958166"/>
                <a:gd name="connsiteX5" fmla="*/ 711981 w 2290370"/>
                <a:gd name="connsiteY5" fmla="*/ 169605 h 4958166"/>
                <a:gd name="connsiteX6" fmla="*/ 1578618 w 2290370"/>
                <a:gd name="connsiteY6" fmla="*/ 169605 h 4958166"/>
                <a:gd name="connsiteX7" fmla="*/ 1664027 w 2290370"/>
                <a:gd name="connsiteY7" fmla="*/ 153372 h 4958166"/>
                <a:gd name="connsiteX8" fmla="*/ 1709960 w 2290370"/>
                <a:gd name="connsiteY8" fmla="*/ 107439 h 4958166"/>
                <a:gd name="connsiteX9" fmla="*/ 1726193 w 2290370"/>
                <a:gd name="connsiteY9" fmla="*/ 33282 h 4958166"/>
                <a:gd name="connsiteX10" fmla="*/ 1759398 w 2290370"/>
                <a:gd name="connsiteY10" fmla="*/ 78 h 4958166"/>
                <a:gd name="connsiteX11" fmla="*/ 1759398 w 2290370"/>
                <a:gd name="connsiteY11" fmla="*/ 78 h 4958166"/>
                <a:gd name="connsiteX12" fmla="*/ 2013965 w 2290370"/>
                <a:gd name="connsiteY12" fmla="*/ 78 h 4958166"/>
                <a:gd name="connsiteX13" fmla="*/ 2180172 w 2290370"/>
                <a:gd name="connsiteY13" fmla="*/ 28855 h 4958166"/>
                <a:gd name="connsiteX14" fmla="*/ 2261708 w 2290370"/>
                <a:gd name="connsiteY14" fmla="*/ 110391 h 4958166"/>
                <a:gd name="connsiteX15" fmla="*/ 2290485 w 2290370"/>
                <a:gd name="connsiteY15" fmla="*/ 276597 h 4958166"/>
                <a:gd name="connsiteX16" fmla="*/ 2290485 w 2290370"/>
                <a:gd name="connsiteY16" fmla="*/ 4681725 h 4958166"/>
                <a:gd name="connsiteX17" fmla="*/ 2261708 w 2290370"/>
                <a:gd name="connsiteY17" fmla="*/ 4847932 h 4958166"/>
                <a:gd name="connsiteX18" fmla="*/ 2180172 w 2290370"/>
                <a:gd name="connsiteY18" fmla="*/ 4929467 h 4958166"/>
                <a:gd name="connsiteX19" fmla="*/ 2013965 w 2290370"/>
                <a:gd name="connsiteY19" fmla="*/ 4958244 h 4958166"/>
                <a:gd name="connsiteX20" fmla="*/ 276633 w 2290370"/>
                <a:gd name="connsiteY20" fmla="*/ 4958244 h 4958166"/>
                <a:gd name="connsiteX21" fmla="*/ 110427 w 2290370"/>
                <a:gd name="connsiteY21" fmla="*/ 4929467 h 4958166"/>
                <a:gd name="connsiteX22" fmla="*/ 28891 w 2290370"/>
                <a:gd name="connsiteY22" fmla="*/ 4847932 h 4958166"/>
                <a:gd name="connsiteX23" fmla="*/ 114 w 2290370"/>
                <a:gd name="connsiteY23" fmla="*/ 4681725 h 4958166"/>
                <a:gd name="connsiteX24" fmla="*/ 114 w 2290370"/>
                <a:gd name="connsiteY24" fmla="*/ 276782 h 4958166"/>
                <a:gd name="connsiteX25" fmla="*/ 28891 w 2290370"/>
                <a:gd name="connsiteY25" fmla="*/ 110575 h 4958166"/>
                <a:gd name="connsiteX26" fmla="*/ 110427 w 2290370"/>
                <a:gd name="connsiteY26" fmla="*/ 29040 h 4958166"/>
                <a:gd name="connsiteX27" fmla="*/ 276633 w 2290370"/>
                <a:gd name="connsiteY27" fmla="*/ 78 h 4958166"/>
                <a:gd name="connsiteX28" fmla="*/ 531201 w 2290370"/>
                <a:gd name="connsiteY28" fmla="*/ 78 h 495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90370" h="4958166">
                  <a:moveTo>
                    <a:pt x="531201" y="78"/>
                  </a:moveTo>
                  <a:cubicBezTo>
                    <a:pt x="549464" y="78"/>
                    <a:pt x="563852" y="15020"/>
                    <a:pt x="564406" y="33282"/>
                  </a:cubicBezTo>
                  <a:cubicBezTo>
                    <a:pt x="565328" y="69992"/>
                    <a:pt x="571046" y="89361"/>
                    <a:pt x="580639" y="107439"/>
                  </a:cubicBezTo>
                  <a:cubicBezTo>
                    <a:pt x="591338" y="127362"/>
                    <a:pt x="606834" y="142857"/>
                    <a:pt x="626572" y="153372"/>
                  </a:cubicBezTo>
                  <a:cubicBezTo>
                    <a:pt x="646494" y="164071"/>
                    <a:pt x="667708" y="169605"/>
                    <a:pt x="711981" y="169605"/>
                  </a:cubicBezTo>
                  <a:lnTo>
                    <a:pt x="711981" y="169605"/>
                  </a:lnTo>
                  <a:lnTo>
                    <a:pt x="1578618" y="169605"/>
                  </a:lnTo>
                  <a:cubicBezTo>
                    <a:pt x="1622890" y="169605"/>
                    <a:pt x="1644289" y="163887"/>
                    <a:pt x="1664027" y="153372"/>
                  </a:cubicBezTo>
                  <a:cubicBezTo>
                    <a:pt x="1683950" y="142673"/>
                    <a:pt x="1699445" y="127177"/>
                    <a:pt x="1709960" y="107439"/>
                  </a:cubicBezTo>
                  <a:cubicBezTo>
                    <a:pt x="1719552" y="89361"/>
                    <a:pt x="1725086" y="69992"/>
                    <a:pt x="1726193" y="33282"/>
                  </a:cubicBezTo>
                  <a:cubicBezTo>
                    <a:pt x="1726747" y="15020"/>
                    <a:pt x="1741135" y="78"/>
                    <a:pt x="1759398" y="78"/>
                  </a:cubicBezTo>
                  <a:lnTo>
                    <a:pt x="1759398" y="78"/>
                  </a:lnTo>
                  <a:lnTo>
                    <a:pt x="2013965" y="78"/>
                  </a:lnTo>
                  <a:cubicBezTo>
                    <a:pt x="2110258" y="78"/>
                    <a:pt x="2145123" y="10039"/>
                    <a:pt x="2180172" y="28855"/>
                  </a:cubicBezTo>
                  <a:cubicBezTo>
                    <a:pt x="2215221" y="47671"/>
                    <a:pt x="2242892" y="75341"/>
                    <a:pt x="2261708" y="110391"/>
                  </a:cubicBezTo>
                  <a:cubicBezTo>
                    <a:pt x="2280524" y="145624"/>
                    <a:pt x="2290485" y="180489"/>
                    <a:pt x="2290485" y="276597"/>
                  </a:cubicBezTo>
                  <a:lnTo>
                    <a:pt x="2290485" y="4681725"/>
                  </a:lnTo>
                  <a:cubicBezTo>
                    <a:pt x="2290485" y="4778018"/>
                    <a:pt x="2280524" y="4812883"/>
                    <a:pt x="2261708" y="4847932"/>
                  </a:cubicBezTo>
                  <a:cubicBezTo>
                    <a:pt x="2242892" y="4883165"/>
                    <a:pt x="2215221" y="4910651"/>
                    <a:pt x="2180172" y="4929467"/>
                  </a:cubicBezTo>
                  <a:cubicBezTo>
                    <a:pt x="2144939" y="4948283"/>
                    <a:pt x="2110074" y="4958244"/>
                    <a:pt x="2013965" y="4958244"/>
                  </a:cubicBezTo>
                  <a:lnTo>
                    <a:pt x="276633" y="4958244"/>
                  </a:lnTo>
                  <a:cubicBezTo>
                    <a:pt x="180341" y="4958244"/>
                    <a:pt x="145476" y="4948283"/>
                    <a:pt x="110427" y="4929467"/>
                  </a:cubicBezTo>
                  <a:cubicBezTo>
                    <a:pt x="75193" y="4910651"/>
                    <a:pt x="47707" y="4882981"/>
                    <a:pt x="28891" y="4847932"/>
                  </a:cubicBezTo>
                  <a:cubicBezTo>
                    <a:pt x="10075" y="4812883"/>
                    <a:pt x="114" y="4777833"/>
                    <a:pt x="114" y="4681725"/>
                  </a:cubicBezTo>
                  <a:lnTo>
                    <a:pt x="114" y="276782"/>
                  </a:lnTo>
                  <a:cubicBezTo>
                    <a:pt x="114" y="180489"/>
                    <a:pt x="10075" y="145624"/>
                    <a:pt x="28891" y="110575"/>
                  </a:cubicBezTo>
                  <a:cubicBezTo>
                    <a:pt x="47707" y="75526"/>
                    <a:pt x="75377" y="47856"/>
                    <a:pt x="110427" y="29040"/>
                  </a:cubicBezTo>
                  <a:cubicBezTo>
                    <a:pt x="145476" y="10224"/>
                    <a:pt x="180341" y="78"/>
                    <a:pt x="276633" y="78"/>
                  </a:cubicBezTo>
                  <a:lnTo>
                    <a:pt x="531201" y="78"/>
                  </a:lnTo>
                  <a:close/>
                </a:path>
              </a:pathLst>
            </a:cu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 dirty="0"/>
            </a:p>
          </p:txBody>
        </p:sp>
      </p:grpSp>
      <p:grpSp>
        <p:nvGrpSpPr>
          <p:cNvPr id="64" name="Group 11">
            <a:extLst>
              <a:ext uri="{FF2B5EF4-FFF2-40B4-BE49-F238E27FC236}">
                <a16:creationId xmlns:a16="http://schemas.microsoft.com/office/drawing/2014/main" id="{158FE562-E930-E972-FC35-40B0744E5529}"/>
              </a:ext>
            </a:extLst>
          </p:cNvPr>
          <p:cNvGrpSpPr/>
          <p:nvPr/>
        </p:nvGrpSpPr>
        <p:grpSpPr>
          <a:xfrm>
            <a:off x="3532569" y="500316"/>
            <a:ext cx="8675360" cy="1053474"/>
            <a:chOff x="1751970" y="1146383"/>
            <a:chExt cx="8675360" cy="1053474"/>
          </a:xfrm>
        </p:grpSpPr>
      </p:grpSp>
      <p:grpSp>
        <p:nvGrpSpPr>
          <p:cNvPr id="65" name="Group 4">
            <a:extLst>
              <a:ext uri="{FF2B5EF4-FFF2-40B4-BE49-F238E27FC236}">
                <a16:creationId xmlns:a16="http://schemas.microsoft.com/office/drawing/2014/main" id="{E6238A90-FF76-78ED-EEC2-8DE8E67E07ED}"/>
              </a:ext>
            </a:extLst>
          </p:cNvPr>
          <p:cNvGrpSpPr/>
          <p:nvPr/>
        </p:nvGrpSpPr>
        <p:grpSpPr>
          <a:xfrm>
            <a:off x="4583603" y="1240842"/>
            <a:ext cx="4140486" cy="2250116"/>
            <a:chOff x="1807868" y="2805866"/>
            <a:chExt cx="4099597" cy="3325868"/>
          </a:xfrm>
        </p:grpSpPr>
        <p:sp>
          <p:nvSpPr>
            <p:cNvPr id="72" name="1">
              <a:extLst>
                <a:ext uri="{FF2B5EF4-FFF2-40B4-BE49-F238E27FC236}">
                  <a16:creationId xmlns:a16="http://schemas.microsoft.com/office/drawing/2014/main" id="{01E7BED7-913F-7E30-E32D-600B3C19A817}"/>
                </a:ext>
              </a:extLst>
            </p:cNvPr>
            <p:cNvSpPr/>
            <p:nvPr/>
          </p:nvSpPr>
          <p:spPr>
            <a:xfrm>
              <a:off x="1843601" y="2805866"/>
              <a:ext cx="4023573" cy="3325865"/>
            </a:xfrm>
            <a:prstGeom prst="roundRect">
              <a:avLst>
                <a:gd name="adj" fmla="val 6000"/>
              </a:avLst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Index-1">
              <a:extLst>
                <a:ext uri="{FF2B5EF4-FFF2-40B4-BE49-F238E27FC236}">
                  <a16:creationId xmlns:a16="http://schemas.microsoft.com/office/drawing/2014/main" id="{4F300805-7EE7-6F38-8CBA-667ED176B529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3417246" y="3024091"/>
              <a:ext cx="2490219" cy="8643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buSzPct val="25000"/>
              </a:pPr>
              <a:r>
                <a:rPr lang="en-US" altLang="zh-CN" sz="32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</a:rPr>
                <a:t>Background</a:t>
              </a:r>
            </a:p>
          </p:txBody>
        </p:sp>
        <p:sp>
          <p:nvSpPr>
            <p:cNvPr id="74" name="Title-1">
              <a:extLst>
                <a:ext uri="{FF2B5EF4-FFF2-40B4-BE49-F238E27FC236}">
                  <a16:creationId xmlns:a16="http://schemas.microsoft.com/office/drawing/2014/main" id="{29665D1C-4ABA-552D-0FE9-268E0E5E200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1843601" y="3888439"/>
              <a:ext cx="4063863" cy="22432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285750" indent="-285750">
                <a:lnSpc>
                  <a:spcPct val="100000"/>
                </a:lnSpc>
                <a:buSzPct val="40000"/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IoMT enables continuous healthcare monitoring and supports modern medical services.</a:t>
              </a:r>
            </a:p>
            <a:p>
              <a:pPr marL="285750" indent="-285750">
                <a:lnSpc>
                  <a:spcPct val="100000"/>
                </a:lnSpc>
                <a:buSzPct val="40000"/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However, the increasing number of connected devices significantly expands the attack surface.</a:t>
              </a:r>
            </a:p>
          </p:txBody>
        </p:sp>
        <p:sp>
          <p:nvSpPr>
            <p:cNvPr id="84" name="1">
              <a:extLst>
                <a:ext uri="{FF2B5EF4-FFF2-40B4-BE49-F238E27FC236}">
                  <a16:creationId xmlns:a16="http://schemas.microsoft.com/office/drawing/2014/main" id="{D26BFBFE-7B4C-762A-80C3-ED98F89B0632}"/>
                </a:ext>
              </a:extLst>
            </p:cNvPr>
            <p:cNvSpPr/>
            <p:nvPr/>
          </p:nvSpPr>
          <p:spPr>
            <a:xfrm>
              <a:off x="1807868" y="3290622"/>
              <a:ext cx="71925" cy="822726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223BEC87-9418-49C2-CE0F-F60376C0B396}"/>
              </a:ext>
            </a:extLst>
          </p:cNvPr>
          <p:cNvGrpSpPr/>
          <p:nvPr/>
        </p:nvGrpSpPr>
        <p:grpSpPr>
          <a:xfrm>
            <a:off x="4588134" y="3703836"/>
            <a:ext cx="4099792" cy="2427658"/>
            <a:chOff x="4515493" y="3169578"/>
            <a:chExt cx="4099792" cy="2427658"/>
          </a:xfrm>
        </p:grpSpPr>
        <p:grpSp>
          <p:nvGrpSpPr>
            <p:cNvPr id="66" name="Group 6">
              <a:extLst>
                <a:ext uri="{FF2B5EF4-FFF2-40B4-BE49-F238E27FC236}">
                  <a16:creationId xmlns:a16="http://schemas.microsoft.com/office/drawing/2014/main" id="{C087DDFF-CC40-191C-6319-08E8EF0ADEFF}"/>
                </a:ext>
              </a:extLst>
            </p:cNvPr>
            <p:cNvGrpSpPr/>
            <p:nvPr/>
          </p:nvGrpSpPr>
          <p:grpSpPr>
            <a:xfrm>
              <a:off x="4515493" y="3169578"/>
              <a:ext cx="4099792" cy="2427658"/>
              <a:chOff x="6320787" y="2805866"/>
              <a:chExt cx="4099827" cy="3325865"/>
            </a:xfrm>
          </p:grpSpPr>
          <p:sp>
            <p:nvSpPr>
              <p:cNvPr id="67" name="2">
                <a:extLst>
                  <a:ext uri="{FF2B5EF4-FFF2-40B4-BE49-F238E27FC236}">
                    <a16:creationId xmlns:a16="http://schemas.microsoft.com/office/drawing/2014/main" id="{7C72C197-87AD-DA82-C65A-B86BCFBD481C}"/>
                  </a:ext>
                </a:extLst>
              </p:cNvPr>
              <p:cNvSpPr/>
              <p:nvPr/>
            </p:nvSpPr>
            <p:spPr>
              <a:xfrm>
                <a:off x="6356750" y="2805866"/>
                <a:ext cx="4023573" cy="3325865"/>
              </a:xfrm>
              <a:prstGeom prst="roundRect">
                <a:avLst>
                  <a:gd name="adj" fmla="val 6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Index-2">
                <a:extLst>
                  <a:ext uri="{FF2B5EF4-FFF2-40B4-BE49-F238E27FC236}">
                    <a16:creationId xmlns:a16="http://schemas.microsoft.com/office/drawing/2014/main" id="{FD4B49BF-7EC7-2E05-BEFE-67B26A0C1B6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8047970" y="3055696"/>
                <a:ext cx="2372644" cy="801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buSzPct val="25000"/>
                </a:pPr>
                <a:r>
                  <a:rPr lang="en-US" altLang="zh-CN" sz="3200" b="1" dirty="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</a:rPr>
                  <a:t>Motivation</a:t>
                </a:r>
              </a:p>
            </p:txBody>
          </p:sp>
          <p:sp>
            <p:nvSpPr>
              <p:cNvPr id="71" name="2">
                <a:extLst>
                  <a:ext uri="{FF2B5EF4-FFF2-40B4-BE49-F238E27FC236}">
                    <a16:creationId xmlns:a16="http://schemas.microsoft.com/office/drawing/2014/main" id="{80311254-FD85-8236-0B55-D2D864868BE3}"/>
                  </a:ext>
                </a:extLst>
              </p:cNvPr>
              <p:cNvSpPr/>
              <p:nvPr/>
            </p:nvSpPr>
            <p:spPr>
              <a:xfrm>
                <a:off x="6320787" y="3290622"/>
                <a:ext cx="71925" cy="8227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6" name="Title-1">
              <a:extLst>
                <a:ext uri="{FF2B5EF4-FFF2-40B4-BE49-F238E27FC236}">
                  <a16:creationId xmlns:a16="http://schemas.microsoft.com/office/drawing/2014/main" id="{351D1363-6271-A0FB-6357-4C67067AECED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4649159" y="3791165"/>
              <a:ext cx="3864093" cy="17033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 marL="285750" indent="-285750">
                <a:lnSpc>
                  <a:spcPct val="100000"/>
                </a:lnSpc>
                <a:buSzPct val="40000"/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Although AI-based IDS can strengthen security, IoMT devices have limited computation, memory, storage, and bandwidth.</a:t>
              </a:r>
            </a:p>
            <a:p>
              <a:pPr marL="285750" indent="-285750">
                <a:lnSpc>
                  <a:spcPct val="100000"/>
                </a:lnSpc>
                <a:buSzPct val="40000"/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Therefore, it is important to study deployment strategies and feature processing methods from an overhead perspective.</a:t>
              </a:r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17FE5CBB-5618-4B15-982E-D74D76BA24F8}"/>
              </a:ext>
            </a:extLst>
          </p:cNvPr>
          <p:cNvSpPr txBox="1"/>
          <p:nvPr/>
        </p:nvSpPr>
        <p:spPr>
          <a:xfrm>
            <a:off x="883567" y="191692"/>
            <a:ext cx="2570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Introduction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7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CF36AD3-C2B4-6A1F-CE2E-839AE40D523C}"/>
              </a:ext>
            </a:extLst>
          </p:cNvPr>
          <p:cNvPicPr/>
          <p:nvPr/>
        </p:nvPicPr>
        <p:blipFill>
          <a:blip r:embed="rId19"/>
          <a:stretch>
            <a:fillRect/>
          </a:stretch>
        </p:blipFill>
        <p:spPr>
          <a:xfrm>
            <a:off x="0" y="267"/>
            <a:ext cx="9144000" cy="10276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17F28B-FCCB-6978-A713-41B7DD6536D7}"/>
              </a:ext>
            </a:extLst>
          </p:cNvPr>
          <p:cNvSpPr txBox="1"/>
          <p:nvPr/>
        </p:nvSpPr>
        <p:spPr>
          <a:xfrm>
            <a:off x="421229" y="191692"/>
            <a:ext cx="7356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Research Gaps</a:t>
            </a:r>
            <a:r>
              <a:rPr lang="zh-CN" alt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and</a:t>
            </a:r>
            <a:r>
              <a:rPr lang="zh-CN" altLang="en-US" sz="3600" dirty="0">
                <a:solidFill>
                  <a:schemeClr val="bg1"/>
                </a:solidFill>
              </a:rPr>
              <a:t> </a:t>
            </a:r>
            <a:r>
              <a:rPr lang="en-US" altLang="zh-CN" sz="3600" dirty="0">
                <a:solidFill>
                  <a:schemeClr val="bg1"/>
                </a:solidFill>
              </a:rPr>
              <a:t>Contributions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50" name="Title-1">
            <a:extLst>
              <a:ext uri="{FF2B5EF4-FFF2-40B4-BE49-F238E27FC236}">
                <a16:creationId xmlns:a16="http://schemas.microsoft.com/office/drawing/2014/main" id="{3949CC56-06B2-351B-710F-A234AE44262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79694" y="1228732"/>
            <a:ext cx="1160353" cy="388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GAP</a:t>
            </a:r>
            <a:endParaRPr lang="zh-CN" alt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itle-2">
            <a:extLst>
              <a:ext uri="{FF2B5EF4-FFF2-40B4-BE49-F238E27FC236}">
                <a16:creationId xmlns:a16="http://schemas.microsoft.com/office/drawing/2014/main" id="{73CD4C4B-CDF2-1031-D333-D9B9F79C22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23306" y="1238519"/>
            <a:ext cx="2462490" cy="3880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sz="2800" b="1" dirty="0">
                <a:solidFill>
                  <a:schemeClr val="accent2"/>
                </a:solidFill>
              </a:rPr>
              <a:t>Contribution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59A195E-046A-FD43-BAFF-BBFF2F67707A}"/>
              </a:ext>
            </a:extLst>
          </p:cNvPr>
          <p:cNvGrpSpPr/>
          <p:nvPr/>
        </p:nvGrpSpPr>
        <p:grpSpPr>
          <a:xfrm>
            <a:off x="858982" y="1870855"/>
            <a:ext cx="7716981" cy="1384962"/>
            <a:chOff x="1100907" y="1870855"/>
            <a:chExt cx="6935056" cy="1384962"/>
          </a:xfrm>
        </p:grpSpPr>
        <p:sp>
          <p:nvSpPr>
            <p:cNvPr id="48" name="1">
              <a:extLst>
                <a:ext uri="{FF2B5EF4-FFF2-40B4-BE49-F238E27FC236}">
                  <a16:creationId xmlns:a16="http://schemas.microsoft.com/office/drawing/2014/main" id="{F03224C0-981D-CFCF-68F6-633D0CBEAD8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00907" y="1870856"/>
              <a:ext cx="3068847" cy="1384961"/>
            </a:xfrm>
            <a:prstGeom prst="roundRect">
              <a:avLst>
                <a:gd name="adj" fmla="val 822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1">
              <a:extLst>
                <a:ext uri="{FF2B5EF4-FFF2-40B4-BE49-F238E27FC236}">
                  <a16:creationId xmlns:a16="http://schemas.microsoft.com/office/drawing/2014/main" id="{5C9F80D0-AAC3-E149-66BF-985199D7B7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5400000">
              <a:off x="4385764" y="2418608"/>
              <a:ext cx="389558" cy="271905"/>
            </a:xfrm>
            <a:prstGeom prst="triangle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51" name="Body-1">
              <a:extLst>
                <a:ext uri="{FF2B5EF4-FFF2-40B4-BE49-F238E27FC236}">
                  <a16:creationId xmlns:a16="http://schemas.microsoft.com/office/drawing/2014/main" id="{AC8F8F53-5CC6-337D-19FA-69A1B4BCA750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>
            <a:xfrm>
              <a:off x="1190042" y="2223655"/>
              <a:ext cx="2890372" cy="9747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altLang="zh-CN" sz="1200" dirty="0">
                  <a:solidFill>
                    <a:schemeClr val="tx2"/>
                  </a:solidFill>
                </a:rPr>
                <a:t>Existing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+mn-cs"/>
                </a:rPr>
                <a:t> </a:t>
              </a:r>
              <a:r>
                <a:rPr lang="en-US" altLang="zh-CN" sz="1200" dirty="0">
                  <a:solidFill>
                    <a:schemeClr val="tx2"/>
                  </a:solidFill>
                </a:rPr>
                <a:t>studies mainly focus on accuracy improvement in edge-based, cloud-based, or federated IDS.</a:t>
              </a:r>
              <a:endParaRPr lang="en-GB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44" name="2">
              <a:extLst>
                <a:ext uri="{FF2B5EF4-FFF2-40B4-BE49-F238E27FC236}">
                  <a16:creationId xmlns:a16="http://schemas.microsoft.com/office/drawing/2014/main" id="{C77AD57A-4EE7-6DF9-5DD8-D820BAA5C97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945498" y="1870855"/>
              <a:ext cx="3090465" cy="1384961"/>
            </a:xfrm>
            <a:custGeom>
              <a:avLst/>
              <a:gdLst>
                <a:gd name="connsiteX0" fmla="*/ 194130 w 2485028"/>
                <a:gd name="connsiteY0" fmla="*/ 0 h 3572433"/>
                <a:gd name="connsiteX1" fmla="*/ 2290898 w 2485028"/>
                <a:gd name="connsiteY1" fmla="*/ 0 h 3572433"/>
                <a:gd name="connsiteX2" fmla="*/ 2485028 w 2485028"/>
                <a:gd name="connsiteY2" fmla="*/ 194130 h 3572433"/>
                <a:gd name="connsiteX3" fmla="*/ 2485028 w 2485028"/>
                <a:gd name="connsiteY3" fmla="*/ 3378303 h 3572433"/>
                <a:gd name="connsiteX4" fmla="*/ 2290898 w 2485028"/>
                <a:gd name="connsiteY4" fmla="*/ 3572433 h 3572433"/>
                <a:gd name="connsiteX5" fmla="*/ 194130 w 2485028"/>
                <a:gd name="connsiteY5" fmla="*/ 3572433 h 3572433"/>
                <a:gd name="connsiteX6" fmla="*/ 0 w 2485028"/>
                <a:gd name="connsiteY6" fmla="*/ 3378303 h 3572433"/>
                <a:gd name="connsiteX7" fmla="*/ 0 w 2485028"/>
                <a:gd name="connsiteY7" fmla="*/ 2060413 h 3572433"/>
                <a:gd name="connsiteX8" fmla="*/ 293370 w 2485028"/>
                <a:gd name="connsiteY8" fmla="*/ 1793166 h 3572433"/>
                <a:gd name="connsiteX9" fmla="*/ 0 w 2485028"/>
                <a:gd name="connsiteY9" fmla="*/ 1525919 h 3572433"/>
                <a:gd name="connsiteX10" fmla="*/ 0 w 2485028"/>
                <a:gd name="connsiteY10" fmla="*/ 194130 h 3572433"/>
                <a:gd name="connsiteX11" fmla="*/ 194130 w 2485028"/>
                <a:gd name="connsiteY11" fmla="*/ 0 h 357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5028" h="3572433">
                  <a:moveTo>
                    <a:pt x="194130" y="0"/>
                  </a:moveTo>
                  <a:lnTo>
                    <a:pt x="2290898" y="0"/>
                  </a:lnTo>
                  <a:cubicBezTo>
                    <a:pt x="2398113" y="0"/>
                    <a:pt x="2485028" y="86915"/>
                    <a:pt x="2485028" y="194130"/>
                  </a:cubicBezTo>
                  <a:lnTo>
                    <a:pt x="2485028" y="3378303"/>
                  </a:lnTo>
                  <a:cubicBezTo>
                    <a:pt x="2485028" y="3485518"/>
                    <a:pt x="2398113" y="3572433"/>
                    <a:pt x="2290898" y="3572433"/>
                  </a:cubicBezTo>
                  <a:lnTo>
                    <a:pt x="194130" y="3572433"/>
                  </a:lnTo>
                  <a:cubicBezTo>
                    <a:pt x="86915" y="3572433"/>
                    <a:pt x="0" y="3485518"/>
                    <a:pt x="0" y="3378303"/>
                  </a:cubicBezTo>
                  <a:lnTo>
                    <a:pt x="0" y="2060413"/>
                  </a:lnTo>
                  <a:lnTo>
                    <a:pt x="293370" y="1793166"/>
                  </a:lnTo>
                  <a:lnTo>
                    <a:pt x="0" y="1525919"/>
                  </a:lnTo>
                  <a:lnTo>
                    <a:pt x="0" y="194130"/>
                  </a:lnTo>
                  <a:cubicBezTo>
                    <a:pt x="0" y="86915"/>
                    <a:pt x="86915" y="0"/>
                    <a:pt x="194130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Body-2">
              <a:extLst>
                <a:ext uri="{FF2B5EF4-FFF2-40B4-BE49-F238E27FC236}">
                  <a16:creationId xmlns:a16="http://schemas.microsoft.com/office/drawing/2014/main" id="{704E900B-C145-BB18-0EAF-76B65FF01ED4}"/>
                </a:ext>
              </a:extLst>
            </p:cNvPr>
            <p:cNvSpPr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5309675" y="1964554"/>
              <a:ext cx="2622290" cy="1180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765">
                <a:lnSpc>
                  <a:spcPct val="130000"/>
                </a:lnSpc>
                <a:buSzPct val="100000"/>
                <a:defRPr/>
              </a:pPr>
              <a:r>
                <a:rPr lang="en-US" altLang="zh-CN" sz="1600" dirty="0">
                  <a:solidFill>
                    <a:schemeClr val="accent2"/>
                  </a:solidFill>
                </a:rPr>
                <a:t>We shift the focus from accuracy alone to deployment feasibility under resource constraints.</a:t>
              </a:r>
              <a:endParaRPr lang="en-GB" altLang="zh-CN" sz="1600" dirty="0">
                <a:solidFill>
                  <a:schemeClr val="accent2"/>
                </a:solidFill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A8D28F0-0F74-A207-FEE3-59B567C058A4}"/>
                </a:ext>
              </a:extLst>
            </p:cNvPr>
            <p:cNvSpPr txBox="1"/>
            <p:nvPr/>
          </p:nvSpPr>
          <p:spPr>
            <a:xfrm>
              <a:off x="1215600" y="1947685"/>
              <a:ext cx="2507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Accuracy Focus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6F911644-F331-2715-9B16-0BD5C5AD3D8B}"/>
                </a:ext>
              </a:extLst>
            </p:cNvPr>
            <p:cNvCxnSpPr/>
            <p:nvPr/>
          </p:nvCxnSpPr>
          <p:spPr>
            <a:xfrm>
              <a:off x="1309255" y="2302321"/>
              <a:ext cx="41563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E098997-C1A5-2976-ADB5-E267201A2B17}"/>
              </a:ext>
            </a:extLst>
          </p:cNvPr>
          <p:cNvGrpSpPr/>
          <p:nvPr/>
        </p:nvGrpSpPr>
        <p:grpSpPr>
          <a:xfrm>
            <a:off x="858695" y="3380507"/>
            <a:ext cx="7716981" cy="1384962"/>
            <a:chOff x="1100907" y="1870855"/>
            <a:chExt cx="6935056" cy="1384962"/>
          </a:xfrm>
        </p:grpSpPr>
        <p:sp>
          <p:nvSpPr>
            <p:cNvPr id="83" name="1">
              <a:extLst>
                <a:ext uri="{FF2B5EF4-FFF2-40B4-BE49-F238E27FC236}">
                  <a16:creationId xmlns:a16="http://schemas.microsoft.com/office/drawing/2014/main" id="{AF777044-4C52-04F5-7E93-814502C6A0B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00907" y="1870856"/>
              <a:ext cx="3068847" cy="1384961"/>
            </a:xfrm>
            <a:prstGeom prst="roundRect">
              <a:avLst>
                <a:gd name="adj" fmla="val 822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1">
              <a:extLst>
                <a:ext uri="{FF2B5EF4-FFF2-40B4-BE49-F238E27FC236}">
                  <a16:creationId xmlns:a16="http://schemas.microsoft.com/office/drawing/2014/main" id="{A7ABD7FB-7088-65F5-0DB2-7F82B576CEF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5400000">
              <a:off x="4385764" y="2418608"/>
              <a:ext cx="389558" cy="271905"/>
            </a:xfrm>
            <a:prstGeom prst="triangle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85" name="Body-1">
              <a:extLst>
                <a:ext uri="{FF2B5EF4-FFF2-40B4-BE49-F238E27FC236}">
                  <a16:creationId xmlns:a16="http://schemas.microsoft.com/office/drawing/2014/main" id="{21140516-44F2-3AE9-474E-83DB7D4DC8F7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190042" y="2223655"/>
              <a:ext cx="2890372" cy="9747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altLang="zh-CN" sz="1200" dirty="0">
                  <a:solidFill>
                    <a:schemeClr val="tx2"/>
                  </a:solidFill>
                </a:rPr>
                <a:t>The practical feasibility of edge–cloud hybrid deployment remains insufficiently evaluated for resource-constrained IoMT devices.</a:t>
              </a:r>
              <a:endParaRPr lang="en-GB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86" name="2">
              <a:extLst>
                <a:ext uri="{FF2B5EF4-FFF2-40B4-BE49-F238E27FC236}">
                  <a16:creationId xmlns:a16="http://schemas.microsoft.com/office/drawing/2014/main" id="{E75D43CB-567A-499F-829C-4BC49201B0A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4945498" y="1870855"/>
              <a:ext cx="3090465" cy="1384961"/>
            </a:xfrm>
            <a:custGeom>
              <a:avLst/>
              <a:gdLst>
                <a:gd name="connsiteX0" fmla="*/ 194130 w 2485028"/>
                <a:gd name="connsiteY0" fmla="*/ 0 h 3572433"/>
                <a:gd name="connsiteX1" fmla="*/ 2290898 w 2485028"/>
                <a:gd name="connsiteY1" fmla="*/ 0 h 3572433"/>
                <a:gd name="connsiteX2" fmla="*/ 2485028 w 2485028"/>
                <a:gd name="connsiteY2" fmla="*/ 194130 h 3572433"/>
                <a:gd name="connsiteX3" fmla="*/ 2485028 w 2485028"/>
                <a:gd name="connsiteY3" fmla="*/ 3378303 h 3572433"/>
                <a:gd name="connsiteX4" fmla="*/ 2290898 w 2485028"/>
                <a:gd name="connsiteY4" fmla="*/ 3572433 h 3572433"/>
                <a:gd name="connsiteX5" fmla="*/ 194130 w 2485028"/>
                <a:gd name="connsiteY5" fmla="*/ 3572433 h 3572433"/>
                <a:gd name="connsiteX6" fmla="*/ 0 w 2485028"/>
                <a:gd name="connsiteY6" fmla="*/ 3378303 h 3572433"/>
                <a:gd name="connsiteX7" fmla="*/ 0 w 2485028"/>
                <a:gd name="connsiteY7" fmla="*/ 2060413 h 3572433"/>
                <a:gd name="connsiteX8" fmla="*/ 293370 w 2485028"/>
                <a:gd name="connsiteY8" fmla="*/ 1793166 h 3572433"/>
                <a:gd name="connsiteX9" fmla="*/ 0 w 2485028"/>
                <a:gd name="connsiteY9" fmla="*/ 1525919 h 3572433"/>
                <a:gd name="connsiteX10" fmla="*/ 0 w 2485028"/>
                <a:gd name="connsiteY10" fmla="*/ 194130 h 3572433"/>
                <a:gd name="connsiteX11" fmla="*/ 194130 w 2485028"/>
                <a:gd name="connsiteY11" fmla="*/ 0 h 357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5028" h="3572433">
                  <a:moveTo>
                    <a:pt x="194130" y="0"/>
                  </a:moveTo>
                  <a:lnTo>
                    <a:pt x="2290898" y="0"/>
                  </a:lnTo>
                  <a:cubicBezTo>
                    <a:pt x="2398113" y="0"/>
                    <a:pt x="2485028" y="86915"/>
                    <a:pt x="2485028" y="194130"/>
                  </a:cubicBezTo>
                  <a:lnTo>
                    <a:pt x="2485028" y="3378303"/>
                  </a:lnTo>
                  <a:cubicBezTo>
                    <a:pt x="2485028" y="3485518"/>
                    <a:pt x="2398113" y="3572433"/>
                    <a:pt x="2290898" y="3572433"/>
                  </a:cubicBezTo>
                  <a:lnTo>
                    <a:pt x="194130" y="3572433"/>
                  </a:lnTo>
                  <a:cubicBezTo>
                    <a:pt x="86915" y="3572433"/>
                    <a:pt x="0" y="3485518"/>
                    <a:pt x="0" y="3378303"/>
                  </a:cubicBezTo>
                  <a:lnTo>
                    <a:pt x="0" y="2060413"/>
                  </a:lnTo>
                  <a:lnTo>
                    <a:pt x="293370" y="1793166"/>
                  </a:lnTo>
                  <a:lnTo>
                    <a:pt x="0" y="1525919"/>
                  </a:lnTo>
                  <a:lnTo>
                    <a:pt x="0" y="194130"/>
                  </a:lnTo>
                  <a:cubicBezTo>
                    <a:pt x="0" y="86915"/>
                    <a:pt x="86915" y="0"/>
                    <a:pt x="194130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Body-2">
              <a:extLst>
                <a:ext uri="{FF2B5EF4-FFF2-40B4-BE49-F238E27FC236}">
                  <a16:creationId xmlns:a16="http://schemas.microsoft.com/office/drawing/2014/main" id="{B061D3A9-EAF9-F9B8-B381-6C6D1157BB24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>
            <a:xfrm>
              <a:off x="5309675" y="1964554"/>
              <a:ext cx="2622290" cy="1180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765">
                <a:lnSpc>
                  <a:spcPct val="130000"/>
                </a:lnSpc>
                <a:buSzPct val="100000"/>
                <a:defRPr/>
              </a:pPr>
              <a:r>
                <a:rPr lang="en-US" altLang="zh-CN" sz="1600" dirty="0">
                  <a:solidFill>
                    <a:schemeClr val="accent2"/>
                  </a:solidFill>
                </a:rPr>
                <a:t>We shift the focus from accuracy alone to deployment feasibility under resource constraints.</a:t>
              </a:r>
              <a:endParaRPr lang="en-GB" altLang="zh-CN" sz="1600" dirty="0">
                <a:solidFill>
                  <a:schemeClr val="accent2"/>
                </a:solidFill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6688B5F7-49D0-E895-B3DE-7BDA528C1FBE}"/>
                </a:ext>
              </a:extLst>
            </p:cNvPr>
            <p:cNvSpPr txBox="1"/>
            <p:nvPr/>
          </p:nvSpPr>
          <p:spPr>
            <a:xfrm>
              <a:off x="1215600" y="1947685"/>
              <a:ext cx="2507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Hybrid Feasibility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D021FF12-B803-527E-AB68-09DA58DF6E0E}"/>
                </a:ext>
              </a:extLst>
            </p:cNvPr>
            <p:cNvCxnSpPr/>
            <p:nvPr/>
          </p:nvCxnSpPr>
          <p:spPr>
            <a:xfrm>
              <a:off x="1309255" y="2302321"/>
              <a:ext cx="41563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2EAB1CB-EB0C-1B4C-DFAE-8D87E9E5A6BB}"/>
              </a:ext>
            </a:extLst>
          </p:cNvPr>
          <p:cNvGrpSpPr/>
          <p:nvPr/>
        </p:nvGrpSpPr>
        <p:grpSpPr>
          <a:xfrm>
            <a:off x="858695" y="4890159"/>
            <a:ext cx="7716981" cy="1384962"/>
            <a:chOff x="1100907" y="1870855"/>
            <a:chExt cx="6935056" cy="1384962"/>
          </a:xfrm>
        </p:grpSpPr>
        <p:sp>
          <p:nvSpPr>
            <p:cNvPr id="91" name="1">
              <a:extLst>
                <a:ext uri="{FF2B5EF4-FFF2-40B4-BE49-F238E27FC236}">
                  <a16:creationId xmlns:a16="http://schemas.microsoft.com/office/drawing/2014/main" id="{258C187C-98A0-C242-A58A-8F949428BAE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100907" y="1870856"/>
              <a:ext cx="3068847" cy="1384961"/>
            </a:xfrm>
            <a:prstGeom prst="roundRect">
              <a:avLst>
                <a:gd name="adj" fmla="val 822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1">
              <a:extLst>
                <a:ext uri="{FF2B5EF4-FFF2-40B4-BE49-F238E27FC236}">
                  <a16:creationId xmlns:a16="http://schemas.microsoft.com/office/drawing/2014/main" id="{94F2ED72-90FD-584C-DB19-2FCC2A9B6D8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5400000">
              <a:off x="4385764" y="2418608"/>
              <a:ext cx="389558" cy="271905"/>
            </a:xfrm>
            <a:prstGeom prst="triangle">
              <a:avLst/>
            </a:prstGeom>
            <a:solidFill>
              <a:schemeClr val="tx2">
                <a:lumMod val="50000"/>
                <a:lumOff val="50000"/>
              </a:schemeClr>
            </a:solidFill>
            <a:ln w="254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</a:endParaRPr>
            </a:p>
          </p:txBody>
        </p:sp>
        <p:sp>
          <p:nvSpPr>
            <p:cNvPr id="93" name="Body-1">
              <a:extLst>
                <a:ext uri="{FF2B5EF4-FFF2-40B4-BE49-F238E27FC236}">
                  <a16:creationId xmlns:a16="http://schemas.microsoft.com/office/drawing/2014/main" id="{CF0F0A87-95DB-5567-A209-B0CF2BF087E4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190042" y="2223655"/>
              <a:ext cx="2890372" cy="9747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altLang="zh-CN" sz="1200" dirty="0">
                  <a:solidFill>
                    <a:schemeClr val="tx2"/>
                  </a:solidFill>
                </a:rPr>
                <a:t>We assess an edge–cloud hybrid framework under realistic resource limitations.</a:t>
              </a:r>
              <a:endParaRPr lang="en-GB" altLang="zh-CN" sz="1200" dirty="0">
                <a:solidFill>
                  <a:schemeClr val="tx2"/>
                </a:solidFill>
              </a:endParaRPr>
            </a:p>
          </p:txBody>
        </p:sp>
        <p:sp>
          <p:nvSpPr>
            <p:cNvPr id="94" name="2">
              <a:extLst>
                <a:ext uri="{FF2B5EF4-FFF2-40B4-BE49-F238E27FC236}">
                  <a16:creationId xmlns:a16="http://schemas.microsoft.com/office/drawing/2014/main" id="{FAAB0F93-BCAC-C2A5-8727-3216D410507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945498" y="1870855"/>
              <a:ext cx="3090465" cy="1384961"/>
            </a:xfrm>
            <a:custGeom>
              <a:avLst/>
              <a:gdLst>
                <a:gd name="connsiteX0" fmla="*/ 194130 w 2485028"/>
                <a:gd name="connsiteY0" fmla="*/ 0 h 3572433"/>
                <a:gd name="connsiteX1" fmla="*/ 2290898 w 2485028"/>
                <a:gd name="connsiteY1" fmla="*/ 0 h 3572433"/>
                <a:gd name="connsiteX2" fmla="*/ 2485028 w 2485028"/>
                <a:gd name="connsiteY2" fmla="*/ 194130 h 3572433"/>
                <a:gd name="connsiteX3" fmla="*/ 2485028 w 2485028"/>
                <a:gd name="connsiteY3" fmla="*/ 3378303 h 3572433"/>
                <a:gd name="connsiteX4" fmla="*/ 2290898 w 2485028"/>
                <a:gd name="connsiteY4" fmla="*/ 3572433 h 3572433"/>
                <a:gd name="connsiteX5" fmla="*/ 194130 w 2485028"/>
                <a:gd name="connsiteY5" fmla="*/ 3572433 h 3572433"/>
                <a:gd name="connsiteX6" fmla="*/ 0 w 2485028"/>
                <a:gd name="connsiteY6" fmla="*/ 3378303 h 3572433"/>
                <a:gd name="connsiteX7" fmla="*/ 0 w 2485028"/>
                <a:gd name="connsiteY7" fmla="*/ 2060413 h 3572433"/>
                <a:gd name="connsiteX8" fmla="*/ 293370 w 2485028"/>
                <a:gd name="connsiteY8" fmla="*/ 1793166 h 3572433"/>
                <a:gd name="connsiteX9" fmla="*/ 0 w 2485028"/>
                <a:gd name="connsiteY9" fmla="*/ 1525919 h 3572433"/>
                <a:gd name="connsiteX10" fmla="*/ 0 w 2485028"/>
                <a:gd name="connsiteY10" fmla="*/ 194130 h 3572433"/>
                <a:gd name="connsiteX11" fmla="*/ 194130 w 2485028"/>
                <a:gd name="connsiteY11" fmla="*/ 0 h 357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5028" h="3572433">
                  <a:moveTo>
                    <a:pt x="194130" y="0"/>
                  </a:moveTo>
                  <a:lnTo>
                    <a:pt x="2290898" y="0"/>
                  </a:lnTo>
                  <a:cubicBezTo>
                    <a:pt x="2398113" y="0"/>
                    <a:pt x="2485028" y="86915"/>
                    <a:pt x="2485028" y="194130"/>
                  </a:cubicBezTo>
                  <a:lnTo>
                    <a:pt x="2485028" y="3378303"/>
                  </a:lnTo>
                  <a:cubicBezTo>
                    <a:pt x="2485028" y="3485518"/>
                    <a:pt x="2398113" y="3572433"/>
                    <a:pt x="2290898" y="3572433"/>
                  </a:cubicBezTo>
                  <a:lnTo>
                    <a:pt x="194130" y="3572433"/>
                  </a:lnTo>
                  <a:cubicBezTo>
                    <a:pt x="86915" y="3572433"/>
                    <a:pt x="0" y="3485518"/>
                    <a:pt x="0" y="3378303"/>
                  </a:cubicBezTo>
                  <a:lnTo>
                    <a:pt x="0" y="2060413"/>
                  </a:lnTo>
                  <a:lnTo>
                    <a:pt x="293370" y="1793166"/>
                  </a:lnTo>
                  <a:lnTo>
                    <a:pt x="0" y="1525919"/>
                  </a:lnTo>
                  <a:lnTo>
                    <a:pt x="0" y="194130"/>
                  </a:lnTo>
                  <a:cubicBezTo>
                    <a:pt x="0" y="86915"/>
                    <a:pt x="86915" y="0"/>
                    <a:pt x="194130" y="0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Body-2">
              <a:extLst>
                <a:ext uri="{FF2B5EF4-FFF2-40B4-BE49-F238E27FC236}">
                  <a16:creationId xmlns:a16="http://schemas.microsoft.com/office/drawing/2014/main" id="{3BFC18A2-CEE3-EE83-2064-46D43A6C55B3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5309675" y="1964554"/>
              <a:ext cx="2622290" cy="11800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3765">
                <a:lnSpc>
                  <a:spcPct val="130000"/>
                </a:lnSpc>
                <a:buSzPct val="100000"/>
                <a:defRPr/>
              </a:pPr>
              <a:r>
                <a:rPr lang="en-US" altLang="zh-CN" sz="1600" dirty="0">
                  <a:solidFill>
                    <a:schemeClr val="accent2"/>
                  </a:solidFill>
                </a:rPr>
                <a:t>We shift the focus from accuracy alone to deployment feasibility under resource constraints.</a:t>
              </a:r>
              <a:endParaRPr lang="en-GB" altLang="zh-CN" sz="1600" dirty="0">
                <a:solidFill>
                  <a:schemeClr val="accent2"/>
                </a:solidFill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A507172-511F-8ED8-46A8-C320CF482594}"/>
                </a:ext>
              </a:extLst>
            </p:cNvPr>
            <p:cNvSpPr txBox="1"/>
            <p:nvPr/>
          </p:nvSpPr>
          <p:spPr>
            <a:xfrm>
              <a:off x="1215600" y="1947685"/>
              <a:ext cx="2507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Feature transmission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1F72F9F8-2756-601D-8075-DAB55FDAFF33}"/>
                </a:ext>
              </a:extLst>
            </p:cNvPr>
            <p:cNvCxnSpPr/>
            <p:nvPr/>
          </p:nvCxnSpPr>
          <p:spPr>
            <a:xfrm>
              <a:off x="1309255" y="2302321"/>
              <a:ext cx="41563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941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7293426-91D6-930D-1086-763D60504887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0" y="267"/>
            <a:ext cx="9144000" cy="10276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46CB446-68AC-78CD-7C72-F90003D8CA47}"/>
              </a:ext>
            </a:extLst>
          </p:cNvPr>
          <p:cNvSpPr txBox="1"/>
          <p:nvPr/>
        </p:nvSpPr>
        <p:spPr>
          <a:xfrm>
            <a:off x="421229" y="191692"/>
            <a:ext cx="7356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Related work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34" name="3">
            <a:extLst>
              <a:ext uri="{FF2B5EF4-FFF2-40B4-BE49-F238E27FC236}">
                <a16:creationId xmlns:a16="http://schemas.microsoft.com/office/drawing/2014/main" id="{4852BA53-C43E-9081-37FC-423E65AD6AAD}"/>
              </a:ext>
            </a:extLst>
          </p:cNvPr>
          <p:cNvSpPr/>
          <p:nvPr/>
        </p:nvSpPr>
        <p:spPr>
          <a:xfrm>
            <a:off x="5958686" y="1030647"/>
            <a:ext cx="3185315" cy="5827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7200000" algn="tl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6" name="Body-3">
            <a:extLst>
              <a:ext uri="{FF2B5EF4-FFF2-40B4-BE49-F238E27FC236}">
                <a16:creationId xmlns:a16="http://schemas.microsoft.com/office/drawing/2014/main" id="{6776D0C3-3829-3E4F-8DF9-DD7645E61EE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6201107" y="1953492"/>
            <a:ext cx="2971516" cy="3873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Hybrid frameworks combine lightweight edge processing with stronger cloud-side analysis.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Prior work has explored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ResNeXt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-based IoT–cloud IDS and adaptive lightweight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SVM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 with dynamic feature pruning.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Although these methods improve detection or efficiency, most of them do not systematically evaluate communication overhead, split deployment cost, or practical feasibility under resource constraints.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j-lt"/>
              <a:sym typeface="Arial" panose="020B0604020202020204" pitchFamily="34" charset="0"/>
            </a:endParaRPr>
          </a:p>
        </p:txBody>
      </p:sp>
      <p:sp>
        <p:nvSpPr>
          <p:cNvPr id="37" name="Index-3">
            <a:extLst>
              <a:ext uri="{FF2B5EF4-FFF2-40B4-BE49-F238E27FC236}">
                <a16:creationId xmlns:a16="http://schemas.microsoft.com/office/drawing/2014/main" id="{A7B552F0-3AEA-95D1-CB5C-44AD488D7C3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958686" y="5573340"/>
            <a:ext cx="2157832" cy="12843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500" b="1" i="1" dirty="0">
                <a:solidFill>
                  <a:schemeClr val="accent3">
                    <a:lumMod val="20000"/>
                    <a:lumOff val="8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16600" b="1" i="1" dirty="0">
              <a:solidFill>
                <a:schemeClr val="accent3">
                  <a:lumMod val="20000"/>
                  <a:lumOff val="80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itle-3">
            <a:extLst>
              <a:ext uri="{FF2B5EF4-FFF2-40B4-BE49-F238E27FC236}">
                <a16:creationId xmlns:a16="http://schemas.microsoft.com/office/drawing/2014/main" id="{66A691D4-4EF5-4636-B04B-862D154C33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466458" y="1476225"/>
            <a:ext cx="2706165" cy="3138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sz="2400" b="1" dirty="0">
                <a:solidFill>
                  <a:schemeClr val="accent3"/>
                </a:solidFill>
                <a:latin typeface="+mj-lt"/>
                <a:sym typeface="Arial" panose="020B0604020202020204" pitchFamily="34" charset="0"/>
              </a:rPr>
              <a:t>Hybrid Framework</a:t>
            </a:r>
            <a:endParaRPr lang="zh-CN" altLang="en-US" sz="2400" b="1" dirty="0">
              <a:solidFill>
                <a:schemeClr val="accent3"/>
              </a:solidFill>
              <a:latin typeface="+mj-lt"/>
              <a:sym typeface="Arial" panose="020B0604020202020204" pitchFamily="34" charset="0"/>
            </a:endParaRPr>
          </a:p>
        </p:txBody>
      </p:sp>
      <p:cxnSp>
        <p:nvCxnSpPr>
          <p:cNvPr id="38" name="3">
            <a:extLst>
              <a:ext uri="{FF2B5EF4-FFF2-40B4-BE49-F238E27FC236}">
                <a16:creationId xmlns:a16="http://schemas.microsoft.com/office/drawing/2014/main" id="{EFA32E10-E074-420A-80C6-2BDCB4BED1DA}"/>
              </a:ext>
            </a:extLst>
          </p:cNvPr>
          <p:cNvCxnSpPr>
            <a:cxnSpLocks/>
          </p:cNvCxnSpPr>
          <p:nvPr/>
        </p:nvCxnSpPr>
        <p:spPr>
          <a:xfrm>
            <a:off x="6540470" y="1370763"/>
            <a:ext cx="301335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">
            <a:extLst>
              <a:ext uri="{FF2B5EF4-FFF2-40B4-BE49-F238E27FC236}">
                <a16:creationId xmlns:a16="http://schemas.microsoft.com/office/drawing/2014/main" id="{B23010E9-77EB-D4C6-1A5F-E30DE6AA74AB}"/>
              </a:ext>
            </a:extLst>
          </p:cNvPr>
          <p:cNvSpPr>
            <a:spLocks/>
          </p:cNvSpPr>
          <p:nvPr/>
        </p:nvSpPr>
        <p:spPr>
          <a:xfrm>
            <a:off x="8951190" y="1030915"/>
            <a:ext cx="207121" cy="58270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Roboto"/>
              <a:ea typeface="思源黑体 CN Regular"/>
            </a:endParaRPr>
          </a:p>
        </p:txBody>
      </p:sp>
      <p:sp>
        <p:nvSpPr>
          <p:cNvPr id="29" name="2">
            <a:extLst>
              <a:ext uri="{FF2B5EF4-FFF2-40B4-BE49-F238E27FC236}">
                <a16:creationId xmlns:a16="http://schemas.microsoft.com/office/drawing/2014/main" id="{9F1DE3D8-F09F-066A-E122-9254AA2E8B8B}"/>
              </a:ext>
            </a:extLst>
          </p:cNvPr>
          <p:cNvSpPr/>
          <p:nvPr/>
        </p:nvSpPr>
        <p:spPr>
          <a:xfrm>
            <a:off x="2979343" y="1030647"/>
            <a:ext cx="3185315" cy="5827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7200000" algn="tl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1" name="Body-2">
            <a:extLst>
              <a:ext uri="{FF2B5EF4-FFF2-40B4-BE49-F238E27FC236}">
                <a16:creationId xmlns:a16="http://schemas.microsoft.com/office/drawing/2014/main" id="{94C151B7-C96C-F11A-FB6A-9ECA0458D0B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3221764" y="1953492"/>
            <a:ext cx="2860969" cy="3873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Lightweight ML methods aim to support on-device or edge-side intrusion detection with lower computational cost.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Existing work shows that models such as </a:t>
            </a:r>
            <a:r>
              <a:rPr kumimoji="0" lang="en-US" altLang="zh-CN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SVM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, DT, NB, and lightweight </a:t>
            </a:r>
            <a:r>
              <a:rPr kumimoji="0" lang="en-US" altLang="zh-CN" sz="13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CNNs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 can improve feasibility in constrained environments.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sym typeface="Arial" panose="020B0604020202020204" pitchFamily="34" charset="0"/>
              </a:rPr>
              <a:t>Their limitation is that they often focus on single-device or edge-only deployment, without studying edge–cloud split inference or the cost of transmitting intermediate features.</a:t>
            </a:r>
            <a:endParaRPr kumimoji="0" lang="en-GB" altLang="zh-CN" sz="13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sym typeface="Arial" panose="020B0604020202020204" pitchFamily="34" charset="0"/>
            </a:endParaRPr>
          </a:p>
        </p:txBody>
      </p:sp>
      <p:sp>
        <p:nvSpPr>
          <p:cNvPr id="32" name="Index-2">
            <a:extLst>
              <a:ext uri="{FF2B5EF4-FFF2-40B4-BE49-F238E27FC236}">
                <a16:creationId xmlns:a16="http://schemas.microsoft.com/office/drawing/2014/main" id="{E991A89F-F136-48A0-F31B-35F8CCF908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979343" y="5573340"/>
            <a:ext cx="2157832" cy="12843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500" b="1" i="1" dirty="0">
                <a:solidFill>
                  <a:schemeClr val="accent2">
                    <a:lumMod val="20000"/>
                    <a:lumOff val="8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16600" b="1" i="1" dirty="0">
              <a:solidFill>
                <a:schemeClr val="accent2">
                  <a:lumMod val="20000"/>
                  <a:lumOff val="80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256851A-86A8-D6B1-C5D2-0030C76CC235}"/>
              </a:ext>
            </a:extLst>
          </p:cNvPr>
          <p:cNvGrpSpPr/>
          <p:nvPr/>
        </p:nvGrpSpPr>
        <p:grpSpPr>
          <a:xfrm>
            <a:off x="3583011" y="1370763"/>
            <a:ext cx="2581647" cy="419275"/>
            <a:chOff x="3466041" y="3039625"/>
            <a:chExt cx="2581647" cy="419275"/>
          </a:xfrm>
        </p:grpSpPr>
        <p:sp>
          <p:nvSpPr>
            <p:cNvPr id="30" name="Title-2">
              <a:extLst>
                <a:ext uri="{FF2B5EF4-FFF2-40B4-BE49-F238E27FC236}">
                  <a16:creationId xmlns:a16="http://schemas.microsoft.com/office/drawing/2014/main" id="{80FF0D26-AE05-C3E0-EE41-121A3639F57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466041" y="3145087"/>
              <a:ext cx="2581647" cy="3138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altLang="zh-CN" sz="2400" b="1" dirty="0">
                  <a:solidFill>
                    <a:schemeClr val="accent2"/>
                  </a:solidFill>
                  <a:latin typeface="+mj-lt"/>
                  <a:sym typeface="Arial" panose="020B0604020202020204" pitchFamily="34" charset="0"/>
                </a:rPr>
                <a:t>Lightweight ML</a:t>
              </a:r>
              <a:endParaRPr lang="zh-CN" altLang="en-US" sz="2400" b="1" dirty="0">
                <a:solidFill>
                  <a:schemeClr val="accent2"/>
                </a:solidFill>
                <a:latin typeface="+mj-lt"/>
                <a:sym typeface="Arial" panose="020B0604020202020204" pitchFamily="34" charset="0"/>
              </a:endParaRPr>
            </a:p>
          </p:txBody>
        </p:sp>
        <p:cxnSp>
          <p:nvCxnSpPr>
            <p:cNvPr id="33" name="2">
              <a:extLst>
                <a:ext uri="{FF2B5EF4-FFF2-40B4-BE49-F238E27FC236}">
                  <a16:creationId xmlns:a16="http://schemas.microsoft.com/office/drawing/2014/main" id="{B2BD265C-A7C1-A506-9B8F-F12C39BBDED3}"/>
                </a:ext>
              </a:extLst>
            </p:cNvPr>
            <p:cNvCxnSpPr>
              <a:cxnSpLocks/>
            </p:cNvCxnSpPr>
            <p:nvPr/>
          </p:nvCxnSpPr>
          <p:spPr>
            <a:xfrm>
              <a:off x="3543931" y="3039625"/>
              <a:ext cx="301335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1">
            <a:extLst>
              <a:ext uri="{FF2B5EF4-FFF2-40B4-BE49-F238E27FC236}">
                <a16:creationId xmlns:a16="http://schemas.microsoft.com/office/drawing/2014/main" id="{40FC49FA-3632-7F69-E3C8-00A47A9D3C0E}"/>
              </a:ext>
            </a:extLst>
          </p:cNvPr>
          <p:cNvSpPr/>
          <p:nvPr/>
        </p:nvSpPr>
        <p:spPr>
          <a:xfrm>
            <a:off x="0" y="1030647"/>
            <a:ext cx="3185315" cy="5827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7200000" algn="tl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25" name="Body-1">
            <a:extLst>
              <a:ext uri="{FF2B5EF4-FFF2-40B4-BE49-F238E27FC236}">
                <a16:creationId xmlns:a16="http://schemas.microsoft.com/office/drawing/2014/main" id="{4A080A3B-A7C7-F459-DCC1-BCCEEA318E5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07121" y="1953491"/>
            <a:ext cx="2883107" cy="387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Federated learning preserves data privacy by keeping raw data on local IoMT devices and only sharing model updates.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Prior studies used approaches such as FL +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XGBoost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FedAvg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-based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DNN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, and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FedAGRU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 to improve detection performance.</a:t>
            </a:r>
          </a:p>
          <a:p>
            <a:pPr marL="285750" marR="0" lvl="0" indent="-285750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sym typeface="Arial" panose="020B0604020202020204" pitchFamily="34" charset="0"/>
              </a:rPr>
              <a:t>However, these methods usually require repeated local training and multiple communication rounds, which can still be costly for resource-constrained IoMT devices.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sym typeface="Arial" panose="020B0604020202020204" pitchFamily="34" charset="0"/>
            </a:endParaRPr>
          </a:p>
        </p:txBody>
      </p:sp>
      <p:sp>
        <p:nvSpPr>
          <p:cNvPr id="26" name="Index-1">
            <a:extLst>
              <a:ext uri="{FF2B5EF4-FFF2-40B4-BE49-F238E27FC236}">
                <a16:creationId xmlns:a16="http://schemas.microsoft.com/office/drawing/2014/main" id="{1DE0D5BD-2152-BF79-BC26-09CDA93788A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0" y="5573340"/>
            <a:ext cx="2157832" cy="12843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1500" b="1" i="1" dirty="0">
                <a:solidFill>
                  <a:schemeClr val="accent1">
                    <a:lumMod val="20000"/>
                    <a:lumOff val="80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16600" b="1" i="1" dirty="0">
              <a:solidFill>
                <a:schemeClr val="accent1">
                  <a:lumMod val="20000"/>
                  <a:lumOff val="80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7BC0DBD-61BB-5160-F635-01CAFEF6575F}"/>
              </a:ext>
            </a:extLst>
          </p:cNvPr>
          <p:cNvGrpSpPr/>
          <p:nvPr/>
        </p:nvGrpSpPr>
        <p:grpSpPr>
          <a:xfrm>
            <a:off x="383341" y="1370763"/>
            <a:ext cx="2979343" cy="419275"/>
            <a:chOff x="486698" y="3039625"/>
            <a:chExt cx="2979343" cy="419275"/>
          </a:xfrm>
        </p:grpSpPr>
        <p:sp>
          <p:nvSpPr>
            <p:cNvPr id="24" name="Title-1">
              <a:extLst>
                <a:ext uri="{FF2B5EF4-FFF2-40B4-BE49-F238E27FC236}">
                  <a16:creationId xmlns:a16="http://schemas.microsoft.com/office/drawing/2014/main" id="{175C16EC-2BC4-6F69-6DF1-C0D6D58B749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86698" y="3145087"/>
              <a:ext cx="2979343" cy="3138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GB" altLang="zh-CN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  <a:sym typeface="Arial" panose="020B0604020202020204" pitchFamily="34" charset="0"/>
                </a:rPr>
                <a:t>Federated Learning</a:t>
              </a:r>
              <a:endParaRPr lang="zh-CN" alt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sym typeface="Arial" panose="020B0604020202020204" pitchFamily="34" charset="0"/>
              </a:endParaRPr>
            </a:p>
          </p:txBody>
        </p:sp>
        <p:cxnSp>
          <p:nvCxnSpPr>
            <p:cNvPr id="27" name="1">
              <a:extLst>
                <a:ext uri="{FF2B5EF4-FFF2-40B4-BE49-F238E27FC236}">
                  <a16:creationId xmlns:a16="http://schemas.microsoft.com/office/drawing/2014/main" id="{C9D24000-7049-14B5-A642-204D4157364A}"/>
                </a:ext>
              </a:extLst>
            </p:cNvPr>
            <p:cNvCxnSpPr>
              <a:cxnSpLocks/>
            </p:cNvCxnSpPr>
            <p:nvPr/>
          </p:nvCxnSpPr>
          <p:spPr>
            <a:xfrm>
              <a:off x="559427" y="3039625"/>
              <a:ext cx="30133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1">
            <a:extLst>
              <a:ext uri="{FF2B5EF4-FFF2-40B4-BE49-F238E27FC236}">
                <a16:creationId xmlns:a16="http://schemas.microsoft.com/office/drawing/2014/main" id="{3E9FA3F2-42CB-DF9B-8D5A-72C727BA6643}"/>
              </a:ext>
            </a:extLst>
          </p:cNvPr>
          <p:cNvSpPr/>
          <p:nvPr/>
        </p:nvSpPr>
        <p:spPr>
          <a:xfrm>
            <a:off x="0" y="1030647"/>
            <a:ext cx="235743" cy="5827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7200000" algn="tl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5770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1F214-9E73-4B60-E03D-F1871AC28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496">
            <a:extLst>
              <a:ext uri="{FF2B5EF4-FFF2-40B4-BE49-F238E27FC236}">
                <a16:creationId xmlns:a16="http://schemas.microsoft.com/office/drawing/2014/main" id="{CA2D5E9C-340F-99A8-B8ED-43EBE0A1C5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758462" y="352180"/>
            <a:ext cx="5630994" cy="2591709"/>
          </a:xfrm>
          <a:prstGeom prst="rect">
            <a:avLst/>
          </a:prstGeom>
        </p:spPr>
      </p:pic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27301F13-5DB8-817A-1D52-B534B71DDB49}"/>
              </a:ext>
            </a:extLst>
          </p:cNvPr>
          <p:cNvSpPr/>
          <p:nvPr/>
        </p:nvSpPr>
        <p:spPr>
          <a:xfrm>
            <a:off x="6400801" y="3448304"/>
            <a:ext cx="1144957" cy="28291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1" name="Picture 430">
            <a:extLst>
              <a:ext uri="{FF2B5EF4-FFF2-40B4-BE49-F238E27FC236}">
                <a16:creationId xmlns:a16="http://schemas.microsoft.com/office/drawing/2014/main" id="{00253C87-CF44-20E8-8EF7-A388A61A9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827" y="5844696"/>
            <a:ext cx="302847" cy="302847"/>
          </a:xfrm>
          <a:prstGeom prst="rect">
            <a:avLst/>
          </a:prstGeom>
        </p:spPr>
      </p:pic>
      <p:pic>
        <p:nvPicPr>
          <p:cNvPr id="433" name="Picture 432">
            <a:extLst>
              <a:ext uri="{FF2B5EF4-FFF2-40B4-BE49-F238E27FC236}">
                <a16:creationId xmlns:a16="http://schemas.microsoft.com/office/drawing/2014/main" id="{13AB4931-BF98-02A2-2348-1997C8826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657" y="5844696"/>
            <a:ext cx="304800" cy="304800"/>
          </a:xfrm>
          <a:prstGeom prst="rect">
            <a:avLst/>
          </a:prstGeom>
        </p:spPr>
      </p:pic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C62E5A0-DD40-A71B-0AA0-1DF8A065C42E}"/>
              </a:ext>
            </a:extLst>
          </p:cNvPr>
          <p:cNvGrpSpPr/>
          <p:nvPr/>
        </p:nvGrpSpPr>
        <p:grpSpPr>
          <a:xfrm>
            <a:off x="6504357" y="3945059"/>
            <a:ext cx="894863" cy="405426"/>
            <a:chOff x="1445846" y="3606278"/>
            <a:chExt cx="894863" cy="405426"/>
          </a:xfrm>
        </p:grpSpPr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D826335B-787F-7470-397D-59B7F8DCC172}"/>
                </a:ext>
              </a:extLst>
            </p:cNvPr>
            <p:cNvCxnSpPr>
              <a:cxnSpLocks/>
              <a:stCxn id="439" idx="0"/>
              <a:endCxn id="44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B05CF1CC-DFC7-69FD-D938-13E929C6C157}"/>
                </a:ext>
              </a:extLst>
            </p:cNvPr>
            <p:cNvSpPr/>
            <p:nvPr/>
          </p:nvSpPr>
          <p:spPr>
            <a:xfrm flipV="1">
              <a:off x="1445846" y="390983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AF7EABE9-53B8-F5EA-FF95-9C09639B4FDD}"/>
                </a:ext>
              </a:extLst>
            </p:cNvPr>
            <p:cNvSpPr/>
            <p:nvPr/>
          </p:nvSpPr>
          <p:spPr>
            <a:xfrm flipV="1">
              <a:off x="1697745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F959EA42-DD1F-6E11-109A-29DF16B4A05C}"/>
                </a:ext>
              </a:extLst>
            </p:cNvPr>
            <p:cNvSpPr/>
            <p:nvPr/>
          </p:nvSpPr>
          <p:spPr>
            <a:xfrm flipV="1">
              <a:off x="1934704" y="3905566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4355B7CD-94E9-3F3D-B078-78875FFB79A3}"/>
                </a:ext>
              </a:extLst>
            </p:cNvPr>
            <p:cNvSpPr/>
            <p:nvPr/>
          </p:nvSpPr>
          <p:spPr>
            <a:xfrm flipV="1">
              <a:off x="1584576" y="3747537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9BE493E2-2106-63BA-9ECE-CC88005D93B1}"/>
                </a:ext>
              </a:extLst>
            </p:cNvPr>
            <p:cNvSpPr/>
            <p:nvPr/>
          </p:nvSpPr>
          <p:spPr>
            <a:xfrm flipV="1">
              <a:off x="2168951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722121D5-2DAD-24D7-E6B1-409E96FB42AD}"/>
                </a:ext>
              </a:extLst>
            </p:cNvPr>
            <p:cNvSpPr/>
            <p:nvPr/>
          </p:nvSpPr>
          <p:spPr>
            <a:xfrm flipV="1">
              <a:off x="1815217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BFA1B8D4-7486-77FB-CD0B-13FF567E1562}"/>
                </a:ext>
              </a:extLst>
            </p:cNvPr>
            <p:cNvSpPr/>
            <p:nvPr/>
          </p:nvSpPr>
          <p:spPr>
            <a:xfrm flipV="1">
              <a:off x="2044088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5E65A8A5-47B0-B7AC-2163-C075ABE99F47}"/>
                </a:ext>
              </a:extLst>
            </p:cNvPr>
            <p:cNvSpPr/>
            <p:nvPr/>
          </p:nvSpPr>
          <p:spPr>
            <a:xfrm flipV="1">
              <a:off x="1697745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BA1A310E-E027-A79F-C604-D6FDE8A2866B}"/>
                </a:ext>
              </a:extLst>
            </p:cNvPr>
            <p:cNvSpPr/>
            <p:nvPr/>
          </p:nvSpPr>
          <p:spPr>
            <a:xfrm flipV="1">
              <a:off x="1926616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FF5F6641-BEE7-E83C-D244-7677F4E5D845}"/>
                </a:ext>
              </a:extLst>
            </p:cNvPr>
            <p:cNvCxnSpPr>
              <a:endCxn id="439" idx="0"/>
            </p:cNvCxnSpPr>
            <p:nvPr/>
          </p:nvCxnSpPr>
          <p:spPr>
            <a:xfrm flipV="1">
              <a:off x="1538213" y="3849408"/>
              <a:ext cx="132241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20BA09AE-0B1C-38B6-83DE-ECE8914BFDA9}"/>
                </a:ext>
              </a:extLst>
            </p:cNvPr>
            <p:cNvCxnSpPr>
              <a:stCxn id="437" idx="4"/>
              <a:endCxn id="439" idx="0"/>
            </p:cNvCxnSpPr>
            <p:nvPr/>
          </p:nvCxnSpPr>
          <p:spPr>
            <a:xfrm flipH="1" flipV="1">
              <a:off x="1670455" y="3849408"/>
              <a:ext cx="113169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A08BB771-BF75-2CC3-B5F6-DA5ACDD71DA6}"/>
                </a:ext>
              </a:extLst>
            </p:cNvPr>
            <p:cNvCxnSpPr>
              <a:stCxn id="437" idx="4"/>
              <a:endCxn id="441" idx="0"/>
            </p:cNvCxnSpPr>
            <p:nvPr/>
          </p:nvCxnSpPr>
          <p:spPr>
            <a:xfrm flipV="1">
              <a:off x="1783624" y="3849775"/>
              <a:ext cx="117472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4EFDB407-E10A-A726-A449-7B346CA2F287}"/>
                </a:ext>
              </a:extLst>
            </p:cNvPr>
            <p:cNvCxnSpPr>
              <a:stCxn id="438" idx="4"/>
              <a:endCxn id="441" idx="0"/>
            </p:cNvCxnSpPr>
            <p:nvPr/>
          </p:nvCxnSpPr>
          <p:spPr>
            <a:xfrm flipH="1" flipV="1">
              <a:off x="1901096" y="3849775"/>
              <a:ext cx="119488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3B943C37-389C-E8F8-D6D5-6643C2FAA0C5}"/>
                </a:ext>
              </a:extLst>
            </p:cNvPr>
            <p:cNvCxnSpPr>
              <a:cxnSpLocks/>
              <a:stCxn id="439" idx="0"/>
              <a:endCxn id="438" idx="4"/>
            </p:cNvCxnSpPr>
            <p:nvPr/>
          </p:nvCxnSpPr>
          <p:spPr>
            <a:xfrm>
              <a:off x="1670455" y="3849408"/>
              <a:ext cx="350129" cy="561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B03F3BF9-9BB1-C01F-CBDA-573F7DD6FE51}"/>
                </a:ext>
              </a:extLst>
            </p:cNvPr>
            <p:cNvCxnSpPr>
              <a:cxnSpLocks/>
              <a:stCxn id="439" idx="0"/>
              <a:endCxn id="44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8CBFF794-559C-CE6B-7F72-5E5A0730158E}"/>
                </a:ext>
              </a:extLst>
            </p:cNvPr>
            <p:cNvCxnSpPr>
              <a:cxnSpLocks/>
              <a:stCxn id="436" idx="4"/>
              <a:endCxn id="441" idx="0"/>
            </p:cNvCxnSpPr>
            <p:nvPr/>
          </p:nvCxnSpPr>
          <p:spPr>
            <a:xfrm flipV="1">
              <a:off x="1531725" y="3849775"/>
              <a:ext cx="369371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01E9F499-461D-C387-D078-F8F0E21B47FE}"/>
                </a:ext>
              </a:extLst>
            </p:cNvPr>
            <p:cNvCxnSpPr>
              <a:cxnSpLocks/>
              <a:stCxn id="442" idx="0"/>
              <a:endCxn id="438" idx="4"/>
            </p:cNvCxnSpPr>
            <p:nvPr/>
          </p:nvCxnSpPr>
          <p:spPr>
            <a:xfrm flipH="1">
              <a:off x="2020584" y="3849775"/>
              <a:ext cx="109383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2C3CF926-41BF-5E0C-2258-0FE20294A614}"/>
                </a:ext>
              </a:extLst>
            </p:cNvPr>
            <p:cNvCxnSpPr>
              <a:cxnSpLocks/>
              <a:stCxn id="442" idx="0"/>
              <a:endCxn id="440" idx="4"/>
            </p:cNvCxnSpPr>
            <p:nvPr/>
          </p:nvCxnSpPr>
          <p:spPr>
            <a:xfrm>
              <a:off x="2129967" y="3849775"/>
              <a:ext cx="124863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6A307D80-5DE3-1E34-84E2-5A486B98431A}"/>
                </a:ext>
              </a:extLst>
            </p:cNvPr>
            <p:cNvCxnSpPr>
              <a:cxnSpLocks/>
              <a:stCxn id="441" idx="0"/>
              <a:endCxn id="440" idx="4"/>
            </p:cNvCxnSpPr>
            <p:nvPr/>
          </p:nvCxnSpPr>
          <p:spPr>
            <a:xfrm>
              <a:off x="1901096" y="3849775"/>
              <a:ext cx="353734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9F66A85E-18DB-0FCE-3EE2-702AFD626505}"/>
                </a:ext>
              </a:extLst>
            </p:cNvPr>
            <p:cNvCxnSpPr>
              <a:cxnSpLocks/>
              <a:stCxn id="436" idx="4"/>
              <a:endCxn id="442" idx="0"/>
            </p:cNvCxnSpPr>
            <p:nvPr/>
          </p:nvCxnSpPr>
          <p:spPr>
            <a:xfrm flipV="1">
              <a:off x="1531725" y="3849775"/>
              <a:ext cx="598242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4484E033-F1DE-509F-66E9-C670E11E1EAB}"/>
                </a:ext>
              </a:extLst>
            </p:cNvPr>
            <p:cNvCxnSpPr>
              <a:cxnSpLocks/>
              <a:stCxn id="443" idx="0"/>
              <a:endCxn id="439" idx="4"/>
            </p:cNvCxnSpPr>
            <p:nvPr/>
          </p:nvCxnSpPr>
          <p:spPr>
            <a:xfrm flipH="1">
              <a:off x="1670455" y="3708150"/>
              <a:ext cx="113169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96AAA57F-5491-4896-909A-BD92895CD06A}"/>
                </a:ext>
              </a:extLst>
            </p:cNvPr>
            <p:cNvCxnSpPr>
              <a:cxnSpLocks/>
              <a:stCxn id="444" idx="0"/>
              <a:endCxn id="439" idx="4"/>
            </p:cNvCxnSpPr>
            <p:nvPr/>
          </p:nvCxnSpPr>
          <p:spPr>
            <a:xfrm flipH="1">
              <a:off x="1670455" y="3708150"/>
              <a:ext cx="342040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2F53412F-BF91-308C-9D22-F08D39927167}"/>
                </a:ext>
              </a:extLst>
            </p:cNvPr>
            <p:cNvCxnSpPr>
              <a:cxnSpLocks/>
              <a:stCxn id="443" idx="0"/>
              <a:endCxn id="441" idx="4"/>
            </p:cNvCxnSpPr>
            <p:nvPr/>
          </p:nvCxnSpPr>
          <p:spPr>
            <a:xfrm>
              <a:off x="1783624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04A73CAB-3012-ADEA-8FB2-CFB6FBE61ABA}"/>
                </a:ext>
              </a:extLst>
            </p:cNvPr>
            <p:cNvCxnSpPr>
              <a:cxnSpLocks/>
              <a:stCxn id="444" idx="0"/>
              <a:endCxn id="442" idx="4"/>
            </p:cNvCxnSpPr>
            <p:nvPr/>
          </p:nvCxnSpPr>
          <p:spPr>
            <a:xfrm>
              <a:off x="2012495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9244371D-9305-4EAA-6D1E-414451E02501}"/>
                </a:ext>
              </a:extLst>
            </p:cNvPr>
            <p:cNvCxnSpPr>
              <a:cxnSpLocks/>
              <a:stCxn id="444" idx="0"/>
              <a:endCxn id="441" idx="4"/>
            </p:cNvCxnSpPr>
            <p:nvPr/>
          </p:nvCxnSpPr>
          <p:spPr>
            <a:xfrm flipH="1">
              <a:off x="1901096" y="3708150"/>
              <a:ext cx="111399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2A12D3D5-D12F-0CEC-E5FC-2EB7DE1EE207}"/>
                </a:ext>
              </a:extLst>
            </p:cNvPr>
            <p:cNvCxnSpPr>
              <a:cxnSpLocks/>
              <a:stCxn id="443" idx="0"/>
              <a:endCxn id="442" idx="4"/>
            </p:cNvCxnSpPr>
            <p:nvPr/>
          </p:nvCxnSpPr>
          <p:spPr>
            <a:xfrm>
              <a:off x="1783624" y="3708150"/>
              <a:ext cx="346343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04F0EBDA-2A83-DFBD-DAA0-FA9B212B2F2E}"/>
              </a:ext>
            </a:extLst>
          </p:cNvPr>
          <p:cNvGrpSpPr/>
          <p:nvPr/>
        </p:nvGrpSpPr>
        <p:grpSpPr>
          <a:xfrm>
            <a:off x="6521069" y="4554650"/>
            <a:ext cx="935680" cy="537319"/>
            <a:chOff x="6662617" y="2245853"/>
            <a:chExt cx="935680" cy="537319"/>
          </a:xfrm>
        </p:grpSpPr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90A17BA8-4D6B-E774-6EA7-0BD05FCB6772}"/>
                </a:ext>
              </a:extLst>
            </p:cNvPr>
            <p:cNvSpPr/>
            <p:nvPr/>
          </p:nvSpPr>
          <p:spPr>
            <a:xfrm flipV="1">
              <a:off x="6662617" y="229842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043D3939-23C5-BBF1-CA3A-550B4BFC1B83}"/>
                </a:ext>
              </a:extLst>
            </p:cNvPr>
            <p:cNvSpPr/>
            <p:nvPr/>
          </p:nvSpPr>
          <p:spPr>
            <a:xfrm flipV="1">
              <a:off x="6914516" y="2294560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52160F48-0B73-F4A1-1F09-142307993563}"/>
                </a:ext>
              </a:extLst>
            </p:cNvPr>
            <p:cNvSpPr/>
            <p:nvPr/>
          </p:nvSpPr>
          <p:spPr>
            <a:xfrm flipV="1">
              <a:off x="7151475" y="2294154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Oval 465">
              <a:extLst>
                <a:ext uri="{FF2B5EF4-FFF2-40B4-BE49-F238E27FC236}">
                  <a16:creationId xmlns:a16="http://schemas.microsoft.com/office/drawing/2014/main" id="{C3656534-CDD1-475A-0D92-9F5C8B3F3CB6}"/>
                </a:ext>
              </a:extLst>
            </p:cNvPr>
            <p:cNvSpPr/>
            <p:nvPr/>
          </p:nvSpPr>
          <p:spPr>
            <a:xfrm flipV="1">
              <a:off x="7385722" y="229456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39C4627D-49C5-6638-E9EE-3B8D19256911}"/>
                </a:ext>
              </a:extLst>
            </p:cNvPr>
            <p:cNvSpPr/>
            <p:nvPr/>
          </p:nvSpPr>
          <p:spPr>
            <a:xfrm flipV="1">
              <a:off x="6672079" y="246022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BD59A5FD-2800-983A-ADDB-1B73CC7FED38}"/>
                </a:ext>
              </a:extLst>
            </p:cNvPr>
            <p:cNvSpPr/>
            <p:nvPr/>
          </p:nvSpPr>
          <p:spPr>
            <a:xfrm flipV="1">
              <a:off x="6923978" y="245636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Oval 468">
              <a:extLst>
                <a:ext uri="{FF2B5EF4-FFF2-40B4-BE49-F238E27FC236}">
                  <a16:creationId xmlns:a16="http://schemas.microsoft.com/office/drawing/2014/main" id="{AC303BF3-193B-4C8B-C4D6-290EBB85367E}"/>
                </a:ext>
              </a:extLst>
            </p:cNvPr>
            <p:cNvSpPr/>
            <p:nvPr/>
          </p:nvSpPr>
          <p:spPr>
            <a:xfrm flipV="1">
              <a:off x="7160937" y="2455961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Oval 469">
              <a:extLst>
                <a:ext uri="{FF2B5EF4-FFF2-40B4-BE49-F238E27FC236}">
                  <a16:creationId xmlns:a16="http://schemas.microsoft.com/office/drawing/2014/main" id="{2CC3B84A-8E37-0916-64CC-9DCC4A34C251}"/>
                </a:ext>
              </a:extLst>
            </p:cNvPr>
            <p:cNvSpPr/>
            <p:nvPr/>
          </p:nvSpPr>
          <p:spPr>
            <a:xfrm flipV="1">
              <a:off x="7395184" y="2456367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016DE08C-3E6E-1AD3-5B70-BF5E1DCEE4FF}"/>
                </a:ext>
              </a:extLst>
            </p:cNvPr>
            <p:cNvSpPr/>
            <p:nvPr/>
          </p:nvSpPr>
          <p:spPr>
            <a:xfrm flipV="1">
              <a:off x="6672079" y="26301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0C845629-19BC-BA99-A78E-F1DBF418906E}"/>
                </a:ext>
              </a:extLst>
            </p:cNvPr>
            <p:cNvSpPr/>
            <p:nvPr/>
          </p:nvSpPr>
          <p:spPr>
            <a:xfrm flipV="1">
              <a:off x="6923978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1F440935-B4F6-BE60-5126-60D658B50A6C}"/>
                </a:ext>
              </a:extLst>
            </p:cNvPr>
            <p:cNvSpPr/>
            <p:nvPr/>
          </p:nvSpPr>
          <p:spPr>
            <a:xfrm flipV="1">
              <a:off x="7160937" y="2625906"/>
              <a:ext cx="171758" cy="1018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90DDA9F0-F3D5-4DDA-3E85-339B8A4C3F51}"/>
                </a:ext>
              </a:extLst>
            </p:cNvPr>
            <p:cNvSpPr/>
            <p:nvPr/>
          </p:nvSpPr>
          <p:spPr>
            <a:xfrm flipV="1">
              <a:off x="7395184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Multiply 474">
              <a:extLst>
                <a:ext uri="{FF2B5EF4-FFF2-40B4-BE49-F238E27FC236}">
                  <a16:creationId xmlns:a16="http://schemas.microsoft.com/office/drawing/2014/main" id="{1CA403CA-58EE-74F8-FFEB-CBE535A803BE}"/>
                </a:ext>
              </a:extLst>
            </p:cNvPr>
            <p:cNvSpPr/>
            <p:nvPr/>
          </p:nvSpPr>
          <p:spPr>
            <a:xfrm>
              <a:off x="6887737" y="2245853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Multiply 475">
              <a:extLst>
                <a:ext uri="{FF2B5EF4-FFF2-40B4-BE49-F238E27FC236}">
                  <a16:creationId xmlns:a16="http://schemas.microsoft.com/office/drawing/2014/main" id="{54A18C5B-4A35-BF12-3B80-797C4C628716}"/>
                </a:ext>
              </a:extLst>
            </p:cNvPr>
            <p:cNvSpPr/>
            <p:nvPr/>
          </p:nvSpPr>
          <p:spPr>
            <a:xfrm>
              <a:off x="7368997" y="2395992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Multiply 476">
              <a:extLst>
                <a:ext uri="{FF2B5EF4-FFF2-40B4-BE49-F238E27FC236}">
                  <a16:creationId xmlns:a16="http://schemas.microsoft.com/office/drawing/2014/main" id="{D71F532F-CF41-0D95-530D-0FCEA0851A99}"/>
                </a:ext>
              </a:extLst>
            </p:cNvPr>
            <p:cNvSpPr/>
            <p:nvPr/>
          </p:nvSpPr>
          <p:spPr>
            <a:xfrm>
              <a:off x="7139697" y="2570511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8" name="TextBox 477">
            <a:extLst>
              <a:ext uri="{FF2B5EF4-FFF2-40B4-BE49-F238E27FC236}">
                <a16:creationId xmlns:a16="http://schemas.microsoft.com/office/drawing/2014/main" id="{A401C4D7-A707-827B-5592-1427C6F39B8A}"/>
              </a:ext>
            </a:extLst>
          </p:cNvPr>
          <p:cNvSpPr txBox="1"/>
          <p:nvPr/>
        </p:nvSpPr>
        <p:spPr>
          <a:xfrm>
            <a:off x="6419844" y="5089377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Selection</a:t>
            </a:r>
            <a:endParaRPr lang="en-US" sz="800" dirty="0"/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37392986-2CA5-6BBF-B0CB-BE21597FFBAC}"/>
              </a:ext>
            </a:extLst>
          </p:cNvPr>
          <p:cNvSpPr txBox="1"/>
          <p:nvPr/>
        </p:nvSpPr>
        <p:spPr>
          <a:xfrm>
            <a:off x="6418396" y="4363831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encoding</a:t>
            </a:r>
            <a:endParaRPr lang="en-US" sz="800" dirty="0"/>
          </a:p>
        </p:txBody>
      </p:sp>
      <p:sp>
        <p:nvSpPr>
          <p:cNvPr id="380" name="Rounded Rectangle 379">
            <a:extLst>
              <a:ext uri="{FF2B5EF4-FFF2-40B4-BE49-F238E27FC236}">
                <a16:creationId xmlns:a16="http://schemas.microsoft.com/office/drawing/2014/main" id="{DCC918A6-C2B1-5957-5784-49BD7ED209B0}"/>
              </a:ext>
            </a:extLst>
          </p:cNvPr>
          <p:cNvSpPr/>
          <p:nvPr/>
        </p:nvSpPr>
        <p:spPr>
          <a:xfrm>
            <a:off x="4091355" y="3448304"/>
            <a:ext cx="1144957" cy="28291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>
            <a:extLst>
              <a:ext uri="{FF2B5EF4-FFF2-40B4-BE49-F238E27FC236}">
                <a16:creationId xmlns:a16="http://schemas.microsoft.com/office/drawing/2014/main" id="{B6EF110F-A988-61CB-E366-FC87738F0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381" y="5844696"/>
            <a:ext cx="302847" cy="302847"/>
          </a:xfrm>
          <a:prstGeom prst="rect">
            <a:avLst/>
          </a:prstGeom>
        </p:spPr>
      </p:pic>
      <p:pic>
        <p:nvPicPr>
          <p:cNvPr id="383" name="Picture 382">
            <a:extLst>
              <a:ext uri="{FF2B5EF4-FFF2-40B4-BE49-F238E27FC236}">
                <a16:creationId xmlns:a16="http://schemas.microsoft.com/office/drawing/2014/main" id="{6660FD71-D699-2881-B064-6930CBD78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211" y="5844696"/>
            <a:ext cx="304800" cy="304800"/>
          </a:xfrm>
          <a:prstGeom prst="rect">
            <a:avLst/>
          </a:prstGeom>
        </p:spPr>
      </p:pic>
      <p:grpSp>
        <p:nvGrpSpPr>
          <p:cNvPr id="384" name="Group 383">
            <a:extLst>
              <a:ext uri="{FF2B5EF4-FFF2-40B4-BE49-F238E27FC236}">
                <a16:creationId xmlns:a16="http://schemas.microsoft.com/office/drawing/2014/main" id="{D110780A-DCE0-6AD4-565C-87EB284BBA46}"/>
              </a:ext>
            </a:extLst>
          </p:cNvPr>
          <p:cNvGrpSpPr/>
          <p:nvPr/>
        </p:nvGrpSpPr>
        <p:grpSpPr>
          <a:xfrm>
            <a:off x="4194911" y="3945059"/>
            <a:ext cx="894863" cy="405426"/>
            <a:chOff x="1445846" y="3606278"/>
            <a:chExt cx="894863" cy="405426"/>
          </a:xfrm>
        </p:grpSpPr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E6B072F9-8F3C-B1CA-8C7E-3A2C4DF5298C}"/>
                </a:ext>
              </a:extLst>
            </p:cNvPr>
            <p:cNvCxnSpPr>
              <a:cxnSpLocks/>
              <a:stCxn id="389" idx="0"/>
              <a:endCxn id="39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E768E372-4E3F-AF43-C79B-49AA29A00685}"/>
                </a:ext>
              </a:extLst>
            </p:cNvPr>
            <p:cNvSpPr/>
            <p:nvPr/>
          </p:nvSpPr>
          <p:spPr>
            <a:xfrm flipV="1">
              <a:off x="1445846" y="390983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D469AAC8-8824-B5D4-D833-C72184946D7F}"/>
                </a:ext>
              </a:extLst>
            </p:cNvPr>
            <p:cNvSpPr/>
            <p:nvPr/>
          </p:nvSpPr>
          <p:spPr>
            <a:xfrm flipV="1">
              <a:off x="1697745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5D501C50-C97C-93E0-535E-72CA38B82089}"/>
                </a:ext>
              </a:extLst>
            </p:cNvPr>
            <p:cNvSpPr/>
            <p:nvPr/>
          </p:nvSpPr>
          <p:spPr>
            <a:xfrm flipV="1">
              <a:off x="1934704" y="3905566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C5F54096-AFBF-76AF-0850-60EFCADC8324}"/>
                </a:ext>
              </a:extLst>
            </p:cNvPr>
            <p:cNvSpPr/>
            <p:nvPr/>
          </p:nvSpPr>
          <p:spPr>
            <a:xfrm flipV="1">
              <a:off x="1584576" y="3747537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7ABE0191-982A-8172-BEBD-021C40F1BCBC}"/>
                </a:ext>
              </a:extLst>
            </p:cNvPr>
            <p:cNvSpPr/>
            <p:nvPr/>
          </p:nvSpPr>
          <p:spPr>
            <a:xfrm flipV="1">
              <a:off x="2168951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B63EE7A3-E0A0-7E51-8AE4-3413F7B3CE1F}"/>
                </a:ext>
              </a:extLst>
            </p:cNvPr>
            <p:cNvSpPr/>
            <p:nvPr/>
          </p:nvSpPr>
          <p:spPr>
            <a:xfrm flipV="1">
              <a:off x="1815217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DA70FC2-5A59-578A-D85F-8692B5D2405E}"/>
                </a:ext>
              </a:extLst>
            </p:cNvPr>
            <p:cNvSpPr/>
            <p:nvPr/>
          </p:nvSpPr>
          <p:spPr>
            <a:xfrm flipV="1">
              <a:off x="2044088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E43963C1-0BB5-C469-B260-291B2E96BE52}"/>
                </a:ext>
              </a:extLst>
            </p:cNvPr>
            <p:cNvSpPr/>
            <p:nvPr/>
          </p:nvSpPr>
          <p:spPr>
            <a:xfrm flipV="1">
              <a:off x="1697745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2F504348-D023-5366-E2F8-3D35B4E4A998}"/>
                </a:ext>
              </a:extLst>
            </p:cNvPr>
            <p:cNvSpPr/>
            <p:nvPr/>
          </p:nvSpPr>
          <p:spPr>
            <a:xfrm flipV="1">
              <a:off x="1926616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F9D3D1D1-D3DF-CC1B-0249-639194EE767A}"/>
                </a:ext>
              </a:extLst>
            </p:cNvPr>
            <p:cNvCxnSpPr>
              <a:endCxn id="389" idx="0"/>
            </p:cNvCxnSpPr>
            <p:nvPr/>
          </p:nvCxnSpPr>
          <p:spPr>
            <a:xfrm flipV="1">
              <a:off x="1538213" y="3849408"/>
              <a:ext cx="132241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B863087A-64CA-D1D9-EFF1-3B057D9A04EC}"/>
                </a:ext>
              </a:extLst>
            </p:cNvPr>
            <p:cNvCxnSpPr>
              <a:stCxn id="387" idx="4"/>
              <a:endCxn id="389" idx="0"/>
            </p:cNvCxnSpPr>
            <p:nvPr/>
          </p:nvCxnSpPr>
          <p:spPr>
            <a:xfrm flipH="1" flipV="1">
              <a:off x="1670455" y="3849408"/>
              <a:ext cx="113169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7A9A9A4C-C0D1-D2F7-EFD6-493DD2D3300D}"/>
                </a:ext>
              </a:extLst>
            </p:cNvPr>
            <p:cNvCxnSpPr>
              <a:stCxn id="387" idx="4"/>
              <a:endCxn id="391" idx="0"/>
            </p:cNvCxnSpPr>
            <p:nvPr/>
          </p:nvCxnSpPr>
          <p:spPr>
            <a:xfrm flipV="1">
              <a:off x="1783624" y="3849775"/>
              <a:ext cx="117472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D54E098D-23FA-815E-6020-441EB66375C1}"/>
                </a:ext>
              </a:extLst>
            </p:cNvPr>
            <p:cNvCxnSpPr>
              <a:stCxn id="388" idx="4"/>
              <a:endCxn id="391" idx="0"/>
            </p:cNvCxnSpPr>
            <p:nvPr/>
          </p:nvCxnSpPr>
          <p:spPr>
            <a:xfrm flipH="1" flipV="1">
              <a:off x="1901096" y="3849775"/>
              <a:ext cx="119488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8870F73A-EAAA-4030-A94A-07DBCD2CDEE7}"/>
                </a:ext>
              </a:extLst>
            </p:cNvPr>
            <p:cNvCxnSpPr>
              <a:cxnSpLocks/>
              <a:stCxn id="389" idx="0"/>
              <a:endCxn id="388" idx="4"/>
            </p:cNvCxnSpPr>
            <p:nvPr/>
          </p:nvCxnSpPr>
          <p:spPr>
            <a:xfrm>
              <a:off x="1670455" y="3849408"/>
              <a:ext cx="350129" cy="561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E008808F-994F-1CF2-3DAC-4DC56CA2188C}"/>
                </a:ext>
              </a:extLst>
            </p:cNvPr>
            <p:cNvCxnSpPr>
              <a:cxnSpLocks/>
              <a:stCxn id="389" idx="0"/>
              <a:endCxn id="39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1B2484DB-DBF5-31DA-1CA2-BA6175ABE00A}"/>
                </a:ext>
              </a:extLst>
            </p:cNvPr>
            <p:cNvCxnSpPr>
              <a:cxnSpLocks/>
              <a:stCxn id="386" idx="4"/>
              <a:endCxn id="391" idx="0"/>
            </p:cNvCxnSpPr>
            <p:nvPr/>
          </p:nvCxnSpPr>
          <p:spPr>
            <a:xfrm flipV="1">
              <a:off x="1531725" y="3849775"/>
              <a:ext cx="369371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55453ED4-A4A6-75AD-E5EB-EB5B6815EA16}"/>
                </a:ext>
              </a:extLst>
            </p:cNvPr>
            <p:cNvCxnSpPr>
              <a:cxnSpLocks/>
              <a:stCxn id="392" idx="0"/>
              <a:endCxn id="388" idx="4"/>
            </p:cNvCxnSpPr>
            <p:nvPr/>
          </p:nvCxnSpPr>
          <p:spPr>
            <a:xfrm flipH="1">
              <a:off x="2020584" y="3849775"/>
              <a:ext cx="109383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B5F69004-BED1-D35D-B636-FE5FC178110A}"/>
                </a:ext>
              </a:extLst>
            </p:cNvPr>
            <p:cNvCxnSpPr>
              <a:cxnSpLocks/>
              <a:stCxn id="392" idx="0"/>
              <a:endCxn id="390" idx="4"/>
            </p:cNvCxnSpPr>
            <p:nvPr/>
          </p:nvCxnSpPr>
          <p:spPr>
            <a:xfrm>
              <a:off x="2129967" y="3849775"/>
              <a:ext cx="124863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52E937A3-52D6-327F-ABFE-5944FFB85BA8}"/>
                </a:ext>
              </a:extLst>
            </p:cNvPr>
            <p:cNvCxnSpPr>
              <a:cxnSpLocks/>
              <a:stCxn id="391" idx="0"/>
              <a:endCxn id="390" idx="4"/>
            </p:cNvCxnSpPr>
            <p:nvPr/>
          </p:nvCxnSpPr>
          <p:spPr>
            <a:xfrm>
              <a:off x="1901096" y="3849775"/>
              <a:ext cx="353734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E4594B79-A879-DA8B-EC06-CA6CC8E73658}"/>
                </a:ext>
              </a:extLst>
            </p:cNvPr>
            <p:cNvCxnSpPr>
              <a:cxnSpLocks/>
              <a:stCxn id="386" idx="4"/>
              <a:endCxn id="392" idx="0"/>
            </p:cNvCxnSpPr>
            <p:nvPr/>
          </p:nvCxnSpPr>
          <p:spPr>
            <a:xfrm flipV="1">
              <a:off x="1531725" y="3849775"/>
              <a:ext cx="598242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F5D69EBB-9491-DD99-C70B-2DC9A230A62C}"/>
                </a:ext>
              </a:extLst>
            </p:cNvPr>
            <p:cNvCxnSpPr>
              <a:cxnSpLocks/>
              <a:stCxn id="393" idx="0"/>
              <a:endCxn id="389" idx="4"/>
            </p:cNvCxnSpPr>
            <p:nvPr/>
          </p:nvCxnSpPr>
          <p:spPr>
            <a:xfrm flipH="1">
              <a:off x="1670455" y="3708150"/>
              <a:ext cx="113169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24295278-4A8B-FD29-7CD0-453DB067AACF}"/>
                </a:ext>
              </a:extLst>
            </p:cNvPr>
            <p:cNvCxnSpPr>
              <a:cxnSpLocks/>
              <a:stCxn id="394" idx="0"/>
              <a:endCxn id="389" idx="4"/>
            </p:cNvCxnSpPr>
            <p:nvPr/>
          </p:nvCxnSpPr>
          <p:spPr>
            <a:xfrm flipH="1">
              <a:off x="1670455" y="3708150"/>
              <a:ext cx="342040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087E8537-EA2C-2ADD-87A3-C86C16FBBB85}"/>
                </a:ext>
              </a:extLst>
            </p:cNvPr>
            <p:cNvCxnSpPr>
              <a:cxnSpLocks/>
              <a:stCxn id="393" idx="0"/>
              <a:endCxn id="391" idx="4"/>
            </p:cNvCxnSpPr>
            <p:nvPr/>
          </p:nvCxnSpPr>
          <p:spPr>
            <a:xfrm>
              <a:off x="1783624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CC07D6E7-779C-E2B9-1CBD-57238D7D1A94}"/>
                </a:ext>
              </a:extLst>
            </p:cNvPr>
            <p:cNvCxnSpPr>
              <a:cxnSpLocks/>
              <a:stCxn id="394" idx="0"/>
              <a:endCxn id="392" idx="4"/>
            </p:cNvCxnSpPr>
            <p:nvPr/>
          </p:nvCxnSpPr>
          <p:spPr>
            <a:xfrm>
              <a:off x="2012495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6A542059-F93E-6DDE-6E6F-0F05FEA345F9}"/>
                </a:ext>
              </a:extLst>
            </p:cNvPr>
            <p:cNvCxnSpPr>
              <a:cxnSpLocks/>
              <a:stCxn id="394" idx="0"/>
              <a:endCxn id="391" idx="4"/>
            </p:cNvCxnSpPr>
            <p:nvPr/>
          </p:nvCxnSpPr>
          <p:spPr>
            <a:xfrm flipH="1">
              <a:off x="1901096" y="3708150"/>
              <a:ext cx="111399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C48B2D11-C75F-C3A1-326E-C9CD7153B41E}"/>
                </a:ext>
              </a:extLst>
            </p:cNvPr>
            <p:cNvCxnSpPr>
              <a:cxnSpLocks/>
              <a:stCxn id="393" idx="0"/>
              <a:endCxn id="392" idx="4"/>
            </p:cNvCxnSpPr>
            <p:nvPr/>
          </p:nvCxnSpPr>
          <p:spPr>
            <a:xfrm>
              <a:off x="1783624" y="3708150"/>
              <a:ext cx="346343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53DED084-2C99-5A5A-8542-BB90C5EA432D}"/>
              </a:ext>
            </a:extLst>
          </p:cNvPr>
          <p:cNvGrpSpPr/>
          <p:nvPr/>
        </p:nvGrpSpPr>
        <p:grpSpPr>
          <a:xfrm>
            <a:off x="4211623" y="4554650"/>
            <a:ext cx="935680" cy="537319"/>
            <a:chOff x="6662617" y="2245853"/>
            <a:chExt cx="935680" cy="537319"/>
          </a:xfrm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E4A614CF-6A68-A150-8F7B-37707CECF613}"/>
                </a:ext>
              </a:extLst>
            </p:cNvPr>
            <p:cNvSpPr/>
            <p:nvPr/>
          </p:nvSpPr>
          <p:spPr>
            <a:xfrm flipV="1">
              <a:off x="6662617" y="229842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8B3C8D11-142F-19B6-69E8-E972A4C9CFD9}"/>
                </a:ext>
              </a:extLst>
            </p:cNvPr>
            <p:cNvSpPr/>
            <p:nvPr/>
          </p:nvSpPr>
          <p:spPr>
            <a:xfrm flipV="1">
              <a:off x="6914516" y="2294560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E1A7DB77-D741-D3A5-7C33-DB0081581069}"/>
                </a:ext>
              </a:extLst>
            </p:cNvPr>
            <p:cNvSpPr/>
            <p:nvPr/>
          </p:nvSpPr>
          <p:spPr>
            <a:xfrm flipV="1">
              <a:off x="7151475" y="2294154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C9D5808F-6F94-2CDA-18F0-1293B9A2AAFF}"/>
                </a:ext>
              </a:extLst>
            </p:cNvPr>
            <p:cNvSpPr/>
            <p:nvPr/>
          </p:nvSpPr>
          <p:spPr>
            <a:xfrm flipV="1">
              <a:off x="7385722" y="229456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E2D8D801-6751-6174-0218-0911C46469F9}"/>
                </a:ext>
              </a:extLst>
            </p:cNvPr>
            <p:cNvSpPr/>
            <p:nvPr/>
          </p:nvSpPr>
          <p:spPr>
            <a:xfrm flipV="1">
              <a:off x="6672079" y="246022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C55BA224-A0A2-0FAA-38C4-EF33E6413B85}"/>
                </a:ext>
              </a:extLst>
            </p:cNvPr>
            <p:cNvSpPr/>
            <p:nvPr/>
          </p:nvSpPr>
          <p:spPr>
            <a:xfrm flipV="1">
              <a:off x="6923978" y="245636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EF379A8E-E44E-79F3-714A-4CE9FF2D043D}"/>
                </a:ext>
              </a:extLst>
            </p:cNvPr>
            <p:cNvSpPr/>
            <p:nvPr/>
          </p:nvSpPr>
          <p:spPr>
            <a:xfrm flipV="1">
              <a:off x="7160937" y="2455961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3F28F68B-F31C-7C79-02CC-BCE7331AA9F1}"/>
                </a:ext>
              </a:extLst>
            </p:cNvPr>
            <p:cNvSpPr/>
            <p:nvPr/>
          </p:nvSpPr>
          <p:spPr>
            <a:xfrm flipV="1">
              <a:off x="7395184" y="2456367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3D308267-FFF5-149E-A664-C1FD40126233}"/>
                </a:ext>
              </a:extLst>
            </p:cNvPr>
            <p:cNvSpPr/>
            <p:nvPr/>
          </p:nvSpPr>
          <p:spPr>
            <a:xfrm flipV="1">
              <a:off x="6672079" y="26301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FC4E9031-637C-F4A7-0EB2-BF41BC016E2D}"/>
                </a:ext>
              </a:extLst>
            </p:cNvPr>
            <p:cNvSpPr/>
            <p:nvPr/>
          </p:nvSpPr>
          <p:spPr>
            <a:xfrm flipV="1">
              <a:off x="6923978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9318FA35-0A8E-B0AC-84C9-FE28C5D85284}"/>
                </a:ext>
              </a:extLst>
            </p:cNvPr>
            <p:cNvSpPr/>
            <p:nvPr/>
          </p:nvSpPr>
          <p:spPr>
            <a:xfrm flipV="1">
              <a:off x="7160937" y="2625906"/>
              <a:ext cx="171758" cy="1018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4D5913C9-CABF-4B6D-1FC4-26DB82F9CB9E}"/>
                </a:ext>
              </a:extLst>
            </p:cNvPr>
            <p:cNvSpPr/>
            <p:nvPr/>
          </p:nvSpPr>
          <p:spPr>
            <a:xfrm flipV="1">
              <a:off x="7395184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Multiply 424">
              <a:extLst>
                <a:ext uri="{FF2B5EF4-FFF2-40B4-BE49-F238E27FC236}">
                  <a16:creationId xmlns:a16="http://schemas.microsoft.com/office/drawing/2014/main" id="{076E38B1-0B7D-A5AA-8FCE-60E8AF25F63D}"/>
                </a:ext>
              </a:extLst>
            </p:cNvPr>
            <p:cNvSpPr/>
            <p:nvPr/>
          </p:nvSpPr>
          <p:spPr>
            <a:xfrm>
              <a:off x="6887737" y="2245853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Multiply 425">
              <a:extLst>
                <a:ext uri="{FF2B5EF4-FFF2-40B4-BE49-F238E27FC236}">
                  <a16:creationId xmlns:a16="http://schemas.microsoft.com/office/drawing/2014/main" id="{5D4D3867-2EC3-E360-922C-9F48953470C8}"/>
                </a:ext>
              </a:extLst>
            </p:cNvPr>
            <p:cNvSpPr/>
            <p:nvPr/>
          </p:nvSpPr>
          <p:spPr>
            <a:xfrm>
              <a:off x="7368997" y="2395992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Multiply 426">
              <a:extLst>
                <a:ext uri="{FF2B5EF4-FFF2-40B4-BE49-F238E27FC236}">
                  <a16:creationId xmlns:a16="http://schemas.microsoft.com/office/drawing/2014/main" id="{E4F13893-8BDF-DA81-C18A-FC43F23EA853}"/>
                </a:ext>
              </a:extLst>
            </p:cNvPr>
            <p:cNvSpPr/>
            <p:nvPr/>
          </p:nvSpPr>
          <p:spPr>
            <a:xfrm>
              <a:off x="7139697" y="2570511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5D51F65A-D9F2-9A40-6B6B-A8DCC85445DD}"/>
              </a:ext>
            </a:extLst>
          </p:cNvPr>
          <p:cNvSpPr txBox="1"/>
          <p:nvPr/>
        </p:nvSpPr>
        <p:spPr>
          <a:xfrm>
            <a:off x="4110398" y="5089377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Selection</a:t>
            </a:r>
            <a:endParaRPr lang="en-US" sz="800" dirty="0"/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D65E95F0-E0A0-9925-65F5-9A300A99749E}"/>
              </a:ext>
            </a:extLst>
          </p:cNvPr>
          <p:cNvSpPr txBox="1"/>
          <p:nvPr/>
        </p:nvSpPr>
        <p:spPr>
          <a:xfrm>
            <a:off x="4108950" y="4363831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encoding</a:t>
            </a:r>
            <a:endParaRPr lang="en-US" sz="800" dirty="0"/>
          </a:p>
        </p:txBody>
      </p:sp>
      <p:sp>
        <p:nvSpPr>
          <p:cNvPr id="330" name="Rounded Rectangle 329">
            <a:extLst>
              <a:ext uri="{FF2B5EF4-FFF2-40B4-BE49-F238E27FC236}">
                <a16:creationId xmlns:a16="http://schemas.microsoft.com/office/drawing/2014/main" id="{40C5A6FE-FB89-2F94-CBD7-AD364035DAE6}"/>
              </a:ext>
            </a:extLst>
          </p:cNvPr>
          <p:cNvSpPr/>
          <p:nvPr/>
        </p:nvSpPr>
        <p:spPr>
          <a:xfrm>
            <a:off x="2687986" y="3448304"/>
            <a:ext cx="1144957" cy="28291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1" name="Picture 330">
            <a:extLst>
              <a:ext uri="{FF2B5EF4-FFF2-40B4-BE49-F238E27FC236}">
                <a16:creationId xmlns:a16="http://schemas.microsoft.com/office/drawing/2014/main" id="{CDC0019F-6184-BD59-074C-F343B788D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012" y="5844696"/>
            <a:ext cx="302847" cy="302847"/>
          </a:xfrm>
          <a:prstGeom prst="rect">
            <a:avLst/>
          </a:prstGeom>
        </p:spPr>
      </p:pic>
      <p:pic>
        <p:nvPicPr>
          <p:cNvPr id="333" name="Picture 332">
            <a:extLst>
              <a:ext uri="{FF2B5EF4-FFF2-40B4-BE49-F238E27FC236}">
                <a16:creationId xmlns:a16="http://schemas.microsoft.com/office/drawing/2014/main" id="{CD4D500B-EE7C-9C47-C3BD-0C4362142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8842" y="5844696"/>
            <a:ext cx="304800" cy="304800"/>
          </a:xfrm>
          <a:prstGeom prst="rect">
            <a:avLst/>
          </a:prstGeom>
        </p:spPr>
      </p:pic>
      <p:grpSp>
        <p:nvGrpSpPr>
          <p:cNvPr id="334" name="Group 333">
            <a:extLst>
              <a:ext uri="{FF2B5EF4-FFF2-40B4-BE49-F238E27FC236}">
                <a16:creationId xmlns:a16="http://schemas.microsoft.com/office/drawing/2014/main" id="{561FAF07-8B34-F8C7-9AB1-979CCF90176C}"/>
              </a:ext>
            </a:extLst>
          </p:cNvPr>
          <p:cNvGrpSpPr/>
          <p:nvPr/>
        </p:nvGrpSpPr>
        <p:grpSpPr>
          <a:xfrm>
            <a:off x="2791542" y="3945059"/>
            <a:ext cx="894863" cy="405426"/>
            <a:chOff x="1445846" y="3606278"/>
            <a:chExt cx="894863" cy="405426"/>
          </a:xfrm>
        </p:grpSpPr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6275DF9F-E5C4-934B-7482-616F6558AA2C}"/>
                </a:ext>
              </a:extLst>
            </p:cNvPr>
            <p:cNvCxnSpPr>
              <a:cxnSpLocks/>
              <a:stCxn id="339" idx="0"/>
              <a:endCxn id="34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9108E625-AE2E-12D0-0709-1AE04E168CC2}"/>
                </a:ext>
              </a:extLst>
            </p:cNvPr>
            <p:cNvSpPr/>
            <p:nvPr/>
          </p:nvSpPr>
          <p:spPr>
            <a:xfrm flipV="1">
              <a:off x="1445846" y="390983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4CF75061-3DC4-20F6-32EB-8EFE4A1FC108}"/>
                </a:ext>
              </a:extLst>
            </p:cNvPr>
            <p:cNvSpPr/>
            <p:nvPr/>
          </p:nvSpPr>
          <p:spPr>
            <a:xfrm flipV="1">
              <a:off x="1697745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90737FC1-E12E-5796-D6D7-6806D3BAFD9C}"/>
                </a:ext>
              </a:extLst>
            </p:cNvPr>
            <p:cNvSpPr/>
            <p:nvPr/>
          </p:nvSpPr>
          <p:spPr>
            <a:xfrm flipV="1">
              <a:off x="1934704" y="3905566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0EA57B70-7541-FD3C-75EC-CF3A81DA0DE7}"/>
                </a:ext>
              </a:extLst>
            </p:cNvPr>
            <p:cNvSpPr/>
            <p:nvPr/>
          </p:nvSpPr>
          <p:spPr>
            <a:xfrm flipV="1">
              <a:off x="1584576" y="3747537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BE1968D4-9F4B-0089-3AA7-710283FF7A97}"/>
                </a:ext>
              </a:extLst>
            </p:cNvPr>
            <p:cNvSpPr/>
            <p:nvPr/>
          </p:nvSpPr>
          <p:spPr>
            <a:xfrm flipV="1">
              <a:off x="2168951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ECA3F1C8-2891-B318-D5DC-F01A146B6708}"/>
                </a:ext>
              </a:extLst>
            </p:cNvPr>
            <p:cNvSpPr/>
            <p:nvPr/>
          </p:nvSpPr>
          <p:spPr>
            <a:xfrm flipV="1">
              <a:off x="1815217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176EC863-3B5A-EB19-83EC-7F1BD1B59AA8}"/>
                </a:ext>
              </a:extLst>
            </p:cNvPr>
            <p:cNvSpPr/>
            <p:nvPr/>
          </p:nvSpPr>
          <p:spPr>
            <a:xfrm flipV="1">
              <a:off x="2044088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96965F48-45A9-8B47-DF2A-DE9A7103BF57}"/>
                </a:ext>
              </a:extLst>
            </p:cNvPr>
            <p:cNvSpPr/>
            <p:nvPr/>
          </p:nvSpPr>
          <p:spPr>
            <a:xfrm flipV="1">
              <a:off x="1697745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BD139C6F-3FFB-0BF1-71DE-F94CE0178874}"/>
                </a:ext>
              </a:extLst>
            </p:cNvPr>
            <p:cNvSpPr/>
            <p:nvPr/>
          </p:nvSpPr>
          <p:spPr>
            <a:xfrm flipV="1">
              <a:off x="1926616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DC1E6FE-D665-418E-0905-02B109F45E17}"/>
                </a:ext>
              </a:extLst>
            </p:cNvPr>
            <p:cNvCxnSpPr>
              <a:endCxn id="339" idx="0"/>
            </p:cNvCxnSpPr>
            <p:nvPr/>
          </p:nvCxnSpPr>
          <p:spPr>
            <a:xfrm flipV="1">
              <a:off x="1538213" y="3849408"/>
              <a:ext cx="132241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F22D9A5B-56D7-C1FA-DDA5-DFA5E350EBE3}"/>
                </a:ext>
              </a:extLst>
            </p:cNvPr>
            <p:cNvCxnSpPr>
              <a:stCxn id="337" idx="4"/>
              <a:endCxn id="339" idx="0"/>
            </p:cNvCxnSpPr>
            <p:nvPr/>
          </p:nvCxnSpPr>
          <p:spPr>
            <a:xfrm flipH="1" flipV="1">
              <a:off x="1670455" y="3849408"/>
              <a:ext cx="113169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D0994FED-C86C-ECB8-6C6C-2FD8CC6D30C2}"/>
                </a:ext>
              </a:extLst>
            </p:cNvPr>
            <p:cNvCxnSpPr>
              <a:stCxn id="337" idx="4"/>
              <a:endCxn id="341" idx="0"/>
            </p:cNvCxnSpPr>
            <p:nvPr/>
          </p:nvCxnSpPr>
          <p:spPr>
            <a:xfrm flipV="1">
              <a:off x="1783624" y="3849775"/>
              <a:ext cx="117472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5C8A86A4-1FAF-8DFD-9ADB-EE4A9D7C2647}"/>
                </a:ext>
              </a:extLst>
            </p:cNvPr>
            <p:cNvCxnSpPr>
              <a:stCxn id="338" idx="4"/>
              <a:endCxn id="341" idx="0"/>
            </p:cNvCxnSpPr>
            <p:nvPr/>
          </p:nvCxnSpPr>
          <p:spPr>
            <a:xfrm flipH="1" flipV="1">
              <a:off x="1901096" y="3849775"/>
              <a:ext cx="119488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F578E668-72AC-6087-0F75-CB1FA7C396DA}"/>
                </a:ext>
              </a:extLst>
            </p:cNvPr>
            <p:cNvCxnSpPr>
              <a:cxnSpLocks/>
              <a:stCxn id="339" idx="0"/>
              <a:endCxn id="338" idx="4"/>
            </p:cNvCxnSpPr>
            <p:nvPr/>
          </p:nvCxnSpPr>
          <p:spPr>
            <a:xfrm>
              <a:off x="1670455" y="3849408"/>
              <a:ext cx="350129" cy="561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4C6511B4-8283-FB7E-6FDA-412D131D1371}"/>
                </a:ext>
              </a:extLst>
            </p:cNvPr>
            <p:cNvCxnSpPr>
              <a:cxnSpLocks/>
              <a:stCxn id="339" idx="0"/>
              <a:endCxn id="340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73CE51A6-5B4C-FB12-A93A-F6E1D09B2083}"/>
                </a:ext>
              </a:extLst>
            </p:cNvPr>
            <p:cNvCxnSpPr>
              <a:cxnSpLocks/>
              <a:stCxn id="336" idx="4"/>
              <a:endCxn id="341" idx="0"/>
            </p:cNvCxnSpPr>
            <p:nvPr/>
          </p:nvCxnSpPr>
          <p:spPr>
            <a:xfrm flipV="1">
              <a:off x="1531725" y="3849775"/>
              <a:ext cx="369371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09F42C50-7751-A0AE-C05F-28F52B3979B7}"/>
                </a:ext>
              </a:extLst>
            </p:cNvPr>
            <p:cNvCxnSpPr>
              <a:cxnSpLocks/>
              <a:stCxn id="342" idx="0"/>
              <a:endCxn id="338" idx="4"/>
            </p:cNvCxnSpPr>
            <p:nvPr/>
          </p:nvCxnSpPr>
          <p:spPr>
            <a:xfrm flipH="1">
              <a:off x="2020584" y="3849775"/>
              <a:ext cx="109383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7870FBEC-AD4A-7DCC-011D-0124DC099505}"/>
                </a:ext>
              </a:extLst>
            </p:cNvPr>
            <p:cNvCxnSpPr>
              <a:cxnSpLocks/>
              <a:stCxn id="342" idx="0"/>
              <a:endCxn id="340" idx="4"/>
            </p:cNvCxnSpPr>
            <p:nvPr/>
          </p:nvCxnSpPr>
          <p:spPr>
            <a:xfrm>
              <a:off x="2129967" y="3849775"/>
              <a:ext cx="124863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1ED8C6B2-73C4-8905-5E86-3DD8D4E445A7}"/>
                </a:ext>
              </a:extLst>
            </p:cNvPr>
            <p:cNvCxnSpPr>
              <a:cxnSpLocks/>
              <a:stCxn id="341" idx="0"/>
              <a:endCxn id="340" idx="4"/>
            </p:cNvCxnSpPr>
            <p:nvPr/>
          </p:nvCxnSpPr>
          <p:spPr>
            <a:xfrm>
              <a:off x="1901096" y="3849775"/>
              <a:ext cx="353734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C5C2671A-F49F-7BB4-43B2-50630073DDE4}"/>
                </a:ext>
              </a:extLst>
            </p:cNvPr>
            <p:cNvCxnSpPr>
              <a:cxnSpLocks/>
              <a:stCxn id="336" idx="4"/>
              <a:endCxn id="342" idx="0"/>
            </p:cNvCxnSpPr>
            <p:nvPr/>
          </p:nvCxnSpPr>
          <p:spPr>
            <a:xfrm flipV="1">
              <a:off x="1531725" y="3849775"/>
              <a:ext cx="598242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803FDE8-8E28-0B53-D174-9E9BBC96113E}"/>
                </a:ext>
              </a:extLst>
            </p:cNvPr>
            <p:cNvCxnSpPr>
              <a:cxnSpLocks/>
              <a:stCxn id="343" idx="0"/>
              <a:endCxn id="339" idx="4"/>
            </p:cNvCxnSpPr>
            <p:nvPr/>
          </p:nvCxnSpPr>
          <p:spPr>
            <a:xfrm flipH="1">
              <a:off x="1670455" y="3708150"/>
              <a:ext cx="113169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0B094114-89A6-0989-2B74-2304D3F44304}"/>
                </a:ext>
              </a:extLst>
            </p:cNvPr>
            <p:cNvCxnSpPr>
              <a:cxnSpLocks/>
              <a:stCxn id="344" idx="0"/>
              <a:endCxn id="339" idx="4"/>
            </p:cNvCxnSpPr>
            <p:nvPr/>
          </p:nvCxnSpPr>
          <p:spPr>
            <a:xfrm flipH="1">
              <a:off x="1670455" y="3708150"/>
              <a:ext cx="342040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3D58E381-0E6A-9520-DD72-90F8620BED43}"/>
                </a:ext>
              </a:extLst>
            </p:cNvPr>
            <p:cNvCxnSpPr>
              <a:cxnSpLocks/>
              <a:stCxn id="343" idx="0"/>
              <a:endCxn id="341" idx="4"/>
            </p:cNvCxnSpPr>
            <p:nvPr/>
          </p:nvCxnSpPr>
          <p:spPr>
            <a:xfrm>
              <a:off x="1783624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CE865824-2DEB-2B7A-F1A5-060D5EAB5A93}"/>
                </a:ext>
              </a:extLst>
            </p:cNvPr>
            <p:cNvCxnSpPr>
              <a:cxnSpLocks/>
              <a:stCxn id="344" idx="0"/>
              <a:endCxn id="342" idx="4"/>
            </p:cNvCxnSpPr>
            <p:nvPr/>
          </p:nvCxnSpPr>
          <p:spPr>
            <a:xfrm>
              <a:off x="2012495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4EA70511-6D35-F012-C7BD-F76E2F632A34}"/>
                </a:ext>
              </a:extLst>
            </p:cNvPr>
            <p:cNvCxnSpPr>
              <a:cxnSpLocks/>
              <a:stCxn id="344" idx="0"/>
              <a:endCxn id="341" idx="4"/>
            </p:cNvCxnSpPr>
            <p:nvPr/>
          </p:nvCxnSpPr>
          <p:spPr>
            <a:xfrm flipH="1">
              <a:off x="1901096" y="3708150"/>
              <a:ext cx="111399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372E90A2-ED78-3731-3EBD-0E9BDB88BA12}"/>
                </a:ext>
              </a:extLst>
            </p:cNvPr>
            <p:cNvCxnSpPr>
              <a:cxnSpLocks/>
              <a:stCxn id="343" idx="0"/>
              <a:endCxn id="342" idx="4"/>
            </p:cNvCxnSpPr>
            <p:nvPr/>
          </p:nvCxnSpPr>
          <p:spPr>
            <a:xfrm>
              <a:off x="1783624" y="3708150"/>
              <a:ext cx="346343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79A331EE-59F2-2473-62CC-1F172A7305DB}"/>
              </a:ext>
            </a:extLst>
          </p:cNvPr>
          <p:cNvGrpSpPr/>
          <p:nvPr/>
        </p:nvGrpSpPr>
        <p:grpSpPr>
          <a:xfrm>
            <a:off x="2808254" y="4554650"/>
            <a:ext cx="935680" cy="537319"/>
            <a:chOff x="6662617" y="2245853"/>
            <a:chExt cx="935680" cy="537319"/>
          </a:xfrm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C714E171-EA27-0C6B-4386-302C3ADC2747}"/>
                </a:ext>
              </a:extLst>
            </p:cNvPr>
            <p:cNvSpPr/>
            <p:nvPr/>
          </p:nvSpPr>
          <p:spPr>
            <a:xfrm flipV="1">
              <a:off x="6662617" y="229842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AA5473A1-EB81-E7EE-15D8-246ABA14D8DC}"/>
                </a:ext>
              </a:extLst>
            </p:cNvPr>
            <p:cNvSpPr/>
            <p:nvPr/>
          </p:nvSpPr>
          <p:spPr>
            <a:xfrm flipV="1">
              <a:off x="6914516" y="2294560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697F4BF0-53D1-A163-7AB8-C1D627EFA7AC}"/>
                </a:ext>
              </a:extLst>
            </p:cNvPr>
            <p:cNvSpPr/>
            <p:nvPr/>
          </p:nvSpPr>
          <p:spPr>
            <a:xfrm flipV="1">
              <a:off x="7151475" y="2294154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524C087E-4AAD-2DA6-0E15-61B83FF9FC0E}"/>
                </a:ext>
              </a:extLst>
            </p:cNvPr>
            <p:cNvSpPr/>
            <p:nvPr/>
          </p:nvSpPr>
          <p:spPr>
            <a:xfrm flipV="1">
              <a:off x="7385722" y="229456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C18C0FF9-A642-8CC7-2429-B2A2AEC5AD70}"/>
                </a:ext>
              </a:extLst>
            </p:cNvPr>
            <p:cNvSpPr/>
            <p:nvPr/>
          </p:nvSpPr>
          <p:spPr>
            <a:xfrm flipV="1">
              <a:off x="6672079" y="246022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50193D95-0DEF-D2E8-5C0A-56FCD1674A62}"/>
                </a:ext>
              </a:extLst>
            </p:cNvPr>
            <p:cNvSpPr/>
            <p:nvPr/>
          </p:nvSpPr>
          <p:spPr>
            <a:xfrm flipV="1">
              <a:off x="6923978" y="245636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11D5EEA7-8370-99D4-D28E-6D3793B83E0D}"/>
                </a:ext>
              </a:extLst>
            </p:cNvPr>
            <p:cNvSpPr/>
            <p:nvPr/>
          </p:nvSpPr>
          <p:spPr>
            <a:xfrm flipV="1">
              <a:off x="7160937" y="2455961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3B35F607-DA74-87A4-273E-500C29164EB0}"/>
                </a:ext>
              </a:extLst>
            </p:cNvPr>
            <p:cNvSpPr/>
            <p:nvPr/>
          </p:nvSpPr>
          <p:spPr>
            <a:xfrm flipV="1">
              <a:off x="7395184" y="2456367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47A84861-413C-1396-AFE4-31A13F493192}"/>
                </a:ext>
              </a:extLst>
            </p:cNvPr>
            <p:cNvSpPr/>
            <p:nvPr/>
          </p:nvSpPr>
          <p:spPr>
            <a:xfrm flipV="1">
              <a:off x="6672079" y="26301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E2C8711A-0605-DFB0-7675-CB896508163E}"/>
                </a:ext>
              </a:extLst>
            </p:cNvPr>
            <p:cNvSpPr/>
            <p:nvPr/>
          </p:nvSpPr>
          <p:spPr>
            <a:xfrm flipV="1">
              <a:off x="6923978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CECCF7F4-92AA-133C-C557-4AE8C03570D2}"/>
                </a:ext>
              </a:extLst>
            </p:cNvPr>
            <p:cNvSpPr/>
            <p:nvPr/>
          </p:nvSpPr>
          <p:spPr>
            <a:xfrm flipV="1">
              <a:off x="7160937" y="2625906"/>
              <a:ext cx="171758" cy="1018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41706546-495D-FD64-9F24-D389E047C8FE}"/>
                </a:ext>
              </a:extLst>
            </p:cNvPr>
            <p:cNvSpPr/>
            <p:nvPr/>
          </p:nvSpPr>
          <p:spPr>
            <a:xfrm flipV="1">
              <a:off x="7395184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Multiply 374">
              <a:extLst>
                <a:ext uri="{FF2B5EF4-FFF2-40B4-BE49-F238E27FC236}">
                  <a16:creationId xmlns:a16="http://schemas.microsoft.com/office/drawing/2014/main" id="{F2716755-F9B3-70F0-7E16-5AF92C7DA24A}"/>
                </a:ext>
              </a:extLst>
            </p:cNvPr>
            <p:cNvSpPr/>
            <p:nvPr/>
          </p:nvSpPr>
          <p:spPr>
            <a:xfrm>
              <a:off x="6887737" y="2245853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Multiply 375">
              <a:extLst>
                <a:ext uri="{FF2B5EF4-FFF2-40B4-BE49-F238E27FC236}">
                  <a16:creationId xmlns:a16="http://schemas.microsoft.com/office/drawing/2014/main" id="{3F2776FA-14FC-1CC1-DACE-7BF16BAE03EC}"/>
                </a:ext>
              </a:extLst>
            </p:cNvPr>
            <p:cNvSpPr/>
            <p:nvPr/>
          </p:nvSpPr>
          <p:spPr>
            <a:xfrm>
              <a:off x="7368997" y="2395992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Multiply 376">
              <a:extLst>
                <a:ext uri="{FF2B5EF4-FFF2-40B4-BE49-F238E27FC236}">
                  <a16:creationId xmlns:a16="http://schemas.microsoft.com/office/drawing/2014/main" id="{A6CCD0ED-6456-CE81-AB75-CB4E3374DAD4}"/>
                </a:ext>
              </a:extLst>
            </p:cNvPr>
            <p:cNvSpPr/>
            <p:nvPr/>
          </p:nvSpPr>
          <p:spPr>
            <a:xfrm>
              <a:off x="7139697" y="2570511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8" name="TextBox 377">
            <a:extLst>
              <a:ext uri="{FF2B5EF4-FFF2-40B4-BE49-F238E27FC236}">
                <a16:creationId xmlns:a16="http://schemas.microsoft.com/office/drawing/2014/main" id="{2DDB95E2-B962-8514-C77C-D6FFB1D6D4FB}"/>
              </a:ext>
            </a:extLst>
          </p:cNvPr>
          <p:cNvSpPr txBox="1"/>
          <p:nvPr/>
        </p:nvSpPr>
        <p:spPr>
          <a:xfrm>
            <a:off x="2707029" y="5089377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Selection</a:t>
            </a:r>
            <a:endParaRPr lang="en-US" sz="800" dirty="0"/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F55EF7F9-7827-1E7F-AF68-81CFD38D3B0C}"/>
              </a:ext>
            </a:extLst>
          </p:cNvPr>
          <p:cNvSpPr txBox="1"/>
          <p:nvPr/>
        </p:nvSpPr>
        <p:spPr>
          <a:xfrm>
            <a:off x="2705581" y="4363831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encoding</a:t>
            </a:r>
            <a:endParaRPr lang="en-US" sz="800" dirty="0"/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8EC8B21E-AC6C-34B0-D503-3151A85833F8}"/>
              </a:ext>
            </a:extLst>
          </p:cNvPr>
          <p:cNvSpPr/>
          <p:nvPr/>
        </p:nvSpPr>
        <p:spPr>
          <a:xfrm>
            <a:off x="1285636" y="3448304"/>
            <a:ext cx="1144957" cy="28291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3" name="Picture 232">
            <a:extLst>
              <a:ext uri="{FF2B5EF4-FFF2-40B4-BE49-F238E27FC236}">
                <a16:creationId xmlns:a16="http://schemas.microsoft.com/office/drawing/2014/main" id="{2FA09888-AC3E-3B7C-F934-3E82CD51E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662" y="5844696"/>
            <a:ext cx="302847" cy="302847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4DF830D0-6E9C-A16E-0FB4-17D1D36CD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492" y="5844696"/>
            <a:ext cx="304800" cy="304800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97FCE8D-81CE-2328-E2DB-169379B5EB65}"/>
              </a:ext>
            </a:extLst>
          </p:cNvPr>
          <p:cNvGrpSpPr/>
          <p:nvPr/>
        </p:nvGrpSpPr>
        <p:grpSpPr>
          <a:xfrm>
            <a:off x="1389192" y="3945059"/>
            <a:ext cx="894863" cy="405426"/>
            <a:chOff x="1445846" y="3606278"/>
            <a:chExt cx="894863" cy="405426"/>
          </a:xfrm>
        </p:grpSpPr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9F2A6131-8D4A-2ABE-BD9E-09EEF29D6462}"/>
                </a:ext>
              </a:extLst>
            </p:cNvPr>
            <p:cNvCxnSpPr>
              <a:cxnSpLocks/>
              <a:stCxn id="241" idx="0"/>
              <a:endCxn id="242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7306150D-6FC6-97E4-0E2D-B8689487FD85}"/>
                </a:ext>
              </a:extLst>
            </p:cNvPr>
            <p:cNvSpPr/>
            <p:nvPr/>
          </p:nvSpPr>
          <p:spPr>
            <a:xfrm flipV="1">
              <a:off x="1445846" y="390983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81D07FE3-63BB-B531-020A-0DDE0D19A018}"/>
                </a:ext>
              </a:extLst>
            </p:cNvPr>
            <p:cNvSpPr/>
            <p:nvPr/>
          </p:nvSpPr>
          <p:spPr>
            <a:xfrm flipV="1">
              <a:off x="1697745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AAECE819-4CD4-F91B-E054-494F9B3EFA59}"/>
                </a:ext>
              </a:extLst>
            </p:cNvPr>
            <p:cNvSpPr/>
            <p:nvPr/>
          </p:nvSpPr>
          <p:spPr>
            <a:xfrm flipV="1">
              <a:off x="1934704" y="3905566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7AF6532-8053-21C4-3E4C-13BF6B8FA710}"/>
                </a:ext>
              </a:extLst>
            </p:cNvPr>
            <p:cNvSpPr/>
            <p:nvPr/>
          </p:nvSpPr>
          <p:spPr>
            <a:xfrm flipV="1">
              <a:off x="1584576" y="3747537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4B9E92F9-3826-7A9F-D135-1302313A8FA7}"/>
                </a:ext>
              </a:extLst>
            </p:cNvPr>
            <p:cNvSpPr/>
            <p:nvPr/>
          </p:nvSpPr>
          <p:spPr>
            <a:xfrm flipV="1">
              <a:off x="2168951" y="39059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E4CEFF2A-6133-91BB-72C7-F6F751DDE5B6}"/>
                </a:ext>
              </a:extLst>
            </p:cNvPr>
            <p:cNvSpPr/>
            <p:nvPr/>
          </p:nvSpPr>
          <p:spPr>
            <a:xfrm flipV="1">
              <a:off x="1815217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46375C9D-368D-89C6-B959-B1476549679F}"/>
                </a:ext>
              </a:extLst>
            </p:cNvPr>
            <p:cNvSpPr/>
            <p:nvPr/>
          </p:nvSpPr>
          <p:spPr>
            <a:xfrm flipV="1">
              <a:off x="2044088" y="3747903"/>
              <a:ext cx="171758" cy="1018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1C700CC-23C4-13FF-C44D-42C14203309C}"/>
                </a:ext>
              </a:extLst>
            </p:cNvPr>
            <p:cNvSpPr/>
            <p:nvPr/>
          </p:nvSpPr>
          <p:spPr>
            <a:xfrm flipV="1">
              <a:off x="1697745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2E04621A-F866-0435-8DF7-D7C9B75955F1}"/>
                </a:ext>
              </a:extLst>
            </p:cNvPr>
            <p:cNvSpPr/>
            <p:nvPr/>
          </p:nvSpPr>
          <p:spPr>
            <a:xfrm flipV="1">
              <a:off x="1926616" y="3606278"/>
              <a:ext cx="171758" cy="101872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58DD671F-6A3A-623E-E8E8-7E95733EAFF7}"/>
                </a:ext>
              </a:extLst>
            </p:cNvPr>
            <p:cNvCxnSpPr>
              <a:endCxn id="241" idx="0"/>
            </p:cNvCxnSpPr>
            <p:nvPr/>
          </p:nvCxnSpPr>
          <p:spPr>
            <a:xfrm flipV="1">
              <a:off x="1538213" y="3849408"/>
              <a:ext cx="132241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CA53A13-E592-2D65-EEE2-58A0D5B27609}"/>
                </a:ext>
              </a:extLst>
            </p:cNvPr>
            <p:cNvCxnSpPr>
              <a:stCxn id="239" idx="4"/>
              <a:endCxn id="241" idx="0"/>
            </p:cNvCxnSpPr>
            <p:nvPr/>
          </p:nvCxnSpPr>
          <p:spPr>
            <a:xfrm flipH="1" flipV="1">
              <a:off x="1670455" y="3849408"/>
              <a:ext cx="113169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746A8679-3F35-B7DA-CC66-13EC60D86FBE}"/>
                </a:ext>
              </a:extLst>
            </p:cNvPr>
            <p:cNvCxnSpPr>
              <a:stCxn id="239" idx="4"/>
              <a:endCxn id="243" idx="0"/>
            </p:cNvCxnSpPr>
            <p:nvPr/>
          </p:nvCxnSpPr>
          <p:spPr>
            <a:xfrm flipV="1">
              <a:off x="1783624" y="3849775"/>
              <a:ext cx="117472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77E7A4C6-3E0C-FDF5-9DB1-8AAEE142343D}"/>
                </a:ext>
              </a:extLst>
            </p:cNvPr>
            <p:cNvCxnSpPr>
              <a:stCxn id="240" idx="4"/>
              <a:endCxn id="243" idx="0"/>
            </p:cNvCxnSpPr>
            <p:nvPr/>
          </p:nvCxnSpPr>
          <p:spPr>
            <a:xfrm flipH="1" flipV="1">
              <a:off x="1901096" y="3849775"/>
              <a:ext cx="119488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92BDE537-95B2-2E65-0783-21860BF76B08}"/>
                </a:ext>
              </a:extLst>
            </p:cNvPr>
            <p:cNvCxnSpPr>
              <a:cxnSpLocks/>
              <a:stCxn id="241" idx="0"/>
              <a:endCxn id="240" idx="4"/>
            </p:cNvCxnSpPr>
            <p:nvPr/>
          </p:nvCxnSpPr>
          <p:spPr>
            <a:xfrm>
              <a:off x="1670455" y="3849408"/>
              <a:ext cx="350129" cy="561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4F2BDB02-EBE8-0BC5-E093-F774E921EBBB}"/>
                </a:ext>
              </a:extLst>
            </p:cNvPr>
            <p:cNvCxnSpPr>
              <a:cxnSpLocks/>
              <a:stCxn id="241" idx="0"/>
              <a:endCxn id="242" idx="4"/>
            </p:cNvCxnSpPr>
            <p:nvPr/>
          </p:nvCxnSpPr>
          <p:spPr>
            <a:xfrm>
              <a:off x="1670455" y="3849408"/>
              <a:ext cx="584375" cy="565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CCFB9A10-8B64-7B0E-EB5B-DEC8AA14C0CE}"/>
                </a:ext>
              </a:extLst>
            </p:cNvPr>
            <p:cNvCxnSpPr>
              <a:cxnSpLocks/>
              <a:stCxn id="238" idx="4"/>
              <a:endCxn id="243" idx="0"/>
            </p:cNvCxnSpPr>
            <p:nvPr/>
          </p:nvCxnSpPr>
          <p:spPr>
            <a:xfrm flipV="1">
              <a:off x="1531725" y="3849775"/>
              <a:ext cx="369371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AD074FE4-1A0F-17DB-7A0C-575844E9E7E3}"/>
                </a:ext>
              </a:extLst>
            </p:cNvPr>
            <p:cNvCxnSpPr>
              <a:cxnSpLocks/>
              <a:stCxn id="244" idx="0"/>
              <a:endCxn id="240" idx="4"/>
            </p:cNvCxnSpPr>
            <p:nvPr/>
          </p:nvCxnSpPr>
          <p:spPr>
            <a:xfrm flipH="1">
              <a:off x="2020584" y="3849775"/>
              <a:ext cx="109383" cy="557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32A8A132-CD04-638A-D9AE-923F585047F7}"/>
                </a:ext>
              </a:extLst>
            </p:cNvPr>
            <p:cNvCxnSpPr>
              <a:cxnSpLocks/>
              <a:stCxn id="244" idx="0"/>
              <a:endCxn id="242" idx="4"/>
            </p:cNvCxnSpPr>
            <p:nvPr/>
          </p:nvCxnSpPr>
          <p:spPr>
            <a:xfrm>
              <a:off x="2129967" y="3849775"/>
              <a:ext cx="124863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080D91C3-C6FA-0636-D822-0EB0DC4295E5}"/>
                </a:ext>
              </a:extLst>
            </p:cNvPr>
            <p:cNvCxnSpPr>
              <a:cxnSpLocks/>
              <a:stCxn id="243" idx="0"/>
              <a:endCxn id="242" idx="4"/>
            </p:cNvCxnSpPr>
            <p:nvPr/>
          </p:nvCxnSpPr>
          <p:spPr>
            <a:xfrm>
              <a:off x="1901096" y="3849775"/>
              <a:ext cx="353734" cy="5619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72658C0B-C924-4527-8219-CD765B4E9EA9}"/>
                </a:ext>
              </a:extLst>
            </p:cNvPr>
            <p:cNvCxnSpPr>
              <a:cxnSpLocks/>
              <a:stCxn id="238" idx="4"/>
              <a:endCxn id="244" idx="0"/>
            </p:cNvCxnSpPr>
            <p:nvPr/>
          </p:nvCxnSpPr>
          <p:spPr>
            <a:xfrm flipV="1">
              <a:off x="1531725" y="3849775"/>
              <a:ext cx="598242" cy="600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A91A421B-4CD0-64D2-692E-49CC8F2ECF08}"/>
                </a:ext>
              </a:extLst>
            </p:cNvPr>
            <p:cNvCxnSpPr>
              <a:cxnSpLocks/>
              <a:stCxn id="245" idx="0"/>
              <a:endCxn id="241" idx="4"/>
            </p:cNvCxnSpPr>
            <p:nvPr/>
          </p:nvCxnSpPr>
          <p:spPr>
            <a:xfrm flipH="1">
              <a:off x="1670455" y="3708150"/>
              <a:ext cx="113169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03499918-39D8-C204-8331-1052DCA64CC8}"/>
                </a:ext>
              </a:extLst>
            </p:cNvPr>
            <p:cNvCxnSpPr>
              <a:cxnSpLocks/>
              <a:stCxn id="246" idx="0"/>
              <a:endCxn id="241" idx="4"/>
            </p:cNvCxnSpPr>
            <p:nvPr/>
          </p:nvCxnSpPr>
          <p:spPr>
            <a:xfrm flipH="1">
              <a:off x="1670455" y="3708150"/>
              <a:ext cx="342040" cy="3938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8974011F-79DC-E443-ECF0-854E4B699F08}"/>
                </a:ext>
              </a:extLst>
            </p:cNvPr>
            <p:cNvCxnSpPr>
              <a:cxnSpLocks/>
              <a:stCxn id="245" idx="0"/>
              <a:endCxn id="243" idx="4"/>
            </p:cNvCxnSpPr>
            <p:nvPr/>
          </p:nvCxnSpPr>
          <p:spPr>
            <a:xfrm>
              <a:off x="1783624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7FC4F9C-66AD-3E2A-F1AC-DF61465CABFB}"/>
                </a:ext>
              </a:extLst>
            </p:cNvPr>
            <p:cNvCxnSpPr>
              <a:cxnSpLocks/>
              <a:stCxn id="246" idx="0"/>
              <a:endCxn id="244" idx="4"/>
            </p:cNvCxnSpPr>
            <p:nvPr/>
          </p:nvCxnSpPr>
          <p:spPr>
            <a:xfrm>
              <a:off x="2012495" y="3708150"/>
              <a:ext cx="117472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6409DD6B-5714-CFDE-A379-D324E0CA7BBB}"/>
                </a:ext>
              </a:extLst>
            </p:cNvPr>
            <p:cNvCxnSpPr>
              <a:cxnSpLocks/>
              <a:stCxn id="246" idx="0"/>
              <a:endCxn id="243" idx="4"/>
            </p:cNvCxnSpPr>
            <p:nvPr/>
          </p:nvCxnSpPr>
          <p:spPr>
            <a:xfrm flipH="1">
              <a:off x="1901096" y="3708150"/>
              <a:ext cx="111399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BF6A5EE8-D0BE-89F6-2BA5-77BF90DD9A8E}"/>
                </a:ext>
              </a:extLst>
            </p:cNvPr>
            <p:cNvCxnSpPr>
              <a:cxnSpLocks/>
              <a:stCxn id="245" idx="0"/>
              <a:endCxn id="244" idx="4"/>
            </p:cNvCxnSpPr>
            <p:nvPr/>
          </p:nvCxnSpPr>
          <p:spPr>
            <a:xfrm>
              <a:off x="1783624" y="3708150"/>
              <a:ext cx="346343" cy="3975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A6818306-EA68-4DAC-E5D0-9E03CD29D4CE}"/>
              </a:ext>
            </a:extLst>
          </p:cNvPr>
          <p:cNvGrpSpPr/>
          <p:nvPr/>
        </p:nvGrpSpPr>
        <p:grpSpPr>
          <a:xfrm>
            <a:off x="1405904" y="4554650"/>
            <a:ext cx="935680" cy="537319"/>
            <a:chOff x="6662617" y="2245853"/>
            <a:chExt cx="935680" cy="537319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1660F756-0147-63D6-229F-BB51E9CB0EFE}"/>
                </a:ext>
              </a:extLst>
            </p:cNvPr>
            <p:cNvSpPr/>
            <p:nvPr/>
          </p:nvSpPr>
          <p:spPr>
            <a:xfrm flipV="1">
              <a:off x="6662617" y="229842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4CDE417E-847B-570C-6747-0F50E08CCC56}"/>
                </a:ext>
              </a:extLst>
            </p:cNvPr>
            <p:cNvSpPr/>
            <p:nvPr/>
          </p:nvSpPr>
          <p:spPr>
            <a:xfrm flipV="1">
              <a:off x="6914516" y="2294560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1C7614DB-9AE7-E6BF-6583-2D503A0779E6}"/>
                </a:ext>
              </a:extLst>
            </p:cNvPr>
            <p:cNvSpPr/>
            <p:nvPr/>
          </p:nvSpPr>
          <p:spPr>
            <a:xfrm flipV="1">
              <a:off x="7151475" y="2294154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AF4A6ED2-3F23-73BB-FA61-68837F30118D}"/>
                </a:ext>
              </a:extLst>
            </p:cNvPr>
            <p:cNvSpPr/>
            <p:nvPr/>
          </p:nvSpPr>
          <p:spPr>
            <a:xfrm flipV="1">
              <a:off x="7385722" y="2294560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17302F6-6662-31C1-0A20-8A275601480B}"/>
                </a:ext>
              </a:extLst>
            </p:cNvPr>
            <p:cNvSpPr/>
            <p:nvPr/>
          </p:nvSpPr>
          <p:spPr>
            <a:xfrm flipV="1">
              <a:off x="6672079" y="246022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455A2479-EF6D-29B9-70BC-EABA5AD88ABD}"/>
                </a:ext>
              </a:extLst>
            </p:cNvPr>
            <p:cNvSpPr/>
            <p:nvPr/>
          </p:nvSpPr>
          <p:spPr>
            <a:xfrm flipV="1">
              <a:off x="6923978" y="2456367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9E367CCB-ACDB-2922-5E26-BD83F17AF628}"/>
                </a:ext>
              </a:extLst>
            </p:cNvPr>
            <p:cNvSpPr/>
            <p:nvPr/>
          </p:nvSpPr>
          <p:spPr>
            <a:xfrm flipV="1">
              <a:off x="7160937" y="2455961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D021C71A-20F3-15F3-19B2-A51B543861F8}"/>
                </a:ext>
              </a:extLst>
            </p:cNvPr>
            <p:cNvSpPr/>
            <p:nvPr/>
          </p:nvSpPr>
          <p:spPr>
            <a:xfrm flipV="1">
              <a:off x="7395184" y="2456367"/>
              <a:ext cx="171758" cy="10187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E5D47431-592D-6C02-3AEC-C801D208EABF}"/>
                </a:ext>
              </a:extLst>
            </p:cNvPr>
            <p:cNvSpPr/>
            <p:nvPr/>
          </p:nvSpPr>
          <p:spPr>
            <a:xfrm flipV="1">
              <a:off x="6672079" y="263017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E199E684-E057-23C8-AA04-CDE1EC85C63C}"/>
                </a:ext>
              </a:extLst>
            </p:cNvPr>
            <p:cNvSpPr/>
            <p:nvPr/>
          </p:nvSpPr>
          <p:spPr>
            <a:xfrm flipV="1">
              <a:off x="6923978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F9A15F80-448B-0D87-4304-C7DB72E78C5D}"/>
                </a:ext>
              </a:extLst>
            </p:cNvPr>
            <p:cNvSpPr/>
            <p:nvPr/>
          </p:nvSpPr>
          <p:spPr>
            <a:xfrm flipV="1">
              <a:off x="7160937" y="2625906"/>
              <a:ext cx="171758" cy="1018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7BBBB7B1-CDEF-836E-E780-E7B3395370A3}"/>
                </a:ext>
              </a:extLst>
            </p:cNvPr>
            <p:cNvSpPr/>
            <p:nvPr/>
          </p:nvSpPr>
          <p:spPr>
            <a:xfrm flipV="1">
              <a:off x="7395184" y="2626312"/>
              <a:ext cx="171758" cy="10187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Multiply 276">
              <a:extLst>
                <a:ext uri="{FF2B5EF4-FFF2-40B4-BE49-F238E27FC236}">
                  <a16:creationId xmlns:a16="http://schemas.microsoft.com/office/drawing/2014/main" id="{8FDFB96E-B251-02EC-0EF2-0FFD9FFAAB69}"/>
                </a:ext>
              </a:extLst>
            </p:cNvPr>
            <p:cNvSpPr/>
            <p:nvPr/>
          </p:nvSpPr>
          <p:spPr>
            <a:xfrm>
              <a:off x="6887737" y="2245853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Multiply 277">
              <a:extLst>
                <a:ext uri="{FF2B5EF4-FFF2-40B4-BE49-F238E27FC236}">
                  <a16:creationId xmlns:a16="http://schemas.microsoft.com/office/drawing/2014/main" id="{3B81C9A6-3195-F908-3E0C-6D0A6DF26D26}"/>
                </a:ext>
              </a:extLst>
            </p:cNvPr>
            <p:cNvSpPr/>
            <p:nvPr/>
          </p:nvSpPr>
          <p:spPr>
            <a:xfrm>
              <a:off x="7368997" y="2395992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Multiply 278">
              <a:extLst>
                <a:ext uri="{FF2B5EF4-FFF2-40B4-BE49-F238E27FC236}">
                  <a16:creationId xmlns:a16="http://schemas.microsoft.com/office/drawing/2014/main" id="{CB491EAA-9AF0-5CFA-AD15-D38D7E45170E}"/>
                </a:ext>
              </a:extLst>
            </p:cNvPr>
            <p:cNvSpPr/>
            <p:nvPr/>
          </p:nvSpPr>
          <p:spPr>
            <a:xfrm>
              <a:off x="7139697" y="2570511"/>
              <a:ext cx="229300" cy="212661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3227C8-30AE-AE14-CC4F-B01D4565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4" y="-23446"/>
            <a:ext cx="8229600" cy="751255"/>
          </a:xfrm>
        </p:spPr>
        <p:txBody>
          <a:bodyPr>
            <a:normAutofit/>
          </a:bodyPr>
          <a:lstStyle/>
          <a:p>
            <a:r>
              <a:rPr sz="3600" dirty="0"/>
              <a:t>Methodology: System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56E461-F94A-FDCA-AF97-907A28BF8144}"/>
              </a:ext>
            </a:extLst>
          </p:cNvPr>
          <p:cNvSpPr/>
          <p:nvPr/>
        </p:nvSpPr>
        <p:spPr>
          <a:xfrm>
            <a:off x="1178171" y="5304821"/>
            <a:ext cx="6449647" cy="4054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IoMT-Based Wearable Devices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C7F81-0E01-BE85-B655-0A52F328F077}"/>
              </a:ext>
            </a:extLst>
          </p:cNvPr>
          <p:cNvSpPr/>
          <p:nvPr/>
        </p:nvSpPr>
        <p:spPr>
          <a:xfrm>
            <a:off x="1178171" y="3424860"/>
            <a:ext cx="6449647" cy="4054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 Computing layer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920C516-4BA7-4DB1-1807-19F8A1521461}"/>
              </a:ext>
            </a:extLst>
          </p:cNvPr>
          <p:cNvSpPr txBox="1"/>
          <p:nvPr/>
        </p:nvSpPr>
        <p:spPr>
          <a:xfrm>
            <a:off x="1304679" y="5089377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Selection</a:t>
            </a:r>
            <a:endParaRPr lang="en-US" sz="800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A8B91990-3EF6-2817-6F81-0DC4D550C3B4}"/>
              </a:ext>
            </a:extLst>
          </p:cNvPr>
          <p:cNvSpPr txBox="1"/>
          <p:nvPr/>
        </p:nvSpPr>
        <p:spPr>
          <a:xfrm>
            <a:off x="1303231" y="4363831"/>
            <a:ext cx="1117600" cy="2154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800" dirty="0"/>
              <a:t>Feature</a:t>
            </a:r>
            <a:r>
              <a:rPr lang="zh-CN" altLang="en-US" sz="800" dirty="0"/>
              <a:t> </a:t>
            </a:r>
            <a:r>
              <a:rPr lang="en-US" altLang="zh-CN" sz="800" dirty="0"/>
              <a:t>encoding</a:t>
            </a:r>
            <a:endParaRPr lang="en-US" sz="800" dirty="0"/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20FD71E4-508E-8519-AFD1-7269365E1EFC}"/>
              </a:ext>
            </a:extLst>
          </p:cNvPr>
          <p:cNvSpPr txBox="1"/>
          <p:nvPr/>
        </p:nvSpPr>
        <p:spPr>
          <a:xfrm>
            <a:off x="5601682" y="5710246"/>
            <a:ext cx="7365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…..</a:t>
            </a:r>
            <a:endParaRPr lang="en-US" sz="2400" dirty="0"/>
          </a:p>
        </p:txBody>
      </p: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F1AAA73F-FFD0-80B1-7760-FB9444EC5655}"/>
              </a:ext>
            </a:extLst>
          </p:cNvPr>
          <p:cNvGrpSpPr/>
          <p:nvPr/>
        </p:nvGrpSpPr>
        <p:grpSpPr>
          <a:xfrm>
            <a:off x="2144727" y="1784850"/>
            <a:ext cx="1750126" cy="917364"/>
            <a:chOff x="1900122" y="834944"/>
            <a:chExt cx="1750126" cy="917364"/>
          </a:xfrm>
        </p:grpSpPr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CB678EB2-C624-9AC7-B3DF-E0311FB6D19C}"/>
                </a:ext>
              </a:extLst>
            </p:cNvPr>
            <p:cNvGrpSpPr/>
            <p:nvPr/>
          </p:nvGrpSpPr>
          <p:grpSpPr>
            <a:xfrm>
              <a:off x="1900122" y="834944"/>
              <a:ext cx="1750126" cy="658563"/>
              <a:chOff x="1900122" y="834944"/>
              <a:chExt cx="1750126" cy="658563"/>
            </a:xfrm>
          </p:grpSpPr>
          <p:sp>
            <p:nvSpPr>
              <p:cNvPr id="487" name="Rounded Rectangle 486">
                <a:extLst>
                  <a:ext uri="{FF2B5EF4-FFF2-40B4-BE49-F238E27FC236}">
                    <a16:creationId xmlns:a16="http://schemas.microsoft.com/office/drawing/2014/main" id="{0111EF75-F924-2A17-17A6-9AE4782238FC}"/>
                  </a:ext>
                </a:extLst>
              </p:cNvPr>
              <p:cNvSpPr/>
              <p:nvPr/>
            </p:nvSpPr>
            <p:spPr>
              <a:xfrm>
                <a:off x="1900122" y="834944"/>
                <a:ext cx="1750126" cy="65856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84" name="Picture 483">
                <a:extLst>
                  <a:ext uri="{FF2B5EF4-FFF2-40B4-BE49-F238E27FC236}">
                    <a16:creationId xmlns:a16="http://schemas.microsoft.com/office/drawing/2014/main" id="{3F725597-31B7-6C90-80D7-32124B419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15322" y="883570"/>
                <a:ext cx="561313" cy="561313"/>
              </a:xfrm>
              <a:prstGeom prst="rect">
                <a:avLst/>
              </a:prstGeom>
            </p:spPr>
          </p:pic>
          <p:pic>
            <p:nvPicPr>
              <p:cNvPr id="485" name="Picture 484">
                <a:extLst>
                  <a:ext uri="{FF2B5EF4-FFF2-40B4-BE49-F238E27FC236}">
                    <a16:creationId xmlns:a16="http://schemas.microsoft.com/office/drawing/2014/main" id="{E00D58FF-AF04-E7F1-F633-8F2224F4C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2564" y="915931"/>
                <a:ext cx="502256" cy="502256"/>
              </a:xfrm>
              <a:prstGeom prst="rect">
                <a:avLst/>
              </a:prstGeom>
            </p:spPr>
          </p:pic>
          <p:sp>
            <p:nvSpPr>
              <p:cNvPr id="486" name="Plus 485">
                <a:extLst>
                  <a:ext uri="{FF2B5EF4-FFF2-40B4-BE49-F238E27FC236}">
                    <a16:creationId xmlns:a16="http://schemas.microsoft.com/office/drawing/2014/main" id="{2494C33B-B780-2169-3459-5DB317E7DA84}"/>
                  </a:ext>
                </a:extLst>
              </p:cNvPr>
              <p:cNvSpPr/>
              <p:nvPr/>
            </p:nvSpPr>
            <p:spPr>
              <a:xfrm>
                <a:off x="2650748" y="1004665"/>
                <a:ext cx="311169" cy="300923"/>
              </a:xfrm>
              <a:prstGeom prst="mathPlus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662D9809-041F-1077-A55A-7B455C6BA6C8}"/>
                </a:ext>
              </a:extLst>
            </p:cNvPr>
            <p:cNvSpPr txBox="1"/>
            <p:nvPr/>
          </p:nvSpPr>
          <p:spPr>
            <a:xfrm>
              <a:off x="2233707" y="1475309"/>
              <a:ext cx="10081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AI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+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IDS</a:t>
              </a:r>
              <a:endParaRPr lang="en-US" sz="1200" dirty="0"/>
            </a:p>
          </p:txBody>
        </p:sp>
      </p:grpSp>
      <p:pic>
        <p:nvPicPr>
          <p:cNvPr id="489" name="Picture 488">
            <a:extLst>
              <a:ext uri="{FF2B5EF4-FFF2-40B4-BE49-F238E27FC236}">
                <a16:creationId xmlns:a16="http://schemas.microsoft.com/office/drawing/2014/main" id="{1DA41B00-837D-A957-2F3B-1D6677AAEE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685" y="784041"/>
            <a:ext cx="883138" cy="883138"/>
          </a:xfrm>
          <a:prstGeom prst="rect">
            <a:avLst/>
          </a:prstGeom>
        </p:spPr>
      </p:pic>
      <p:pic>
        <p:nvPicPr>
          <p:cNvPr id="490" name="Picture 489">
            <a:extLst>
              <a:ext uri="{FF2B5EF4-FFF2-40B4-BE49-F238E27FC236}">
                <a16:creationId xmlns:a16="http://schemas.microsoft.com/office/drawing/2014/main" id="{E3E2CB8C-65BF-A5AF-3AE3-7483F600A9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8365" y="892394"/>
            <a:ext cx="622289" cy="622289"/>
          </a:xfrm>
          <a:prstGeom prst="rect">
            <a:avLst/>
          </a:prstGeom>
        </p:spPr>
      </p:pic>
      <p:pic>
        <p:nvPicPr>
          <p:cNvPr id="491" name="Picture 490">
            <a:extLst>
              <a:ext uri="{FF2B5EF4-FFF2-40B4-BE49-F238E27FC236}">
                <a16:creationId xmlns:a16="http://schemas.microsoft.com/office/drawing/2014/main" id="{F9B18140-8245-DCD7-384E-DB6DB50ADD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7635" y="1833084"/>
            <a:ext cx="600806" cy="600806"/>
          </a:xfrm>
          <a:prstGeom prst="rect">
            <a:avLst/>
          </a:prstGeom>
        </p:spPr>
      </p:pic>
      <p:pic>
        <p:nvPicPr>
          <p:cNvPr id="501" name="Picture 500">
            <a:extLst>
              <a:ext uri="{FF2B5EF4-FFF2-40B4-BE49-F238E27FC236}">
                <a16:creationId xmlns:a16="http://schemas.microsoft.com/office/drawing/2014/main" id="{A34BA1A9-A0FE-B524-466C-81C61FF622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6542" y="1824260"/>
            <a:ext cx="622290" cy="622290"/>
          </a:xfrm>
          <a:prstGeom prst="rect">
            <a:avLst/>
          </a:prstGeom>
        </p:spPr>
      </p:pic>
      <p:grpSp>
        <p:nvGrpSpPr>
          <p:cNvPr id="555" name="Group 554">
            <a:extLst>
              <a:ext uri="{FF2B5EF4-FFF2-40B4-BE49-F238E27FC236}">
                <a16:creationId xmlns:a16="http://schemas.microsoft.com/office/drawing/2014/main" id="{7D9A83F2-55D2-C718-E229-B788BD6DB0BD}"/>
              </a:ext>
            </a:extLst>
          </p:cNvPr>
          <p:cNvGrpSpPr/>
          <p:nvPr/>
        </p:nvGrpSpPr>
        <p:grpSpPr>
          <a:xfrm>
            <a:off x="2102091" y="820093"/>
            <a:ext cx="1941093" cy="911883"/>
            <a:chOff x="2094534" y="1830266"/>
            <a:chExt cx="1941093" cy="911883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594AF955-C2CB-B7CE-50FA-8370B1E24B96}"/>
                </a:ext>
              </a:extLst>
            </p:cNvPr>
            <p:cNvGrpSpPr/>
            <p:nvPr/>
          </p:nvGrpSpPr>
          <p:grpSpPr>
            <a:xfrm>
              <a:off x="2094534" y="1830266"/>
              <a:ext cx="1738873" cy="663333"/>
              <a:chOff x="2094534" y="1830266"/>
              <a:chExt cx="1738873" cy="663333"/>
            </a:xfrm>
          </p:grpSpPr>
          <p:pic>
            <p:nvPicPr>
              <p:cNvPr id="498" name="Picture 497">
                <a:extLst>
                  <a:ext uri="{FF2B5EF4-FFF2-40B4-BE49-F238E27FC236}">
                    <a16:creationId xmlns:a16="http://schemas.microsoft.com/office/drawing/2014/main" id="{004FA189-652D-4B6E-E4CF-70EA48FE7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29666" y="1880280"/>
                <a:ext cx="603741" cy="603741"/>
              </a:xfrm>
              <a:prstGeom prst="rect">
                <a:avLst/>
              </a:prstGeom>
            </p:spPr>
          </p:pic>
          <p:pic>
            <p:nvPicPr>
              <p:cNvPr id="499" name="Picture 498">
                <a:extLst>
                  <a:ext uri="{FF2B5EF4-FFF2-40B4-BE49-F238E27FC236}">
                    <a16:creationId xmlns:a16="http://schemas.microsoft.com/office/drawing/2014/main" id="{AED2AA6F-8413-6F77-F0DA-9FF1B12754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94534" y="1830266"/>
                <a:ext cx="843077" cy="663333"/>
              </a:xfrm>
              <a:prstGeom prst="rect">
                <a:avLst/>
              </a:prstGeom>
            </p:spPr>
          </p:pic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D2087604-FE28-2FA5-AC91-9D1B5F496399}"/>
                </a:ext>
              </a:extLst>
            </p:cNvPr>
            <p:cNvGrpSpPr/>
            <p:nvPr/>
          </p:nvGrpSpPr>
          <p:grpSpPr>
            <a:xfrm>
              <a:off x="2203235" y="2458854"/>
              <a:ext cx="1832392" cy="283295"/>
              <a:chOff x="2203235" y="2458854"/>
              <a:chExt cx="1832392" cy="283295"/>
            </a:xfrm>
          </p:grpSpPr>
          <p:sp>
            <p:nvSpPr>
              <p:cNvPr id="502" name="TextBox 501">
                <a:extLst>
                  <a:ext uri="{FF2B5EF4-FFF2-40B4-BE49-F238E27FC236}">
                    <a16:creationId xmlns:a16="http://schemas.microsoft.com/office/drawing/2014/main" id="{7C1418D1-D99D-C247-FBB1-7F9354E035E1}"/>
                  </a:ext>
                </a:extLst>
              </p:cNvPr>
              <p:cNvSpPr txBox="1"/>
              <p:nvPr/>
            </p:nvSpPr>
            <p:spPr>
              <a:xfrm>
                <a:off x="2203235" y="2465150"/>
                <a:ext cx="6890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Firewall</a:t>
                </a:r>
              </a:p>
            </p:txBody>
          </p:sp>
          <p:sp>
            <p:nvSpPr>
              <p:cNvPr id="503" name="TextBox 502">
                <a:extLst>
                  <a:ext uri="{FF2B5EF4-FFF2-40B4-BE49-F238E27FC236}">
                    <a16:creationId xmlns:a16="http://schemas.microsoft.com/office/drawing/2014/main" id="{6BE3E2B5-358C-EC7E-3225-CA27A74B80FA}"/>
                  </a:ext>
                </a:extLst>
              </p:cNvPr>
              <p:cNvSpPr txBox="1"/>
              <p:nvPr/>
            </p:nvSpPr>
            <p:spPr>
              <a:xfrm>
                <a:off x="3027444" y="2458854"/>
                <a:ext cx="10081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Load</a:t>
                </a:r>
                <a:r>
                  <a:rPr lang="zh-CN" altLang="en-US" sz="1200" dirty="0"/>
                  <a:t> </a:t>
                </a:r>
                <a:r>
                  <a:rPr lang="en-US" altLang="zh-CN" sz="1200" dirty="0"/>
                  <a:t>Balance</a:t>
                </a:r>
                <a:endParaRPr lang="en-US" sz="1200" dirty="0"/>
              </a:p>
            </p:txBody>
          </p:sp>
        </p:grpSp>
      </p:grpSp>
      <p:pic>
        <p:nvPicPr>
          <p:cNvPr id="504" name="Picture 503">
            <a:extLst>
              <a:ext uri="{FF2B5EF4-FFF2-40B4-BE49-F238E27FC236}">
                <a16:creationId xmlns:a16="http://schemas.microsoft.com/office/drawing/2014/main" id="{9B7EC64C-BEA6-235A-328E-85205C0773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0070" y="837236"/>
            <a:ext cx="677447" cy="677447"/>
          </a:xfrm>
          <a:prstGeom prst="rect">
            <a:avLst/>
          </a:prstGeom>
        </p:spPr>
      </p:pic>
      <p:pic>
        <p:nvPicPr>
          <p:cNvPr id="505" name="Picture 504">
            <a:extLst>
              <a:ext uri="{FF2B5EF4-FFF2-40B4-BE49-F238E27FC236}">
                <a16:creationId xmlns:a16="http://schemas.microsoft.com/office/drawing/2014/main" id="{5BB980D7-B2D4-3DF9-C615-F9D33C7B45B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3872" y="1752308"/>
            <a:ext cx="808692" cy="808692"/>
          </a:xfrm>
          <a:prstGeom prst="rect">
            <a:avLst/>
          </a:prstGeom>
        </p:spPr>
      </p:pic>
      <p:sp>
        <p:nvSpPr>
          <p:cNvPr id="506" name="TextBox 505">
            <a:extLst>
              <a:ext uri="{FF2B5EF4-FFF2-40B4-BE49-F238E27FC236}">
                <a16:creationId xmlns:a16="http://schemas.microsoft.com/office/drawing/2014/main" id="{0C019290-0A8F-82D9-C0A7-6CE2DB1DCB68}"/>
              </a:ext>
            </a:extLst>
          </p:cNvPr>
          <p:cNvSpPr txBox="1"/>
          <p:nvPr/>
        </p:nvSpPr>
        <p:spPr>
          <a:xfrm>
            <a:off x="4537419" y="2422500"/>
            <a:ext cx="68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Storage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0AED0BAF-E743-FC7C-CD1F-BCA564DFA459}"/>
              </a:ext>
            </a:extLst>
          </p:cNvPr>
          <p:cNvSpPr txBox="1"/>
          <p:nvPr/>
        </p:nvSpPr>
        <p:spPr>
          <a:xfrm>
            <a:off x="5397317" y="2421565"/>
            <a:ext cx="689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Servers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1BD9C6DF-3146-67CC-BF65-026A88DF594C}"/>
              </a:ext>
            </a:extLst>
          </p:cNvPr>
          <p:cNvSpPr txBox="1"/>
          <p:nvPr/>
        </p:nvSpPr>
        <p:spPr>
          <a:xfrm>
            <a:off x="6190427" y="2423105"/>
            <a:ext cx="835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Network</a:t>
            </a:r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C8B9A858-4199-4A47-074C-0B318B6FC636}"/>
              </a:ext>
            </a:extLst>
          </p:cNvPr>
          <p:cNvCxnSpPr>
            <a:cxnSpLocks/>
          </p:cNvCxnSpPr>
          <p:nvPr/>
        </p:nvCxnSpPr>
        <p:spPr>
          <a:xfrm flipV="1">
            <a:off x="1883508" y="2698564"/>
            <a:ext cx="1008813" cy="7262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Arrow Connector 511">
            <a:extLst>
              <a:ext uri="{FF2B5EF4-FFF2-40B4-BE49-F238E27FC236}">
                <a16:creationId xmlns:a16="http://schemas.microsoft.com/office/drawing/2014/main" id="{6AD0DD49-74C4-5B75-A16D-A0D3322CB3EF}"/>
              </a:ext>
            </a:extLst>
          </p:cNvPr>
          <p:cNvCxnSpPr/>
          <p:nvPr/>
        </p:nvCxnSpPr>
        <p:spPr>
          <a:xfrm flipH="1" flipV="1">
            <a:off x="2915322" y="2698564"/>
            <a:ext cx="195201" cy="7069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B52B9C4C-D0B1-7676-D4F4-73B5B01588B8}"/>
              </a:ext>
            </a:extLst>
          </p:cNvPr>
          <p:cNvCxnSpPr>
            <a:cxnSpLocks/>
          </p:cNvCxnSpPr>
          <p:nvPr/>
        </p:nvCxnSpPr>
        <p:spPr>
          <a:xfrm flipH="1" flipV="1">
            <a:off x="2915322" y="2687059"/>
            <a:ext cx="1487673" cy="7184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56CCAAB1-EF3C-2AE6-4C20-DB17489230FC}"/>
              </a:ext>
            </a:extLst>
          </p:cNvPr>
          <p:cNvCxnSpPr>
            <a:cxnSpLocks/>
          </p:cNvCxnSpPr>
          <p:nvPr/>
        </p:nvCxnSpPr>
        <p:spPr>
          <a:xfrm flipH="1" flipV="1">
            <a:off x="2915322" y="2675120"/>
            <a:ext cx="3926546" cy="7262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>
            <a:extLst>
              <a:ext uri="{FF2B5EF4-FFF2-40B4-BE49-F238E27FC236}">
                <a16:creationId xmlns:a16="http://schemas.microsoft.com/office/drawing/2014/main" id="{5CEC393F-5065-D4E0-A737-F298544000B8}"/>
              </a:ext>
            </a:extLst>
          </p:cNvPr>
          <p:cNvSpPr txBox="1"/>
          <p:nvPr/>
        </p:nvSpPr>
        <p:spPr>
          <a:xfrm>
            <a:off x="213523" y="2973509"/>
            <a:ext cx="1793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flow-level, logs, event 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50F8727-51CF-DFC7-5676-E2A3E3F37F64}"/>
              </a:ext>
            </a:extLst>
          </p:cNvPr>
          <p:cNvSpPr txBox="1"/>
          <p:nvPr/>
        </p:nvSpPr>
        <p:spPr>
          <a:xfrm>
            <a:off x="6532858" y="2909892"/>
            <a:ext cx="1791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medical sensitive data</a:t>
            </a:r>
          </a:p>
        </p:txBody>
      </p: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0B1E9F79-70AD-FD3B-BF6F-5EC7BFF10F8E}"/>
              </a:ext>
            </a:extLst>
          </p:cNvPr>
          <p:cNvCxnSpPr>
            <a:cxnSpLocks/>
            <a:endCxn id="507" idx="2"/>
          </p:cNvCxnSpPr>
          <p:nvPr/>
        </p:nvCxnSpPr>
        <p:spPr>
          <a:xfrm flipV="1">
            <a:off x="2117979" y="2698564"/>
            <a:ext cx="3623881" cy="7391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3C8BEF32-DEB8-FFD2-4D07-32B88B819F8A}"/>
              </a:ext>
            </a:extLst>
          </p:cNvPr>
          <p:cNvCxnSpPr>
            <a:cxnSpLocks/>
            <a:endCxn id="507" idx="2"/>
          </p:cNvCxnSpPr>
          <p:nvPr/>
        </p:nvCxnSpPr>
        <p:spPr>
          <a:xfrm flipH="1" flipV="1">
            <a:off x="5741860" y="2698564"/>
            <a:ext cx="1135081" cy="70285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Arrow Connector 528">
            <a:extLst>
              <a:ext uri="{FF2B5EF4-FFF2-40B4-BE49-F238E27FC236}">
                <a16:creationId xmlns:a16="http://schemas.microsoft.com/office/drawing/2014/main" id="{3480E212-627F-E856-AE36-1A318034451C}"/>
              </a:ext>
            </a:extLst>
          </p:cNvPr>
          <p:cNvCxnSpPr>
            <a:cxnSpLocks/>
            <a:endCxn id="507" idx="2"/>
          </p:cNvCxnSpPr>
          <p:nvPr/>
        </p:nvCxnSpPr>
        <p:spPr>
          <a:xfrm flipV="1">
            <a:off x="4606779" y="2698564"/>
            <a:ext cx="1135081" cy="75802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Arrow Connector 531">
            <a:extLst>
              <a:ext uri="{FF2B5EF4-FFF2-40B4-BE49-F238E27FC236}">
                <a16:creationId xmlns:a16="http://schemas.microsoft.com/office/drawing/2014/main" id="{2CC5E84D-832D-95D9-FEF4-FB0F2ABCC6F4}"/>
              </a:ext>
            </a:extLst>
          </p:cNvPr>
          <p:cNvCxnSpPr>
            <a:cxnSpLocks/>
            <a:endCxn id="507" idx="2"/>
          </p:cNvCxnSpPr>
          <p:nvPr/>
        </p:nvCxnSpPr>
        <p:spPr>
          <a:xfrm flipV="1">
            <a:off x="3402141" y="2698564"/>
            <a:ext cx="2339719" cy="74973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Right Arrow 538">
            <a:extLst>
              <a:ext uri="{FF2B5EF4-FFF2-40B4-BE49-F238E27FC236}">
                <a16:creationId xmlns:a16="http://schemas.microsoft.com/office/drawing/2014/main" id="{A833D424-4117-140C-1CFD-D31DB4111D30}"/>
              </a:ext>
            </a:extLst>
          </p:cNvPr>
          <p:cNvSpPr/>
          <p:nvPr/>
        </p:nvSpPr>
        <p:spPr>
          <a:xfrm rot="10800000">
            <a:off x="7384787" y="1163852"/>
            <a:ext cx="515355" cy="307776"/>
          </a:xfrm>
          <a:prstGeom prst="rightArrow">
            <a:avLst/>
          </a:prstGeom>
          <a:noFill/>
          <a:ln w="2540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9C221195-4E14-6C2E-E699-955EDAE2E121}"/>
              </a:ext>
            </a:extLst>
          </p:cNvPr>
          <p:cNvSpPr txBox="1"/>
          <p:nvPr/>
        </p:nvSpPr>
        <p:spPr>
          <a:xfrm>
            <a:off x="6400801" y="1449518"/>
            <a:ext cx="1660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Cloud layer</a:t>
            </a: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C690DFA2-CFEA-3D3C-414A-9EF73C055B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6215" y="987123"/>
            <a:ext cx="901956" cy="901956"/>
          </a:xfrm>
          <a:prstGeom prst="rect">
            <a:avLst/>
          </a:prstGeom>
        </p:spPr>
      </p:pic>
      <p:sp>
        <p:nvSpPr>
          <p:cNvPr id="546" name="Right Arrow 545">
            <a:extLst>
              <a:ext uri="{FF2B5EF4-FFF2-40B4-BE49-F238E27FC236}">
                <a16:creationId xmlns:a16="http://schemas.microsoft.com/office/drawing/2014/main" id="{B5BE367B-9F68-9009-485F-BF052854C57F}"/>
              </a:ext>
            </a:extLst>
          </p:cNvPr>
          <p:cNvSpPr/>
          <p:nvPr/>
        </p:nvSpPr>
        <p:spPr>
          <a:xfrm>
            <a:off x="1214290" y="1288475"/>
            <a:ext cx="515355" cy="307776"/>
          </a:xfrm>
          <a:prstGeom prst="rightArrow">
            <a:avLst/>
          </a:prstGeom>
          <a:noFill/>
          <a:ln w="25400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Down Arrow 555">
            <a:extLst>
              <a:ext uri="{FF2B5EF4-FFF2-40B4-BE49-F238E27FC236}">
                <a16:creationId xmlns:a16="http://schemas.microsoft.com/office/drawing/2014/main" id="{AE990C64-5F76-203C-7BC2-DB490D0CA21F}"/>
              </a:ext>
            </a:extLst>
          </p:cNvPr>
          <p:cNvSpPr/>
          <p:nvPr/>
        </p:nvSpPr>
        <p:spPr>
          <a:xfrm rot="10800000">
            <a:off x="1910870" y="2971008"/>
            <a:ext cx="190572" cy="288471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50145E00-AFE4-74D3-EF0B-4D07301BB57E}"/>
              </a:ext>
            </a:extLst>
          </p:cNvPr>
          <p:cNvSpPr txBox="1"/>
          <p:nvPr/>
        </p:nvSpPr>
        <p:spPr>
          <a:xfrm>
            <a:off x="211644" y="2545609"/>
            <a:ext cx="167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Alter, Security policy</a:t>
            </a:r>
          </a:p>
        </p:txBody>
      </p:sp>
      <p:sp>
        <p:nvSpPr>
          <p:cNvPr id="558" name="Down Arrow 557">
            <a:extLst>
              <a:ext uri="{FF2B5EF4-FFF2-40B4-BE49-F238E27FC236}">
                <a16:creationId xmlns:a16="http://schemas.microsoft.com/office/drawing/2014/main" id="{C5BDD97A-02E6-1F57-66E7-82EA81B916AF}"/>
              </a:ext>
            </a:extLst>
          </p:cNvPr>
          <p:cNvSpPr/>
          <p:nvPr/>
        </p:nvSpPr>
        <p:spPr>
          <a:xfrm>
            <a:off x="1790180" y="2563942"/>
            <a:ext cx="190572" cy="283469"/>
          </a:xfrm>
          <a:prstGeom prst="down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924D6D18-77D5-FA64-B928-D5DCF50771DC}"/>
              </a:ext>
            </a:extLst>
          </p:cNvPr>
          <p:cNvSpPr txBox="1"/>
          <p:nvPr/>
        </p:nvSpPr>
        <p:spPr>
          <a:xfrm>
            <a:off x="7775794" y="1671496"/>
            <a:ext cx="2400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Healthcare </a:t>
            </a:r>
          </a:p>
          <a:p>
            <a:r>
              <a:rPr lang="en-US" sz="1400" dirty="0"/>
              <a:t>Professional</a:t>
            </a: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5F06E0B9-783A-984A-F532-1DCDAA0710C5}"/>
              </a:ext>
            </a:extLst>
          </p:cNvPr>
          <p:cNvSpPr txBox="1"/>
          <p:nvPr/>
        </p:nvSpPr>
        <p:spPr>
          <a:xfrm>
            <a:off x="268109" y="1886783"/>
            <a:ext cx="2400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Security Operator</a:t>
            </a:r>
          </a:p>
        </p:txBody>
      </p:sp>
      <p:sp>
        <p:nvSpPr>
          <p:cNvPr id="566" name="Down Arrow 565">
            <a:extLst>
              <a:ext uri="{FF2B5EF4-FFF2-40B4-BE49-F238E27FC236}">
                <a16:creationId xmlns:a16="http://schemas.microsoft.com/office/drawing/2014/main" id="{C6AC29B0-9C07-2CDF-FA35-0A9DD19A9C1D}"/>
              </a:ext>
            </a:extLst>
          </p:cNvPr>
          <p:cNvSpPr/>
          <p:nvPr/>
        </p:nvSpPr>
        <p:spPr>
          <a:xfrm rot="10800000">
            <a:off x="8237149" y="2875660"/>
            <a:ext cx="190572" cy="288471"/>
          </a:xfrm>
          <a:prstGeom prst="downArrow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7" name="Picture 566">
            <a:extLst>
              <a:ext uri="{FF2B5EF4-FFF2-40B4-BE49-F238E27FC236}">
                <a16:creationId xmlns:a16="http://schemas.microsoft.com/office/drawing/2014/main" id="{EF1830C7-89C7-C849-A04A-C3E794550C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1742839" y="5837732"/>
            <a:ext cx="304800" cy="304800"/>
          </a:xfrm>
          <a:prstGeom prst="rect">
            <a:avLst/>
          </a:prstGeom>
        </p:spPr>
      </p:pic>
      <p:pic>
        <p:nvPicPr>
          <p:cNvPr id="569" name="Picture 568">
            <a:extLst>
              <a:ext uri="{FF2B5EF4-FFF2-40B4-BE49-F238E27FC236}">
                <a16:creationId xmlns:a16="http://schemas.microsoft.com/office/drawing/2014/main" id="{07082627-779C-5766-F416-42204AC6C8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3128110" y="5835210"/>
            <a:ext cx="304800" cy="304800"/>
          </a:xfrm>
          <a:prstGeom prst="rect">
            <a:avLst/>
          </a:prstGeom>
        </p:spPr>
      </p:pic>
      <p:pic>
        <p:nvPicPr>
          <p:cNvPr id="570" name="Picture 569">
            <a:extLst>
              <a:ext uri="{FF2B5EF4-FFF2-40B4-BE49-F238E27FC236}">
                <a16:creationId xmlns:a16="http://schemas.microsoft.com/office/drawing/2014/main" id="{D762E1E1-36B3-74A5-D689-DC0F30DA4E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4519251" y="5850269"/>
            <a:ext cx="304800" cy="304800"/>
          </a:xfrm>
          <a:prstGeom prst="rect">
            <a:avLst/>
          </a:prstGeom>
        </p:spPr>
      </p:pic>
      <p:pic>
        <p:nvPicPr>
          <p:cNvPr id="571" name="Picture 570">
            <a:extLst>
              <a:ext uri="{FF2B5EF4-FFF2-40B4-BE49-F238E27FC236}">
                <a16:creationId xmlns:a16="http://schemas.microsoft.com/office/drawing/2014/main" id="{7D461BD1-BEE4-31AC-A99D-54070E13DA1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H="1">
            <a:off x="6826742" y="5842743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3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3ABF-1F47-C53C-0C3A-87BDD3D8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727677-89B0-8CFD-39B7-288A3FDBB57D}"/>
              </a:ext>
            </a:extLst>
          </p:cNvPr>
          <p:cNvSpPr/>
          <p:nvPr/>
        </p:nvSpPr>
        <p:spPr>
          <a:xfrm>
            <a:off x="4997038" y="1131158"/>
            <a:ext cx="2272894" cy="5598875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 w="12700" cap="flat">
            <a:solidFill>
              <a:schemeClr val="accent1">
                <a:shade val="95000"/>
                <a:satMod val="105000"/>
              </a:schemeClr>
            </a:solidFill>
            <a:prstDash val="dash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272894"/>
                      <a:gd name="csY0" fmla="*/ 0 h 5459907"/>
                      <a:gd name="csX1" fmla="*/ 2272894 w 2272894"/>
                      <a:gd name="csY1" fmla="*/ 0 h 5459907"/>
                      <a:gd name="csX2" fmla="*/ 2272894 w 2272894"/>
                      <a:gd name="csY2" fmla="*/ 5459907 h 5459907"/>
                      <a:gd name="csX3" fmla="*/ 0 w 2272894"/>
                      <a:gd name="csY3" fmla="*/ 5459907 h 5459907"/>
                      <a:gd name="csX4" fmla="*/ 0 w 2272894"/>
                      <a:gd name="csY4" fmla="*/ 0 h 54599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272894" h="5459907" fill="none" extrusionOk="0">
                        <a:moveTo>
                          <a:pt x="0" y="0"/>
                        </a:moveTo>
                        <a:cubicBezTo>
                          <a:pt x="246963" y="-49533"/>
                          <a:pt x="1730072" y="-14809"/>
                          <a:pt x="2272894" y="0"/>
                        </a:cubicBezTo>
                        <a:cubicBezTo>
                          <a:pt x="2360533" y="2338663"/>
                          <a:pt x="2200215" y="4176473"/>
                          <a:pt x="2272894" y="5459907"/>
                        </a:cubicBezTo>
                        <a:cubicBezTo>
                          <a:pt x="1517392" y="5411676"/>
                          <a:pt x="689315" y="5544362"/>
                          <a:pt x="0" y="5459907"/>
                        </a:cubicBezTo>
                        <a:cubicBezTo>
                          <a:pt x="-38581" y="2766092"/>
                          <a:pt x="63341" y="1068132"/>
                          <a:pt x="0" y="0"/>
                        </a:cubicBezTo>
                        <a:close/>
                      </a:path>
                      <a:path w="2272894" h="5459907" stroke="0" extrusionOk="0">
                        <a:moveTo>
                          <a:pt x="0" y="0"/>
                        </a:moveTo>
                        <a:cubicBezTo>
                          <a:pt x="1036537" y="118645"/>
                          <a:pt x="1713750" y="116012"/>
                          <a:pt x="2272894" y="0"/>
                        </a:cubicBezTo>
                        <a:cubicBezTo>
                          <a:pt x="2140012" y="799698"/>
                          <a:pt x="2357845" y="4086530"/>
                          <a:pt x="2272894" y="5459907"/>
                        </a:cubicBezTo>
                        <a:cubicBezTo>
                          <a:pt x="1934076" y="5594507"/>
                          <a:pt x="974238" y="5302711"/>
                          <a:pt x="0" y="5459907"/>
                        </a:cubicBezTo>
                        <a:cubicBezTo>
                          <a:pt x="-20187" y="4095132"/>
                          <a:pt x="-152480" y="252950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F36B1E-4421-62CA-E09E-DFAE03ECBDBB}"/>
              </a:ext>
            </a:extLst>
          </p:cNvPr>
          <p:cNvSpPr/>
          <p:nvPr/>
        </p:nvSpPr>
        <p:spPr>
          <a:xfrm>
            <a:off x="457200" y="4364211"/>
            <a:ext cx="7140659" cy="2210760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7649C-399B-A7D8-23B6-9103D933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13" y="-11842"/>
            <a:ext cx="8229600" cy="1143000"/>
          </a:xfrm>
        </p:spPr>
        <p:txBody>
          <a:bodyPr>
            <a:noAutofit/>
          </a:bodyPr>
          <a:lstStyle/>
          <a:p>
            <a:r>
              <a:rPr sz="3200" dirty="0"/>
              <a:t>Methodology: </a:t>
            </a:r>
            <a:r>
              <a:rPr lang="en-GB" sz="3200" dirty="0"/>
              <a:t>Proposed Simulation Framework</a:t>
            </a:r>
            <a:endParaRPr sz="3200" dirty="0"/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951E455F-C561-6E58-CC8E-0C4FC5F238BF}"/>
              </a:ext>
            </a:extLst>
          </p:cNvPr>
          <p:cNvSpPr/>
          <p:nvPr/>
        </p:nvSpPr>
        <p:spPr>
          <a:xfrm>
            <a:off x="885385" y="5000423"/>
            <a:ext cx="1018903" cy="1143000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DataSet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96A4DD-1145-4C3E-1DBD-CC982FF21C79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904288" y="5586074"/>
            <a:ext cx="881742" cy="1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390177-FBD9-8F4F-EDA5-30DFBCE23645}"/>
              </a:ext>
            </a:extLst>
          </p:cNvPr>
          <p:cNvSpPr/>
          <p:nvPr/>
        </p:nvSpPr>
        <p:spPr>
          <a:xfrm>
            <a:off x="5183066" y="4724670"/>
            <a:ext cx="1815738" cy="1717021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Feature</a:t>
            </a:r>
            <a:r>
              <a:rPr lang="zh-CN" altLang="en-US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>
                <a:solidFill>
                  <a:schemeClr val="tx1"/>
                </a:solidFill>
              </a:rPr>
              <a:t>extraction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B87647-8814-233A-C933-61DE9775BEDC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4601768" y="5583181"/>
            <a:ext cx="581298" cy="43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81748B-DFA3-5040-1741-08C0E6A1CBC3}"/>
              </a:ext>
            </a:extLst>
          </p:cNvPr>
          <p:cNvSpPr txBox="1"/>
          <p:nvPr/>
        </p:nvSpPr>
        <p:spPr>
          <a:xfrm>
            <a:off x="5156939" y="6070854"/>
            <a:ext cx="1898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PCA, </a:t>
            </a:r>
            <a:r>
              <a:rPr lang="en-US" sz="1200" dirty="0" err="1"/>
              <a:t>AutoEncoder</a:t>
            </a:r>
            <a:r>
              <a:rPr lang="en-US" sz="1200" dirty="0"/>
              <a:t>, </a:t>
            </a:r>
            <a:r>
              <a:rPr lang="en-US" sz="1200" dirty="0" err="1"/>
              <a:t>ResNeXt</a:t>
            </a:r>
            <a:endParaRPr lang="en-US" sz="12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C4BE4F8-8409-9639-A500-F83409FCFFA7}"/>
              </a:ext>
            </a:extLst>
          </p:cNvPr>
          <p:cNvSpPr/>
          <p:nvPr/>
        </p:nvSpPr>
        <p:spPr>
          <a:xfrm>
            <a:off x="2786030" y="4729023"/>
            <a:ext cx="1815738" cy="1717021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Feature Selection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98E5945-17AE-5FBB-BC98-0FD633DC2CAC}"/>
              </a:ext>
            </a:extLst>
          </p:cNvPr>
          <p:cNvSpPr/>
          <p:nvPr/>
        </p:nvSpPr>
        <p:spPr>
          <a:xfrm>
            <a:off x="2897064" y="5130148"/>
            <a:ext cx="243840" cy="20029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4FE70E-F51F-727A-A874-33B8D4973ACE}"/>
              </a:ext>
            </a:extLst>
          </p:cNvPr>
          <p:cNvSpPr/>
          <p:nvPr/>
        </p:nvSpPr>
        <p:spPr>
          <a:xfrm>
            <a:off x="3214928" y="5130148"/>
            <a:ext cx="243840" cy="20029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E465672-FFCF-BCE1-F9B8-C0A0E6B71185}"/>
              </a:ext>
            </a:extLst>
          </p:cNvPr>
          <p:cNvSpPr/>
          <p:nvPr/>
        </p:nvSpPr>
        <p:spPr>
          <a:xfrm>
            <a:off x="3558916" y="5130148"/>
            <a:ext cx="243840" cy="20029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FE35625-CA79-A0B6-4996-D4741B89A479}"/>
              </a:ext>
            </a:extLst>
          </p:cNvPr>
          <p:cNvSpPr/>
          <p:nvPr/>
        </p:nvSpPr>
        <p:spPr>
          <a:xfrm>
            <a:off x="3909434" y="5130147"/>
            <a:ext cx="243840" cy="20029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B2106DB-534B-A3C8-74B6-F9ADB9D133FF}"/>
              </a:ext>
            </a:extLst>
          </p:cNvPr>
          <p:cNvSpPr/>
          <p:nvPr/>
        </p:nvSpPr>
        <p:spPr>
          <a:xfrm>
            <a:off x="4240360" y="5130146"/>
            <a:ext cx="243840" cy="20029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Multiply 39">
            <a:extLst>
              <a:ext uri="{FF2B5EF4-FFF2-40B4-BE49-F238E27FC236}">
                <a16:creationId xmlns:a16="http://schemas.microsoft.com/office/drawing/2014/main" id="{20DAA727-43B6-B948-17C0-65167B768785}"/>
              </a:ext>
            </a:extLst>
          </p:cNvPr>
          <p:cNvSpPr/>
          <p:nvPr/>
        </p:nvSpPr>
        <p:spPr>
          <a:xfrm>
            <a:off x="3169210" y="5051951"/>
            <a:ext cx="341808" cy="374468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ultiply 40">
            <a:extLst>
              <a:ext uri="{FF2B5EF4-FFF2-40B4-BE49-F238E27FC236}">
                <a16:creationId xmlns:a16="http://schemas.microsoft.com/office/drawing/2014/main" id="{E8ACCC30-8847-DDF5-0E99-0273CCFD743E}"/>
              </a:ext>
            </a:extLst>
          </p:cNvPr>
          <p:cNvSpPr/>
          <p:nvPr/>
        </p:nvSpPr>
        <p:spPr>
          <a:xfrm>
            <a:off x="3863719" y="5059209"/>
            <a:ext cx="341808" cy="374468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0BE998-DE42-AC75-3931-827DAE46A753}"/>
              </a:ext>
            </a:extLst>
          </p:cNvPr>
          <p:cNvSpPr txBox="1"/>
          <p:nvPr/>
        </p:nvSpPr>
        <p:spPr>
          <a:xfrm>
            <a:off x="3086380" y="5392424"/>
            <a:ext cx="120141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ea typeface="SimSun" panose="02010600030101010101" pitchFamily="2" charset="-122"/>
              </a:rPr>
              <a:t>Feature</a:t>
            </a:r>
            <a:r>
              <a:rPr lang="zh-CN" altLang="en-US" sz="1300" dirty="0">
                <a:ea typeface="SimSun" panose="02010600030101010101" pitchFamily="2" charset="-122"/>
              </a:rPr>
              <a:t> </a:t>
            </a:r>
            <a:r>
              <a:rPr lang="en-US" altLang="zh-CN" sz="1300" dirty="0">
                <a:ea typeface="SimSun" panose="02010600030101010101" pitchFamily="2" charset="-122"/>
              </a:rPr>
              <a:t>scaling</a:t>
            </a:r>
            <a:endParaRPr lang="en-US" sz="1300" dirty="0">
              <a:ea typeface="SimSun" panose="02010600030101010101" pitchFamily="2" charset="-122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1949BEA-0A35-9974-7DA4-7DA769B3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64" y="5675867"/>
            <a:ext cx="1610407" cy="635356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04F36B-F534-4203-4C3B-1A7267A0950D}"/>
              </a:ext>
            </a:extLst>
          </p:cNvPr>
          <p:cNvSpPr/>
          <p:nvPr/>
        </p:nvSpPr>
        <p:spPr>
          <a:xfrm>
            <a:off x="3259990" y="1818761"/>
            <a:ext cx="1614198" cy="1601833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Classifer</a:t>
            </a:r>
            <a:r>
              <a:rPr lang="zh-CN" altLang="en-US" sz="1200" dirty="0">
                <a:solidFill>
                  <a:schemeClr val="tx1"/>
                </a:solidFill>
              </a:rPr>
              <a:t>  </a:t>
            </a:r>
            <a:r>
              <a:rPr lang="en-US" altLang="zh-CN" sz="1200" dirty="0">
                <a:solidFill>
                  <a:schemeClr val="tx1"/>
                </a:solidFill>
              </a:rPr>
              <a:t>Model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B8FC5B0-A1F5-D5BD-3910-5A2F09AEB404}"/>
              </a:ext>
            </a:extLst>
          </p:cNvPr>
          <p:cNvSpPr/>
          <p:nvPr/>
        </p:nvSpPr>
        <p:spPr>
          <a:xfrm>
            <a:off x="754743" y="1818761"/>
            <a:ext cx="1582795" cy="1610239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Feature Encoding</a:t>
            </a: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E454A758-71CA-2BDE-0059-C54C08D00CD7}"/>
              </a:ext>
            </a:extLst>
          </p:cNvPr>
          <p:cNvCxnSpPr>
            <a:cxnSpLocks/>
            <a:stCxn id="16" idx="0"/>
            <a:endCxn id="52" idx="2"/>
          </p:cNvCxnSpPr>
          <p:nvPr/>
        </p:nvCxnSpPr>
        <p:spPr>
          <a:xfrm rot="16200000" flipV="1">
            <a:off x="3170703" y="1804438"/>
            <a:ext cx="1295670" cy="4544794"/>
          </a:xfrm>
          <a:prstGeom prst="bentConnector3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ight Arrow 56">
            <a:extLst>
              <a:ext uri="{FF2B5EF4-FFF2-40B4-BE49-F238E27FC236}">
                <a16:creationId xmlns:a16="http://schemas.microsoft.com/office/drawing/2014/main" id="{4102F10F-61FB-ACF1-672C-97A8402E3AFB}"/>
              </a:ext>
            </a:extLst>
          </p:cNvPr>
          <p:cNvSpPr/>
          <p:nvPr/>
        </p:nvSpPr>
        <p:spPr>
          <a:xfrm>
            <a:off x="6364514" y="4071257"/>
            <a:ext cx="1560286" cy="214793"/>
          </a:xfrm>
          <a:prstGeom prst="rightArrow">
            <a:avLst/>
          </a:prstGeom>
          <a:ln>
            <a:solidFill>
              <a:schemeClr val="tx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6EE0CBBE-B553-FAB0-5A8E-9FFE28521536}"/>
              </a:ext>
            </a:extLst>
          </p:cNvPr>
          <p:cNvSpPr/>
          <p:nvPr/>
        </p:nvSpPr>
        <p:spPr>
          <a:xfrm>
            <a:off x="7127979" y="2512280"/>
            <a:ext cx="796821" cy="214793"/>
          </a:xfrm>
          <a:prstGeom prst="rightArrow">
            <a:avLst/>
          </a:prstGeom>
          <a:ln>
            <a:solidFill>
              <a:schemeClr val="tx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an 60">
            <a:extLst>
              <a:ext uri="{FF2B5EF4-FFF2-40B4-BE49-F238E27FC236}">
                <a16:creationId xmlns:a16="http://schemas.microsoft.com/office/drawing/2014/main" id="{EF3E311E-249D-8AE8-40EB-C4B8841E7274}"/>
              </a:ext>
            </a:extLst>
          </p:cNvPr>
          <p:cNvSpPr/>
          <p:nvPr/>
        </p:nvSpPr>
        <p:spPr>
          <a:xfrm>
            <a:off x="5599624" y="1973898"/>
            <a:ext cx="1264196" cy="1295671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Classification</a:t>
            </a:r>
            <a:r>
              <a:rPr lang="zh-CN" altLang="en-US" sz="1600" dirty="0"/>
              <a:t> </a:t>
            </a:r>
            <a:r>
              <a:rPr lang="en-US" altLang="zh-CN" sz="1600" dirty="0"/>
              <a:t>result</a:t>
            </a:r>
            <a:endParaRPr lang="en-US" sz="1600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97E2E20-F783-3FBA-F095-1120DB9F8B47}"/>
              </a:ext>
            </a:extLst>
          </p:cNvPr>
          <p:cNvCxnSpPr>
            <a:cxnSpLocks/>
          </p:cNvCxnSpPr>
          <p:nvPr/>
        </p:nvCxnSpPr>
        <p:spPr>
          <a:xfrm>
            <a:off x="2337538" y="2220686"/>
            <a:ext cx="9447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4E9001-AEBD-CC4E-EEA8-630A81455DDF}"/>
              </a:ext>
            </a:extLst>
          </p:cNvPr>
          <p:cNvCxnSpPr>
            <a:cxnSpLocks/>
          </p:cNvCxnSpPr>
          <p:nvPr/>
        </p:nvCxnSpPr>
        <p:spPr>
          <a:xfrm>
            <a:off x="2337538" y="2844800"/>
            <a:ext cx="9224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0C82C30F-DB6C-8563-EE0F-95A70A254AB1}"/>
              </a:ext>
            </a:extLst>
          </p:cNvPr>
          <p:cNvSpPr/>
          <p:nvPr/>
        </p:nvSpPr>
        <p:spPr>
          <a:xfrm>
            <a:off x="2641600" y="1806170"/>
            <a:ext cx="517350" cy="132612"/>
          </a:xfrm>
          <a:prstGeom prst="rect">
            <a:avLst/>
          </a:prstGeom>
          <a:ln>
            <a:solidFill>
              <a:schemeClr val="accent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attack</a:t>
            </a:r>
            <a:endParaRPr lang="en-US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9B6B052-7ABF-86FB-50DC-081D1374EB08}"/>
              </a:ext>
            </a:extLst>
          </p:cNvPr>
          <p:cNvSpPr/>
          <p:nvPr/>
        </p:nvSpPr>
        <p:spPr>
          <a:xfrm>
            <a:off x="2573926" y="1884016"/>
            <a:ext cx="517350" cy="132612"/>
          </a:xfrm>
          <a:prstGeom prst="rect">
            <a:avLst/>
          </a:prstGeom>
          <a:ln>
            <a:solidFill>
              <a:schemeClr val="accent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attack</a:t>
            </a:r>
            <a:endParaRPr lang="en-US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F703202-FE4F-CA62-0EF6-FF8049605C7A}"/>
              </a:ext>
            </a:extLst>
          </p:cNvPr>
          <p:cNvSpPr/>
          <p:nvPr/>
        </p:nvSpPr>
        <p:spPr>
          <a:xfrm>
            <a:off x="2506252" y="1972097"/>
            <a:ext cx="517350" cy="132612"/>
          </a:xfrm>
          <a:prstGeom prst="rect">
            <a:avLst/>
          </a:prstGeom>
          <a:ln>
            <a:solidFill>
              <a:schemeClr val="accent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attack</a:t>
            </a:r>
            <a:endParaRPr lang="en-US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B23A304-3133-FFFC-BA77-35B0AB9925F7}"/>
              </a:ext>
            </a:extLst>
          </p:cNvPr>
          <p:cNvSpPr/>
          <p:nvPr/>
        </p:nvSpPr>
        <p:spPr>
          <a:xfrm>
            <a:off x="2764927" y="1740989"/>
            <a:ext cx="517350" cy="132612"/>
          </a:xfrm>
          <a:prstGeom prst="rect">
            <a:avLst/>
          </a:prstGeom>
          <a:ln>
            <a:solidFill>
              <a:schemeClr val="accent3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</a:t>
            </a:r>
            <a:endParaRPr lang="en-US" sz="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E5F51E-54AE-A4DA-44E3-3B28801864C1}"/>
              </a:ext>
            </a:extLst>
          </p:cNvPr>
          <p:cNvSpPr txBox="1"/>
          <p:nvPr/>
        </p:nvSpPr>
        <p:spPr>
          <a:xfrm>
            <a:off x="2641600" y="2868438"/>
            <a:ext cx="652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Test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C31ACD-ACA6-096C-05E0-6A8CDCEDE838}"/>
              </a:ext>
            </a:extLst>
          </p:cNvPr>
          <p:cNvSpPr txBox="1"/>
          <p:nvPr/>
        </p:nvSpPr>
        <p:spPr>
          <a:xfrm>
            <a:off x="2621514" y="2244926"/>
            <a:ext cx="652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Train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A42BEC-E9EF-9C69-762A-A4EE23D7D400}"/>
              </a:ext>
            </a:extLst>
          </p:cNvPr>
          <p:cNvSpPr txBox="1"/>
          <p:nvPr/>
        </p:nvSpPr>
        <p:spPr>
          <a:xfrm>
            <a:off x="8055429" y="3976914"/>
            <a:ext cx="957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Network</a:t>
            </a:r>
            <a:r>
              <a:rPr lang="zh-CN" altLang="en-US" sz="1400" dirty="0"/>
              <a:t> </a:t>
            </a:r>
            <a:r>
              <a:rPr lang="en-US" altLang="zh-CN" sz="1400" dirty="0"/>
              <a:t>traffic</a:t>
            </a:r>
            <a:endParaRPr lang="en-US" sz="14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0389F9C-4598-137B-4745-F71A0E0830AC}"/>
              </a:ext>
            </a:extLst>
          </p:cNvPr>
          <p:cNvCxnSpPr>
            <a:cxnSpLocks/>
            <a:stCxn id="51" idx="3"/>
            <a:endCxn id="61" idx="2"/>
          </p:cNvCxnSpPr>
          <p:nvPr/>
        </p:nvCxnSpPr>
        <p:spPr>
          <a:xfrm>
            <a:off x="4874188" y="2619678"/>
            <a:ext cx="725436" cy="2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ight Arrow 76">
            <a:extLst>
              <a:ext uri="{FF2B5EF4-FFF2-40B4-BE49-F238E27FC236}">
                <a16:creationId xmlns:a16="http://schemas.microsoft.com/office/drawing/2014/main" id="{BAF0A316-76DD-478D-567B-A5050D8F6F37}"/>
              </a:ext>
            </a:extLst>
          </p:cNvPr>
          <p:cNvSpPr/>
          <p:nvPr/>
        </p:nvSpPr>
        <p:spPr>
          <a:xfrm>
            <a:off x="7284231" y="5402806"/>
            <a:ext cx="796821" cy="214793"/>
          </a:xfrm>
          <a:prstGeom prst="rightArrow">
            <a:avLst/>
          </a:prstGeom>
          <a:ln>
            <a:solidFill>
              <a:schemeClr val="tx2">
                <a:lumMod val="75000"/>
                <a:alpha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CC8544-DE2C-F5C4-BC42-B00DD8CE1FD7}"/>
              </a:ext>
            </a:extLst>
          </p:cNvPr>
          <p:cNvSpPr txBox="1"/>
          <p:nvPr/>
        </p:nvSpPr>
        <p:spPr>
          <a:xfrm>
            <a:off x="8055429" y="5130146"/>
            <a:ext cx="11466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CPU</a:t>
            </a:r>
          </a:p>
          <a:p>
            <a:endParaRPr lang="en-US" sz="1400" dirty="0"/>
          </a:p>
          <a:p>
            <a:r>
              <a:rPr lang="en-US" sz="1400" dirty="0"/>
              <a:t>Memory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FEA40F-045D-3818-232F-1989D72E2D17}"/>
              </a:ext>
            </a:extLst>
          </p:cNvPr>
          <p:cNvSpPr txBox="1"/>
          <p:nvPr/>
        </p:nvSpPr>
        <p:spPr>
          <a:xfrm>
            <a:off x="7997371" y="2262349"/>
            <a:ext cx="9579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Accuracy</a:t>
            </a:r>
          </a:p>
          <a:p>
            <a:endParaRPr lang="en-GB" sz="1400" dirty="0"/>
          </a:p>
          <a:p>
            <a:r>
              <a:rPr lang="en-GB" sz="1400" dirty="0"/>
              <a:t>F</a:t>
            </a:r>
            <a:r>
              <a:rPr lang="en-US" altLang="zh-CN" sz="1400" dirty="0"/>
              <a:t>1</a:t>
            </a:r>
            <a:r>
              <a:rPr lang="zh-CN" altLang="en-US" sz="1400" dirty="0"/>
              <a:t> </a:t>
            </a:r>
            <a:r>
              <a:rPr lang="en-US" altLang="zh-CN" sz="1400" dirty="0"/>
              <a:t>score</a:t>
            </a:r>
            <a:endParaRPr lang="en-US" sz="1400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6488728A-F82B-5347-ACAE-568692FF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848" y="2970214"/>
            <a:ext cx="1501822" cy="35182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0550D18-DE3C-F599-E431-5240A0F0D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028" y="2251668"/>
            <a:ext cx="1060982" cy="519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9932A4-32D4-F522-A763-3EB6F836FB90}"/>
              </a:ext>
            </a:extLst>
          </p:cNvPr>
          <p:cNvSpPr/>
          <p:nvPr/>
        </p:nvSpPr>
        <p:spPr>
          <a:xfrm>
            <a:off x="355252" y="1270466"/>
            <a:ext cx="7140659" cy="2357664"/>
          </a:xfrm>
          <a:prstGeom prst="rect">
            <a:avLst/>
          </a:pr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0629D-73C8-A0CD-A17F-762F9D35451E}"/>
              </a:ext>
            </a:extLst>
          </p:cNvPr>
          <p:cNvSpPr txBox="1"/>
          <p:nvPr/>
        </p:nvSpPr>
        <p:spPr>
          <a:xfrm>
            <a:off x="449758" y="4364211"/>
            <a:ext cx="212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</a:t>
            </a:r>
            <a:r>
              <a:rPr lang="zh-CN" altLang="en-US" dirty="0"/>
              <a:t> </a:t>
            </a:r>
            <a:r>
              <a:rPr lang="en-GB" dirty="0"/>
              <a:t>Simulation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755DE-752C-BCAE-3133-763CFEF59332}"/>
              </a:ext>
            </a:extLst>
          </p:cNvPr>
          <p:cNvSpPr txBox="1"/>
          <p:nvPr/>
        </p:nvSpPr>
        <p:spPr>
          <a:xfrm>
            <a:off x="355252" y="1272445"/>
            <a:ext cx="212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Cloud Simulation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811831-89C9-59F0-2294-9692BCB60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85" y="2220686"/>
            <a:ext cx="1290317" cy="398992"/>
          </a:xfrm>
          <a:prstGeom prst="rect">
            <a:avLst/>
          </a:prstGeom>
        </p:spPr>
      </p:pic>
      <p:sp>
        <p:nvSpPr>
          <p:cNvPr id="13" name="Down Arrow 12">
            <a:extLst>
              <a:ext uri="{FF2B5EF4-FFF2-40B4-BE49-F238E27FC236}">
                <a16:creationId xmlns:a16="http://schemas.microsoft.com/office/drawing/2014/main" id="{5930CA17-7B55-A33A-0F68-6DBBD0F0BD7E}"/>
              </a:ext>
            </a:extLst>
          </p:cNvPr>
          <p:cNvSpPr/>
          <p:nvPr/>
        </p:nvSpPr>
        <p:spPr>
          <a:xfrm>
            <a:off x="1435100" y="2619678"/>
            <a:ext cx="212989" cy="248760"/>
          </a:xfrm>
          <a:prstGeom prst="downArrow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05DE116-2B12-7A1F-1998-18F0A82996FE}"/>
              </a:ext>
            </a:extLst>
          </p:cNvPr>
          <p:cNvSpPr/>
          <p:nvPr/>
        </p:nvSpPr>
        <p:spPr>
          <a:xfrm>
            <a:off x="1714499" y="2946598"/>
            <a:ext cx="461203" cy="349855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87838E-0C28-3EFD-E282-AEC8F5C97DFF}"/>
              </a:ext>
            </a:extLst>
          </p:cNvPr>
          <p:cNvSpPr/>
          <p:nvPr/>
        </p:nvSpPr>
        <p:spPr>
          <a:xfrm>
            <a:off x="885384" y="2948595"/>
            <a:ext cx="829115" cy="3458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Train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DD13C83-1060-62D8-BA3C-30E3B2934AA8}"/>
              </a:ext>
            </a:extLst>
          </p:cNvPr>
          <p:cNvGrpSpPr/>
          <p:nvPr/>
        </p:nvGrpSpPr>
        <p:grpSpPr>
          <a:xfrm>
            <a:off x="5468493" y="5268518"/>
            <a:ext cx="1270409" cy="797135"/>
            <a:chOff x="5468493" y="5268518"/>
            <a:chExt cx="1270409" cy="797135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CB826BE-F844-691B-358F-0C553F9A8DAC}"/>
                </a:ext>
              </a:extLst>
            </p:cNvPr>
            <p:cNvCxnSpPr>
              <a:cxnSpLocks/>
              <a:stCxn id="20" idx="0"/>
              <a:endCxn id="21" idx="4"/>
            </p:cNvCxnSpPr>
            <p:nvPr/>
          </p:nvCxnSpPr>
          <p:spPr>
            <a:xfrm flipV="1">
              <a:off x="5787363" y="5476404"/>
              <a:ext cx="829619" cy="11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4C761C-48AB-DD60-DA19-85A886820E18}"/>
                </a:ext>
              </a:extLst>
            </p:cNvPr>
            <p:cNvSpPr/>
            <p:nvPr/>
          </p:nvSpPr>
          <p:spPr>
            <a:xfrm>
              <a:off x="5468493" y="5268518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207669A-2F18-74DE-EF98-15D460676C8E}"/>
                </a:ext>
              </a:extLst>
            </p:cNvPr>
            <p:cNvSpPr/>
            <p:nvPr/>
          </p:nvSpPr>
          <p:spPr>
            <a:xfrm>
              <a:off x="5826106" y="5276107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A77EB64-8719-EF87-D29C-CA05EF81617A}"/>
                </a:ext>
              </a:extLst>
            </p:cNvPr>
            <p:cNvSpPr/>
            <p:nvPr/>
          </p:nvSpPr>
          <p:spPr>
            <a:xfrm>
              <a:off x="6162510" y="5276905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1CD0A4C-F4B8-B425-C0FD-908F17355677}"/>
                </a:ext>
              </a:extLst>
            </p:cNvPr>
            <p:cNvSpPr/>
            <p:nvPr/>
          </p:nvSpPr>
          <p:spPr>
            <a:xfrm>
              <a:off x="5665443" y="5587618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88078BA-E23F-CDEB-61D2-2CD4EE7C9732}"/>
                </a:ext>
              </a:extLst>
            </p:cNvPr>
            <p:cNvSpPr/>
            <p:nvPr/>
          </p:nvSpPr>
          <p:spPr>
            <a:xfrm>
              <a:off x="6495062" y="5276107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CA9175-388D-6099-2700-905D3E649905}"/>
                </a:ext>
              </a:extLst>
            </p:cNvPr>
            <p:cNvSpPr/>
            <p:nvPr/>
          </p:nvSpPr>
          <p:spPr>
            <a:xfrm>
              <a:off x="5992877" y="5586898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A06578-1DEB-DC17-DAC1-2D3445941FF9}"/>
                </a:ext>
              </a:extLst>
            </p:cNvPr>
            <p:cNvSpPr/>
            <p:nvPr/>
          </p:nvSpPr>
          <p:spPr>
            <a:xfrm>
              <a:off x="6317798" y="5586898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7FEF3B6-DEA5-06E3-2898-C204D1ABD2D4}"/>
                </a:ext>
              </a:extLst>
            </p:cNvPr>
            <p:cNvSpPr/>
            <p:nvPr/>
          </p:nvSpPr>
          <p:spPr>
            <a:xfrm>
              <a:off x="5826106" y="5865356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86839BE-7C81-1D01-3152-F17330EDCCF5}"/>
                </a:ext>
              </a:extLst>
            </p:cNvPr>
            <p:cNvSpPr/>
            <p:nvPr/>
          </p:nvSpPr>
          <p:spPr>
            <a:xfrm>
              <a:off x="6151027" y="5865356"/>
              <a:ext cx="243840" cy="2002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4DDCD68-8F02-A359-8621-B05D8EE44064}"/>
                </a:ext>
              </a:extLst>
            </p:cNvPr>
            <p:cNvCxnSpPr>
              <a:endCxn id="20" idx="0"/>
            </p:cNvCxnSpPr>
            <p:nvPr/>
          </p:nvCxnSpPr>
          <p:spPr>
            <a:xfrm>
              <a:off x="5599624" y="5476404"/>
              <a:ext cx="187739" cy="11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0A9F970-7426-4426-6B02-369409561D22}"/>
                </a:ext>
              </a:extLst>
            </p:cNvPr>
            <p:cNvCxnSpPr>
              <a:stCxn id="18" idx="4"/>
              <a:endCxn id="20" idx="0"/>
            </p:cNvCxnSpPr>
            <p:nvPr/>
          </p:nvCxnSpPr>
          <p:spPr>
            <a:xfrm flipH="1">
              <a:off x="5787363" y="5476404"/>
              <a:ext cx="160663" cy="11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BABCC0E-F8FC-0C35-13FF-8123DF0F4204}"/>
                </a:ext>
              </a:extLst>
            </p:cNvPr>
            <p:cNvCxnSpPr>
              <a:stCxn id="18" idx="4"/>
              <a:endCxn id="22" idx="0"/>
            </p:cNvCxnSpPr>
            <p:nvPr/>
          </p:nvCxnSpPr>
          <p:spPr>
            <a:xfrm>
              <a:off x="5948026" y="5476404"/>
              <a:ext cx="166771" cy="1104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65AD1BA-1D61-77BB-3072-54FC94A052AE}"/>
                </a:ext>
              </a:extLst>
            </p:cNvPr>
            <p:cNvCxnSpPr>
              <a:stCxn id="19" idx="4"/>
              <a:endCxn id="22" idx="0"/>
            </p:cNvCxnSpPr>
            <p:nvPr/>
          </p:nvCxnSpPr>
          <p:spPr>
            <a:xfrm flipH="1">
              <a:off x="6114797" y="5477202"/>
              <a:ext cx="169633" cy="1096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65A1A90-EECF-1E55-66A6-A58FEB0919FC}"/>
                </a:ext>
              </a:extLst>
            </p:cNvPr>
            <p:cNvCxnSpPr>
              <a:cxnSpLocks/>
              <a:stCxn id="20" idx="0"/>
              <a:endCxn id="19" idx="4"/>
            </p:cNvCxnSpPr>
            <p:nvPr/>
          </p:nvCxnSpPr>
          <p:spPr>
            <a:xfrm flipV="1">
              <a:off x="5787363" y="5477202"/>
              <a:ext cx="497067" cy="1104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5661BE8-F387-30BA-EB5E-E92587F30829}"/>
                </a:ext>
              </a:extLst>
            </p:cNvPr>
            <p:cNvCxnSpPr>
              <a:cxnSpLocks/>
              <a:stCxn id="20" idx="0"/>
              <a:endCxn id="21" idx="4"/>
            </p:cNvCxnSpPr>
            <p:nvPr/>
          </p:nvCxnSpPr>
          <p:spPr>
            <a:xfrm flipV="1">
              <a:off x="5787363" y="5476404"/>
              <a:ext cx="829619" cy="1112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FDC7C1B-2E23-B016-C7A0-616CEF14F7E4}"/>
                </a:ext>
              </a:extLst>
            </p:cNvPr>
            <p:cNvCxnSpPr>
              <a:cxnSpLocks/>
              <a:stCxn id="15" idx="4"/>
              <a:endCxn id="22" idx="0"/>
            </p:cNvCxnSpPr>
            <p:nvPr/>
          </p:nvCxnSpPr>
          <p:spPr>
            <a:xfrm>
              <a:off x="5590413" y="5468815"/>
              <a:ext cx="524384" cy="1180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D8FB90B-90FF-C112-5F3C-75A6A528086E}"/>
                </a:ext>
              </a:extLst>
            </p:cNvPr>
            <p:cNvCxnSpPr>
              <a:cxnSpLocks/>
              <a:stCxn id="23" idx="0"/>
              <a:endCxn id="19" idx="4"/>
            </p:cNvCxnSpPr>
            <p:nvPr/>
          </p:nvCxnSpPr>
          <p:spPr>
            <a:xfrm flipH="1" flipV="1">
              <a:off x="6284430" y="5477202"/>
              <a:ext cx="155288" cy="10969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5EBE0A5-D893-7320-8BC3-463038D6876F}"/>
                </a:ext>
              </a:extLst>
            </p:cNvPr>
            <p:cNvCxnSpPr>
              <a:cxnSpLocks/>
              <a:stCxn id="23" idx="0"/>
              <a:endCxn id="21" idx="4"/>
            </p:cNvCxnSpPr>
            <p:nvPr/>
          </p:nvCxnSpPr>
          <p:spPr>
            <a:xfrm flipV="1">
              <a:off x="6439718" y="5476404"/>
              <a:ext cx="177264" cy="1104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35FA15B-CA74-7178-C274-A0A47B85A06F}"/>
                </a:ext>
              </a:extLst>
            </p:cNvPr>
            <p:cNvCxnSpPr>
              <a:cxnSpLocks/>
              <a:stCxn id="22" idx="0"/>
              <a:endCxn id="21" idx="4"/>
            </p:cNvCxnSpPr>
            <p:nvPr/>
          </p:nvCxnSpPr>
          <p:spPr>
            <a:xfrm flipV="1">
              <a:off x="6114797" y="5476404"/>
              <a:ext cx="502185" cy="1104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B0FD705-8853-E663-707C-C4550C077C53}"/>
                </a:ext>
              </a:extLst>
            </p:cNvPr>
            <p:cNvCxnSpPr>
              <a:cxnSpLocks/>
              <a:stCxn id="15" idx="4"/>
              <a:endCxn id="23" idx="0"/>
            </p:cNvCxnSpPr>
            <p:nvPr/>
          </p:nvCxnSpPr>
          <p:spPr>
            <a:xfrm>
              <a:off x="5590413" y="5468815"/>
              <a:ext cx="849305" cy="1180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D30A4EE-E93D-D63A-80CA-ECAF292146D0}"/>
                </a:ext>
              </a:extLst>
            </p:cNvPr>
            <p:cNvCxnSpPr>
              <a:cxnSpLocks/>
              <a:stCxn id="24" idx="0"/>
              <a:endCxn id="20" idx="4"/>
            </p:cNvCxnSpPr>
            <p:nvPr/>
          </p:nvCxnSpPr>
          <p:spPr>
            <a:xfrm flipH="1" flipV="1">
              <a:off x="5787363" y="5787915"/>
              <a:ext cx="160663" cy="77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16BA774-7839-397E-4333-76460E6B8CC1}"/>
                </a:ext>
              </a:extLst>
            </p:cNvPr>
            <p:cNvCxnSpPr>
              <a:cxnSpLocks/>
              <a:stCxn id="25" idx="0"/>
              <a:endCxn id="20" idx="4"/>
            </p:cNvCxnSpPr>
            <p:nvPr/>
          </p:nvCxnSpPr>
          <p:spPr>
            <a:xfrm flipH="1" flipV="1">
              <a:off x="5787363" y="5787915"/>
              <a:ext cx="485584" cy="774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7CD8CAE-8DAC-9547-DFD2-91E665ECE7A8}"/>
                </a:ext>
              </a:extLst>
            </p:cNvPr>
            <p:cNvCxnSpPr>
              <a:cxnSpLocks/>
              <a:stCxn id="24" idx="0"/>
              <a:endCxn id="22" idx="4"/>
            </p:cNvCxnSpPr>
            <p:nvPr/>
          </p:nvCxnSpPr>
          <p:spPr>
            <a:xfrm flipV="1">
              <a:off x="5948026" y="5787195"/>
              <a:ext cx="166771" cy="781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BD99D00-CDB6-5B15-A569-8B0A0CD78BB4}"/>
                </a:ext>
              </a:extLst>
            </p:cNvPr>
            <p:cNvCxnSpPr>
              <a:cxnSpLocks/>
              <a:stCxn id="25" idx="0"/>
              <a:endCxn id="23" idx="4"/>
            </p:cNvCxnSpPr>
            <p:nvPr/>
          </p:nvCxnSpPr>
          <p:spPr>
            <a:xfrm flipV="1">
              <a:off x="6272947" y="5787195"/>
              <a:ext cx="166771" cy="781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8D1F28F6-8428-0750-3B2A-CE1EF3451695}"/>
                </a:ext>
              </a:extLst>
            </p:cNvPr>
            <p:cNvCxnSpPr>
              <a:cxnSpLocks/>
              <a:stCxn id="25" idx="0"/>
              <a:endCxn id="22" idx="4"/>
            </p:cNvCxnSpPr>
            <p:nvPr/>
          </p:nvCxnSpPr>
          <p:spPr>
            <a:xfrm flipH="1" flipV="1">
              <a:off x="6114797" y="5787195"/>
              <a:ext cx="158150" cy="781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368ACD3-90AD-57E6-B76A-8BCAC0095095}"/>
                </a:ext>
              </a:extLst>
            </p:cNvPr>
            <p:cNvCxnSpPr>
              <a:cxnSpLocks/>
              <a:stCxn id="24" idx="0"/>
              <a:endCxn id="23" idx="4"/>
            </p:cNvCxnSpPr>
            <p:nvPr/>
          </p:nvCxnSpPr>
          <p:spPr>
            <a:xfrm flipV="1">
              <a:off x="5948026" y="5787195"/>
              <a:ext cx="491692" cy="7816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438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77" y="0"/>
            <a:ext cx="8229600" cy="1143000"/>
          </a:xfrm>
        </p:spPr>
        <p:txBody>
          <a:bodyPr>
            <a:normAutofit/>
          </a:bodyPr>
          <a:lstStyle/>
          <a:p>
            <a:r>
              <a:rPr sz="2800" dirty="0"/>
              <a:t>Methodology: </a:t>
            </a:r>
            <a:r>
              <a:rPr lang="en-GB" sz="2800" dirty="0"/>
              <a:t>Data</a:t>
            </a:r>
            <a:r>
              <a:rPr lang="en-US" altLang="zh-CN" sz="2800" dirty="0"/>
              <a:t>s</a:t>
            </a:r>
            <a:r>
              <a:rPr lang="en-GB" sz="2800" dirty="0"/>
              <a:t>et</a:t>
            </a:r>
            <a:r>
              <a:rPr lang="zh-CN" altLang="en-US" sz="2800" dirty="0"/>
              <a:t> </a:t>
            </a:r>
            <a:r>
              <a:rPr lang="en-US" altLang="zh-CN" sz="2800" dirty="0"/>
              <a:t>&amp;</a:t>
            </a:r>
            <a:r>
              <a:rPr lang="zh-CN" altLang="en-US" sz="2800" dirty="0"/>
              <a:t> </a:t>
            </a:r>
            <a:r>
              <a:rPr lang="en-GB" sz="2800" dirty="0"/>
              <a:t>Feature Reduction</a:t>
            </a:r>
            <a:r>
              <a:rPr lang="zh-CN" altLang="en-US" sz="2800" dirty="0"/>
              <a:t> </a:t>
            </a:r>
            <a:r>
              <a:rPr lang="en-US" altLang="zh-CN" sz="2800" dirty="0"/>
              <a:t>technique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1714"/>
            <a:ext cx="4419600" cy="2563269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Edge-</a:t>
            </a:r>
            <a:r>
              <a:rPr lang="en-GB" dirty="0" err="1"/>
              <a:t>IIoTset</a:t>
            </a:r>
            <a:r>
              <a:rPr lang="en-GB" dirty="0"/>
              <a:t> (2022)</a:t>
            </a:r>
          </a:p>
          <a:p>
            <a:pPr lvl="1"/>
            <a:r>
              <a:rPr lang="en-GB" dirty="0"/>
              <a:t>Realistic edge-based IoT traffic</a:t>
            </a:r>
          </a:p>
          <a:p>
            <a:pPr lvl="1"/>
            <a:r>
              <a:rPr lang="en-GB" dirty="0"/>
              <a:t>Labelled data (normal vs. attack)</a:t>
            </a:r>
          </a:p>
          <a:p>
            <a:pPr lvl="1"/>
            <a:r>
              <a:rPr lang="en-GB" dirty="0"/>
              <a:t>Suitable for IDS evaluation in edge environments</a:t>
            </a:r>
          </a:p>
          <a:p>
            <a:pPr lvl="1"/>
            <a:r>
              <a:rPr lang="en-GB" dirty="0"/>
              <a:t>Recent dataset reflecting modern traffic patterns</a:t>
            </a:r>
          </a:p>
          <a:p>
            <a:pPr lvl="1"/>
            <a:r>
              <a:rPr lang="en-GB" dirty="0"/>
              <a:t>flow-level data</a:t>
            </a:r>
            <a:r>
              <a:rPr lang="zh-CN" altLang="en-US" dirty="0"/>
              <a:t> </a:t>
            </a:r>
            <a:endParaRPr lang="en-GB" altLang="zh-CN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1E68C-4B0B-70CC-471A-67E4CA140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515" y="1461182"/>
            <a:ext cx="3886200" cy="2843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7E6AD-521E-D1E7-35AD-BF4BAC06AF84}"/>
              </a:ext>
            </a:extLst>
          </p:cNvPr>
          <p:cNvSpPr txBox="1"/>
          <p:nvPr/>
        </p:nvSpPr>
        <p:spPr>
          <a:xfrm>
            <a:off x="566057" y="4430486"/>
            <a:ext cx="82622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Reduction</a:t>
            </a:r>
            <a:r>
              <a:rPr lang="zh-CN" altLang="en-US" dirty="0"/>
              <a:t> </a:t>
            </a:r>
            <a:r>
              <a:rPr lang="en-US" altLang="zh-CN" dirty="0"/>
              <a:t>Technique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Feature Selection (manual/statistical)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PCA (</a:t>
            </a:r>
            <a:r>
              <a:rPr lang="en-US" altLang="zh-CN" dirty="0"/>
              <a:t>traditional</a:t>
            </a:r>
            <a:r>
              <a:rPr lang="zh-CN" altLang="en-US" dirty="0"/>
              <a:t> </a:t>
            </a:r>
            <a:r>
              <a:rPr lang="en-GB" dirty="0"/>
              <a:t>dimensionality reduction)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Autoencoder / </a:t>
            </a:r>
            <a:r>
              <a:rPr lang="en-GB" dirty="0" err="1"/>
              <a:t>ResNeXt</a:t>
            </a:r>
            <a:r>
              <a:rPr lang="en-GB" dirty="0"/>
              <a:t> (deep representation)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Goal: reduce features while preserving information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Detection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Compare FS, PCA, Autoencoder</a:t>
            </a:r>
          </a:p>
          <a:p>
            <a:r>
              <a:rPr lang="en-GB" dirty="0"/>
              <a:t>Accuracy / Precision / Recall results</a:t>
            </a:r>
          </a:p>
          <a:p>
            <a:r>
              <a:rPr lang="en-GB" dirty="0"/>
              <a:t>Performance differences observed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Resource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and memory usage comparison</a:t>
            </a:r>
          </a:p>
          <a:p>
            <a:r>
              <a:t>Processing time analysis</a:t>
            </a:r>
          </a:p>
          <a:p>
            <a:r>
              <a:t>Identify most efficient method for edge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Feature reduction techniques, including PCA, </a:t>
            </a:r>
            <a:r>
              <a:rPr lang="en-GB" dirty="0" err="1"/>
              <a:t>AutoEncoder</a:t>
            </a:r>
            <a:r>
              <a:rPr lang="en-GB" dirty="0"/>
              <a:t>, and </a:t>
            </a:r>
            <a:r>
              <a:rPr lang="en-GB" dirty="0" err="1"/>
              <a:t>ResNeXt</a:t>
            </a:r>
            <a:r>
              <a:rPr lang="en-GB" dirty="0"/>
              <a:t>, generally lead to a decrease in model performance, particularly in terms of accuracy and F1 score.</a:t>
            </a:r>
          </a:p>
          <a:p>
            <a:r>
              <a:rPr lang="en-GB" dirty="0"/>
              <a:t>If</a:t>
            </a:r>
            <a:r>
              <a:rPr lang="zh-CN" altLang="en-US" dirty="0"/>
              <a:t> </a:t>
            </a:r>
            <a:r>
              <a:rPr lang="en-GB" dirty="0"/>
              <a:t>a certain degree of performance degradation is acceptable, more aggressive dimensionality reduction can be applied to significantly reduce feature size and computational cost.</a:t>
            </a:r>
          </a:p>
          <a:p>
            <a:r>
              <a:rPr lang="en-GB" dirty="0" err="1"/>
              <a:t>ResNeXt</a:t>
            </a:r>
            <a:r>
              <a:rPr lang="en-GB" dirty="0"/>
              <a:t> introduces high CPU overhead when applied to low-dimensional flow-level data, without improving accuracy or F1 score, making it unsuitable for deployment on edge devices. In contrast, PCA and </a:t>
            </a:r>
            <a:r>
              <a:rPr lang="en-GB" dirty="0" err="1"/>
              <a:t>AutoEncoder</a:t>
            </a:r>
            <a:r>
              <a:rPr lang="en-GB" dirty="0"/>
              <a:t> show no significant resource bottlenecks and are more suitable for edge-based IDS.</a:t>
            </a:r>
          </a:p>
          <a:p>
            <a:r>
              <a:rPr lang="en-GB" dirty="0"/>
              <a:t>Feature reduction reduces performance but improves efficiency; PCA and </a:t>
            </a:r>
            <a:r>
              <a:rPr lang="en-GB" dirty="0" err="1"/>
              <a:t>AutoEncoder</a:t>
            </a:r>
            <a:r>
              <a:rPr lang="en-GB" dirty="0"/>
              <a:t> are edge-friendly, while </a:t>
            </a:r>
            <a:r>
              <a:rPr lang="en-GB" dirty="0" err="1"/>
              <a:t>ResNeXt</a:t>
            </a:r>
            <a:r>
              <a:rPr lang="en-GB" dirty="0"/>
              <a:t> is computationally expensive and ineffective for low-dimensional data.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IoMT Security Papers</a:t>
            </a:r>
          </a:p>
          <a:p>
            <a:r>
              <a:rPr dirty="0"/>
              <a:t>IDS and ML/DL Papers</a:t>
            </a:r>
          </a:p>
          <a:p>
            <a:r>
              <a:rPr dirty="0"/>
              <a:t>Feature Reduction Techniques</a:t>
            </a:r>
          </a:p>
          <a:p>
            <a:r>
              <a:rPr dirty="0"/>
              <a:t>Relevant academic sources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901298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792</Words>
  <Application>Microsoft Office PowerPoint</Application>
  <PresentationFormat>全屏显示(4:3)</PresentationFormat>
  <Paragraphs>141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SimSun</vt:lpstr>
      <vt:lpstr>微软雅黑</vt:lpstr>
      <vt:lpstr>Aptos</vt:lpstr>
      <vt:lpstr>Arial</vt:lpstr>
      <vt:lpstr>Calibri</vt:lpstr>
      <vt:lpstr>Roboto</vt:lpstr>
      <vt:lpstr>Wingdings</vt:lpstr>
      <vt:lpstr>Office Theme</vt:lpstr>
      <vt:lpstr>Comparative Evaluation of Feature Reduction Techniques for Intrusion Detection on IoMT Edge Devices</vt:lpstr>
      <vt:lpstr>PowerPoint 演示文稿</vt:lpstr>
      <vt:lpstr>PowerPoint 演示文稿</vt:lpstr>
      <vt:lpstr>PowerPoint 演示文稿</vt:lpstr>
      <vt:lpstr>PowerPoint 演示文稿</vt:lpstr>
      <vt:lpstr>Methodology: System Overview</vt:lpstr>
      <vt:lpstr>Methodology: Proposed Simulation Framework</vt:lpstr>
      <vt:lpstr>Methodology: Dataset &amp; Feature Reduction technique</vt:lpstr>
      <vt:lpstr>Results: Detection Performance</vt:lpstr>
      <vt:lpstr>Results: Resource &amp; Efficiency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WANG, Ning</cp:lastModifiedBy>
  <cp:revision>7</cp:revision>
  <dcterms:created xsi:type="dcterms:W3CDTF">2013-01-27T09:14:16Z</dcterms:created>
  <dcterms:modified xsi:type="dcterms:W3CDTF">2026-03-21T03:28:50Z</dcterms:modified>
  <cp:category/>
</cp:coreProperties>
</file>